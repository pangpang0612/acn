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147483133" r:id="rId5"/>
  </p:sldIdLst>
  <p:sldSz cx="9906000" cy="6858000" type="A4"/>
  <p:notesSz cx="6807200" cy="9939338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E74E1AFD-B958-4525-A3E4-84B77CB06B72}">
          <p14:sldIdLst>
            <p14:sldId id="2147483133"/>
          </p14:sldIdLst>
        </p14:section>
      </p14:sectionLst>
    </p:ext>
    <p:ext uri="{EFAFB233-063F-42B5-8137-9DF3F51BA10A}">
      <p15:sldGuideLst xmlns:p15="http://schemas.microsoft.com/office/powerpoint/2012/main">
        <p15:guide id="3" pos="411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pos="2054" userDrawn="1">
          <p15:clr>
            <a:srgbClr val="A4A3A4"/>
          </p15:clr>
        </p15:guide>
        <p15:guide id="7" pos="330" userDrawn="1">
          <p15:clr>
            <a:srgbClr val="A4A3A4"/>
          </p15:clr>
        </p15:guide>
        <p15:guide id="8" pos="1487" userDrawn="1">
          <p15:clr>
            <a:srgbClr val="A4A3A4"/>
          </p15:clr>
        </p15:guide>
        <p15:guide id="9" pos="2077" userDrawn="1">
          <p15:clr>
            <a:srgbClr val="A4A3A4"/>
          </p15:clr>
        </p15:guide>
        <p15:guide id="10" pos="3097" userDrawn="1">
          <p15:clr>
            <a:srgbClr val="A4A3A4"/>
          </p15:clr>
        </p15:guide>
        <p15:guide id="11" pos="29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8A1542-573B-3FF9-87BD-57B132D21AF2}" name="Hirose, Mirai" initials="" userId="S::mirai.hirose@accenture.com::c10d5fdd-b67e-4403-8424-9e78a3c9228e" providerId="AD"/>
  <p188:author id="{F1682B53-BDD2-A66D-18EC-06429118B824}" name="Sasaki, Wakako" initials="SW" userId="S::wakako.sasaki@accenture.com::8482b5dd-f5f9-451d-8e26-8f848fd1d2ed" providerId="AD"/>
  <p188:author id="{E04BB653-51BC-9ABC-F8D9-BE457AADB78F}" name="Kawaguchi, Takehiro" initials="KT" userId="S::takehiro.kawaguchi@accenture.com::32cd7247-b59f-4dce-b43a-282837995788" providerId="AD"/>
  <p188:author id="{39AE415A-8B1B-0DFB-4DF1-82F96058ED02}" name="Nakao, Yu" initials="NY" userId="S::yu.nakao@accenture.com::036cefb6-6868-4939-967f-6cb541f9cfa8" providerId="AD"/>
  <p188:author id="{B654425F-8BE1-32A7-BAB0-01764E89E2A0}" name="Accenture Contract Management" initials="CM" userId="Accenture Contract Management" providerId="None"/>
  <p188:author id="{438D536D-F62C-C7BE-1202-A41D21CEA0EF}" name="Manno, Kazuya" initials="MK" userId="S::kazuya.manno@accenture.com::dabec14c-4e6a-4ac8-8cf8-6aead00ee077" providerId="AD"/>
  <p188:author id="{2873036E-8C70-8670-28E0-E15BDF538773}" name="Kageyama, Riko" initials="KR" userId="S::riko.kageyama@accenture.com::15edaf0a-26c2-463d-81a8-8a2df910d017" providerId="AD"/>
  <p188:author id="{585295DE-7BE3-2A74-9C60-2C86725CA2E9}" name="Fujihara, Ryosuke" initials="FR" userId="S::ryosuke.fujihara@accenture.com::28b717fb-607c-4813-b135-4db83b5a656b" providerId="AD"/>
  <p188:author id="{A81112F0-394F-28C9-26B2-570C572F63A3}" name="Nakazawa, Yosuke" initials="NY" userId="S::yosuke.nakazawa@accenture.com::df77951c-840e-42c5-8d92-d9db99570e4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Wake, Mana" initials="WM" lastIdx="5" clrIdx="6">
    <p:extLst>
      <p:ext uri="{19B8F6BF-5375-455C-9EA6-DF929625EA0E}">
        <p15:presenceInfo xmlns:p15="http://schemas.microsoft.com/office/powerpoint/2012/main" userId="S::mana.wake@accenture.com::c37d8ab7-2012-4793-b65d-7d69ee4e0383" providerId="AD"/>
      </p:ext>
    </p:extLst>
  </p:cmAuthor>
  <p:cmAuthor id="1" name="Shen, Hanjing" initials="SH" lastIdx="3" clrIdx="0">
    <p:extLst>
      <p:ext uri="{19B8F6BF-5375-455C-9EA6-DF929625EA0E}">
        <p15:presenceInfo xmlns:p15="http://schemas.microsoft.com/office/powerpoint/2012/main" userId="S::hanjing.shen@accenture.com::b1f29dbc-302a-4bd8-847b-6644c2002fb2" providerId="AD"/>
      </p:ext>
    </p:extLst>
  </p:cmAuthor>
  <p:cmAuthor id="8" name="Kameda, Masaru" initials="KM" lastIdx="1" clrIdx="7">
    <p:extLst>
      <p:ext uri="{19B8F6BF-5375-455C-9EA6-DF929625EA0E}">
        <p15:presenceInfo xmlns:p15="http://schemas.microsoft.com/office/powerpoint/2012/main" userId="S::masaru.kameda@accenture.com::f2fb7723-6cd1-46f5-8a18-81fc8c886b94" providerId="AD"/>
      </p:ext>
    </p:extLst>
  </p:cmAuthor>
  <p:cmAuthor id="2" name="Kikukawa, Yutaka" initials="KY" lastIdx="2" clrIdx="1">
    <p:extLst>
      <p:ext uri="{19B8F6BF-5375-455C-9EA6-DF929625EA0E}">
        <p15:presenceInfo xmlns:p15="http://schemas.microsoft.com/office/powerpoint/2012/main" userId="S::yutaka.kikukawa@accenture.com::6e009657-30d5-4eae-9aa0-0e27b59f0f7d" providerId="AD"/>
      </p:ext>
    </p:extLst>
  </p:cmAuthor>
  <p:cmAuthor id="9" name="Tateishi, Momoko" initials="TM" lastIdx="3" clrIdx="8">
    <p:extLst>
      <p:ext uri="{19B8F6BF-5375-455C-9EA6-DF929625EA0E}">
        <p15:presenceInfo xmlns:p15="http://schemas.microsoft.com/office/powerpoint/2012/main" userId="S::momoko.tateishi@accenture.com::8966f333-530d-41f1-9dc1-c2c6cf87d98d" providerId="AD"/>
      </p:ext>
    </p:extLst>
  </p:cmAuthor>
  <p:cmAuthor id="3" name="Takada, Masahiro (JP - AB 高田 大央)" initials="TM(-A高大" lastIdx="1" clrIdx="2">
    <p:extLst>
      <p:ext uri="{19B8F6BF-5375-455C-9EA6-DF929625EA0E}">
        <p15:presenceInfo xmlns:p15="http://schemas.microsoft.com/office/powerpoint/2012/main" userId="S::mastakada@abeam.com::b0c27181-0d6a-4db6-a162-e1da2dd657ad" providerId="AD"/>
      </p:ext>
    </p:extLst>
  </p:cmAuthor>
  <p:cmAuthor id="10" name="Okada, Kentaro" initials="OK" lastIdx="1" clrIdx="9">
    <p:extLst>
      <p:ext uri="{19B8F6BF-5375-455C-9EA6-DF929625EA0E}">
        <p15:presenceInfo xmlns:p15="http://schemas.microsoft.com/office/powerpoint/2012/main" userId="S::kentaro.okada@accenture.com::6121daa3-ced5-4c12-b914-bba802575c26" providerId="AD"/>
      </p:ext>
    </p:extLst>
  </p:cmAuthor>
  <p:cmAuthor id="4" name="Ugai, Masato" initials="UM" lastIdx="34" clrIdx="3">
    <p:extLst>
      <p:ext uri="{19B8F6BF-5375-455C-9EA6-DF929625EA0E}">
        <p15:presenceInfo xmlns:p15="http://schemas.microsoft.com/office/powerpoint/2012/main" userId="S::masato.ugai@accenture.com::56a7ddc9-b1b5-412f-a48a-dcc68add08fa" providerId="AD"/>
      </p:ext>
    </p:extLst>
  </p:cmAuthor>
  <p:cmAuthor id="5" name="Ozawa, Sayaka" initials="OS" lastIdx="20" clrIdx="4">
    <p:extLst>
      <p:ext uri="{19B8F6BF-5375-455C-9EA6-DF929625EA0E}">
        <p15:presenceInfo xmlns:p15="http://schemas.microsoft.com/office/powerpoint/2012/main" userId="S::sayaka.ozawa@accenture.com::a5c71c3a-c1d5-470e-8e0d-e24cc9a3e847" providerId="AD"/>
      </p:ext>
    </p:extLst>
  </p:cmAuthor>
  <p:cmAuthor id="6" name="Ohtsuki, Yuka" initials="OY" lastIdx="1" clrIdx="5">
    <p:extLst>
      <p:ext uri="{19B8F6BF-5375-455C-9EA6-DF929625EA0E}">
        <p15:presenceInfo xmlns:p15="http://schemas.microsoft.com/office/powerpoint/2012/main" userId="S::yuka.ohtsuki@accenture.com::d8372b05-0b89-4d79-9808-6003f59816b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FFFFFF"/>
    <a:srgbClr val="F2DBFF"/>
    <a:srgbClr val="FFFFCC"/>
    <a:srgbClr val="0000FF"/>
    <a:srgbClr val="ECCCFF"/>
    <a:srgbClr val="C161FF"/>
    <a:srgbClr val="7900BF"/>
    <a:srgbClr val="A4A3A4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pos="4118"/>
        <p:guide orient="horz" pos="709"/>
        <p:guide pos="2054"/>
        <p:guide pos="330"/>
        <p:guide pos="1487"/>
        <p:guide pos="2077"/>
        <p:guide pos="3097"/>
        <p:guide pos="2916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o, Masumi" userId="f6599b58-4191-4d25-92b7-554804b0c029" providerId="ADAL" clId="{74A41CDE-FFD4-4844-B13C-7567D62B1B57}"/>
    <pc:docChg chg="undo custSel addSld delSld modSld sldOrd modSection">
      <pc:chgData name="Sato, Masumi" userId="f6599b58-4191-4d25-92b7-554804b0c029" providerId="ADAL" clId="{74A41CDE-FFD4-4844-B13C-7567D62B1B57}" dt="2025-02-05T06:15:31.420" v="2780"/>
      <pc:docMkLst>
        <pc:docMk/>
      </pc:docMkLst>
      <pc:sldChg chg="del">
        <pc:chgData name="Sato, Masumi" userId="f6599b58-4191-4d25-92b7-554804b0c029" providerId="ADAL" clId="{74A41CDE-FFD4-4844-B13C-7567D62B1B57}" dt="2025-02-05T03:14:30.839" v="0" actId="47"/>
        <pc:sldMkLst>
          <pc:docMk/>
          <pc:sldMk cId="3511692943" sldId="2147481523"/>
        </pc:sldMkLst>
      </pc:sldChg>
      <pc:sldChg chg="del">
        <pc:chgData name="Sato, Masumi" userId="f6599b58-4191-4d25-92b7-554804b0c029" providerId="ADAL" clId="{74A41CDE-FFD4-4844-B13C-7567D62B1B57}" dt="2025-02-05T03:58:12.251" v="141" actId="47"/>
        <pc:sldMkLst>
          <pc:docMk/>
          <pc:sldMk cId="1219020961" sldId="2147481826"/>
        </pc:sldMkLst>
      </pc:sldChg>
      <pc:sldChg chg="del">
        <pc:chgData name="Sato, Masumi" userId="f6599b58-4191-4d25-92b7-554804b0c029" providerId="ADAL" clId="{74A41CDE-FFD4-4844-B13C-7567D62B1B57}" dt="2025-02-05T03:18:03.717" v="2" actId="47"/>
        <pc:sldMkLst>
          <pc:docMk/>
          <pc:sldMk cId="880248912" sldId="2147481997"/>
        </pc:sldMkLst>
      </pc:sldChg>
      <pc:sldChg chg="delSp modSp mod ord">
        <pc:chgData name="Sato, Masumi" userId="f6599b58-4191-4d25-92b7-554804b0c029" providerId="ADAL" clId="{74A41CDE-FFD4-4844-B13C-7567D62B1B57}" dt="2025-02-05T04:25:41.941" v="178" actId="20577"/>
        <pc:sldMkLst>
          <pc:docMk/>
          <pc:sldMk cId="2191154142" sldId="2147482008"/>
        </pc:sldMkLst>
      </pc:sldChg>
      <pc:sldChg chg="del ord">
        <pc:chgData name="Sato, Masumi" userId="f6599b58-4191-4d25-92b7-554804b0c029" providerId="ADAL" clId="{74A41CDE-FFD4-4844-B13C-7567D62B1B57}" dt="2025-02-05T03:54:06.003" v="30" actId="47"/>
        <pc:sldMkLst>
          <pc:docMk/>
          <pc:sldMk cId="285908458" sldId="2147482009"/>
        </pc:sldMkLst>
      </pc:sldChg>
      <pc:sldChg chg="del">
        <pc:chgData name="Sato, Masumi" userId="f6599b58-4191-4d25-92b7-554804b0c029" providerId="ADAL" clId="{74A41CDE-FFD4-4844-B13C-7567D62B1B57}" dt="2025-02-05T03:18:05.330" v="3" actId="47"/>
        <pc:sldMkLst>
          <pc:docMk/>
          <pc:sldMk cId="3083817040" sldId="2147482011"/>
        </pc:sldMkLst>
      </pc:sldChg>
      <pc:sldChg chg="add del">
        <pc:chgData name="Sato, Masumi" userId="f6599b58-4191-4d25-92b7-554804b0c029" providerId="ADAL" clId="{74A41CDE-FFD4-4844-B13C-7567D62B1B57}" dt="2025-02-05T03:19:08.216" v="16" actId="47"/>
        <pc:sldMkLst>
          <pc:docMk/>
          <pc:sldMk cId="3273823186" sldId="2147482011"/>
        </pc:sldMkLst>
      </pc:sldChg>
      <pc:sldChg chg="del">
        <pc:chgData name="Sato, Masumi" userId="f6599b58-4191-4d25-92b7-554804b0c029" providerId="ADAL" clId="{74A41CDE-FFD4-4844-B13C-7567D62B1B57}" dt="2025-02-05T03:18:07.890" v="4" actId="47"/>
        <pc:sldMkLst>
          <pc:docMk/>
          <pc:sldMk cId="3163202288" sldId="2147482012"/>
        </pc:sldMkLst>
      </pc:sldChg>
      <pc:sldChg chg="del">
        <pc:chgData name="Sato, Masumi" userId="f6599b58-4191-4d25-92b7-554804b0c029" providerId="ADAL" clId="{74A41CDE-FFD4-4844-B13C-7567D62B1B57}" dt="2025-02-05T03:18:42.476" v="10" actId="47"/>
        <pc:sldMkLst>
          <pc:docMk/>
          <pc:sldMk cId="791086437" sldId="2147482013"/>
        </pc:sldMkLst>
      </pc:sldChg>
      <pc:sldChg chg="del">
        <pc:chgData name="Sato, Masumi" userId="f6599b58-4191-4d25-92b7-554804b0c029" providerId="ADAL" clId="{74A41CDE-FFD4-4844-B13C-7567D62B1B57}" dt="2025-02-05T03:53:38.087" v="24" actId="47"/>
        <pc:sldMkLst>
          <pc:docMk/>
          <pc:sldMk cId="484788868" sldId="2147482015"/>
        </pc:sldMkLst>
      </pc:sldChg>
      <pc:sldChg chg="del">
        <pc:chgData name="Sato, Masumi" userId="f6599b58-4191-4d25-92b7-554804b0c029" providerId="ADAL" clId="{74A41CDE-FFD4-4844-B13C-7567D62B1B57}" dt="2025-02-05T03:19:13.044" v="17" actId="47"/>
        <pc:sldMkLst>
          <pc:docMk/>
          <pc:sldMk cId="3806245753" sldId="2147482017"/>
        </pc:sldMkLst>
      </pc:sldChg>
      <pc:sldChg chg="modSp mod ord">
        <pc:chgData name="Sato, Masumi" userId="f6599b58-4191-4d25-92b7-554804b0c029" providerId="ADAL" clId="{74A41CDE-FFD4-4844-B13C-7567D62B1B57}" dt="2025-02-05T03:54:23.639" v="35" actId="20577"/>
        <pc:sldMkLst>
          <pc:docMk/>
          <pc:sldMk cId="1485541463" sldId="2147482022"/>
        </pc:sldMkLst>
      </pc:sldChg>
      <pc:sldChg chg="delSp mod">
        <pc:chgData name="Sato, Masumi" userId="f6599b58-4191-4d25-92b7-554804b0c029" providerId="ADAL" clId="{74A41CDE-FFD4-4844-B13C-7567D62B1B57}" dt="2025-02-05T03:53:46.004" v="25" actId="478"/>
        <pc:sldMkLst>
          <pc:docMk/>
          <pc:sldMk cId="2245307467" sldId="2147482023"/>
        </pc:sldMkLst>
      </pc:sldChg>
      <pc:sldChg chg="del">
        <pc:chgData name="Sato, Masumi" userId="f6599b58-4191-4d25-92b7-554804b0c029" providerId="ADAL" clId="{74A41CDE-FFD4-4844-B13C-7567D62B1B57}" dt="2025-02-05T03:18:43.398" v="11" actId="47"/>
        <pc:sldMkLst>
          <pc:docMk/>
          <pc:sldMk cId="1229733588" sldId="2147482024"/>
        </pc:sldMkLst>
      </pc:sldChg>
      <pc:sldChg chg="del">
        <pc:chgData name="Sato, Masumi" userId="f6599b58-4191-4d25-92b7-554804b0c029" providerId="ADAL" clId="{74A41CDE-FFD4-4844-B13C-7567D62B1B57}" dt="2025-02-05T03:53:36.922" v="23" actId="47"/>
        <pc:sldMkLst>
          <pc:docMk/>
          <pc:sldMk cId="853182579" sldId="2147482026"/>
        </pc:sldMkLst>
      </pc:sldChg>
      <pc:sldChg chg="addSp delSp modSp mod ord">
        <pc:chgData name="Sato, Masumi" userId="f6599b58-4191-4d25-92b7-554804b0c029" providerId="ADAL" clId="{74A41CDE-FFD4-4844-B13C-7567D62B1B57}" dt="2025-02-05T03:57:34.645" v="138" actId="20577"/>
        <pc:sldMkLst>
          <pc:docMk/>
          <pc:sldMk cId="4035485335" sldId="2147482027"/>
        </pc:sldMkLst>
      </pc:sldChg>
      <pc:sldChg chg="modSp add mod ord">
        <pc:chgData name="Sato, Masumi" userId="f6599b58-4191-4d25-92b7-554804b0c029" providerId="ADAL" clId="{74A41CDE-FFD4-4844-B13C-7567D62B1B57}" dt="2025-02-05T04:21:54.395" v="177" actId="20577"/>
        <pc:sldMkLst>
          <pc:docMk/>
          <pc:sldMk cId="2164586960" sldId="2147483102"/>
        </pc:sldMkLst>
      </pc:sldChg>
      <pc:sldChg chg="modSp add mod">
        <pc:chgData name="Sato, Masumi" userId="f6599b58-4191-4d25-92b7-554804b0c029" providerId="ADAL" clId="{74A41CDE-FFD4-4844-B13C-7567D62B1B57}" dt="2025-02-05T03:57:42.225" v="140" actId="20577"/>
        <pc:sldMkLst>
          <pc:docMk/>
          <pc:sldMk cId="134373115" sldId="2147483108"/>
        </pc:sldMkLst>
      </pc:sldChg>
      <pc:sldChg chg="modSp add del mod">
        <pc:chgData name="Sato, Masumi" userId="f6599b58-4191-4d25-92b7-554804b0c029" providerId="ADAL" clId="{74A41CDE-FFD4-4844-B13C-7567D62B1B57}" dt="2025-02-05T04:26:30.992" v="180" actId="20577"/>
        <pc:sldMkLst>
          <pc:docMk/>
          <pc:sldMk cId="2523502738" sldId="2147483109"/>
        </pc:sldMkLst>
      </pc:sldChg>
      <pc:sldChg chg="modSp add mod">
        <pc:chgData name="Sato, Masumi" userId="f6599b58-4191-4d25-92b7-554804b0c029" providerId="ADAL" clId="{74A41CDE-FFD4-4844-B13C-7567D62B1B57}" dt="2025-02-05T04:26:36.110" v="182" actId="20577"/>
        <pc:sldMkLst>
          <pc:docMk/>
          <pc:sldMk cId="3687827631" sldId="2147483121"/>
        </pc:sldMkLst>
      </pc:sldChg>
      <pc:sldChg chg="add del">
        <pc:chgData name="Sato, Masumi" userId="f6599b58-4191-4d25-92b7-554804b0c029" providerId="ADAL" clId="{74A41CDE-FFD4-4844-B13C-7567D62B1B57}" dt="2025-02-05T04:21:46.926" v="176" actId="47"/>
        <pc:sldMkLst>
          <pc:docMk/>
          <pc:sldMk cId="2872446437" sldId="2147483128"/>
        </pc:sldMkLst>
      </pc:sldChg>
      <pc:sldChg chg="modSp add mod">
        <pc:chgData name="Sato, Masumi" userId="f6599b58-4191-4d25-92b7-554804b0c029" providerId="ADAL" clId="{74A41CDE-FFD4-4844-B13C-7567D62B1B57}" dt="2025-02-05T04:21:39.176" v="175" actId="20577"/>
        <pc:sldMkLst>
          <pc:docMk/>
          <pc:sldMk cId="3813073859" sldId="2147483131"/>
        </pc:sldMkLst>
      </pc:sldChg>
      <pc:sldChg chg="delSp modSp add mod">
        <pc:chgData name="Sato, Masumi" userId="f6599b58-4191-4d25-92b7-554804b0c029" providerId="ADAL" clId="{74A41CDE-FFD4-4844-B13C-7567D62B1B57}" dt="2025-02-05T04:21:35.465" v="173" actId="20577"/>
        <pc:sldMkLst>
          <pc:docMk/>
          <pc:sldMk cId="3415657694" sldId="2147483132"/>
        </pc:sldMkLst>
      </pc:sldChg>
      <pc:sldChg chg="addSp delSp modSp new mod ord">
        <pc:chgData name="Sato, Masumi" userId="f6599b58-4191-4d25-92b7-554804b0c029" providerId="ADAL" clId="{74A41CDE-FFD4-4844-B13C-7567D62B1B57}" dt="2025-02-05T06:15:31.420" v="2780"/>
        <pc:sldMkLst>
          <pc:docMk/>
          <pc:sldMk cId="4016547649" sldId="2147483133"/>
        </pc:sldMkLst>
        <pc:spChg chg="mod">
          <ac:chgData name="Sato, Masumi" userId="f6599b58-4191-4d25-92b7-554804b0c029" providerId="ADAL" clId="{74A41CDE-FFD4-4844-B13C-7567D62B1B57}" dt="2025-02-05T06:12:08.111" v="2768" actId="20577"/>
          <ac:spMkLst>
            <pc:docMk/>
            <pc:sldMk cId="4016547649" sldId="2147483133"/>
            <ac:spMk id="2" creationId="{52486230-37A5-BBE0-54A9-D665957964F3}"/>
          </ac:spMkLst>
        </pc:spChg>
        <pc:spChg chg="mod">
          <ac:chgData name="Sato, Masumi" userId="f6599b58-4191-4d25-92b7-554804b0c029" providerId="ADAL" clId="{74A41CDE-FFD4-4844-B13C-7567D62B1B57}" dt="2025-02-05T04:30:16.391" v="185" actId="20577"/>
          <ac:spMkLst>
            <pc:docMk/>
            <pc:sldMk cId="4016547649" sldId="2147483133"/>
            <ac:spMk id="3" creationId="{7F02D2AF-8583-5C12-39E3-8E42DC3CB824}"/>
          </ac:spMkLst>
        </pc:spChg>
        <pc:spChg chg="mod">
          <ac:chgData name="Sato, Masumi" userId="f6599b58-4191-4d25-92b7-554804b0c029" providerId="ADAL" clId="{74A41CDE-FFD4-4844-B13C-7567D62B1B57}" dt="2025-02-05T04:30:24.276" v="216" actId="20577"/>
          <ac:spMkLst>
            <pc:docMk/>
            <pc:sldMk cId="4016547649" sldId="2147483133"/>
            <ac:spMk id="4" creationId="{23301261-0ADF-48EC-DE5B-EFF5250F002E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5" creationId="{203A42E1-6172-1F8B-D7E4-32D2D0323B45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8" creationId="{35CE4B27-E8EB-0AC7-E00E-2B71A60B4392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9" creationId="{CFF8B88F-8066-FD44-0C66-C281968FA8B1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10" creationId="{CE482D88-4793-9CC0-65DE-B9464D319634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11" creationId="{262E05FB-2E82-6500-F961-10CB6BC3D2F3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12" creationId="{651866E0-04ED-C853-2891-29BD2825560F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13" creationId="{165F2647-CFFD-BEF0-5C7B-4F27D0AA3F64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14" creationId="{0924CE1D-E366-8038-3768-33DD41E22870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15" creationId="{F4640F22-F737-A0F8-ACCA-B38ED3F11083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20" creationId="{8B7B6EE8-6AF0-FB9C-9E8C-B70B4CCD816A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21" creationId="{925EC804-1051-AD91-3C9E-A65593D0D488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22" creationId="{941B38B4-A2E0-7B04-D4D0-4A8A01FFBAD5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23" creationId="{AF0E120E-5F54-0FF4-7213-6B422840D93A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24" creationId="{133871EC-5F4D-2BFE-C26B-E5A7E7457E52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69" creationId="{ED1BAFDB-38C7-91EB-C7AC-9A0367A96FCC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1" creationId="{90A31A73-14E9-3AD4-6463-075DDF0CC98C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2" creationId="{BD21F1E8-CFC3-BBC5-194B-DF321BB17E78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3" creationId="{0F18A886-1A60-85B2-064A-C68522FB3D53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4" creationId="{CB5FD7B4-4797-BB42-25BD-7FE72E411D06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5" creationId="{A4E11D67-1C4E-8653-4DCB-B196025A183C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6" creationId="{BC15537E-C95B-A5A1-70E5-E1D435A12ECD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77" creationId="{B5D7785F-18BB-7482-4049-C1FB104BBFB4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81" creationId="{93676641-70E6-9CD3-4DDA-8A5F175E1637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82" creationId="{0C9DF904-4285-9F0F-373B-E00920DF0902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83" creationId="{7F8A8A7E-6696-A64E-B402-234D14AD751A}"/>
          </ac:spMkLst>
        </pc:spChg>
        <pc:spChg chg="add mod topLvl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84" creationId="{CF21D960-3200-71E6-379B-26A8FEDB1B1F}"/>
          </ac:spMkLst>
        </pc:spChg>
        <pc:spChg chg="add mod">
          <ac:chgData name="Sato, Masumi" userId="f6599b58-4191-4d25-92b7-554804b0c029" providerId="ADAL" clId="{74A41CDE-FFD4-4844-B13C-7567D62B1B57}" dt="2025-02-05T06:12:28.761" v="2778" actId="255"/>
          <ac:spMkLst>
            <pc:docMk/>
            <pc:sldMk cId="4016547649" sldId="2147483133"/>
            <ac:spMk id="85" creationId="{9349CCC6-1792-B775-1947-78238F033D5C}"/>
          </ac:spMkLst>
        </pc:spChg>
        <pc:spChg chg="add mod topLvl">
          <ac:chgData name="Sato, Masumi" userId="f6599b58-4191-4d25-92b7-554804b0c029" providerId="ADAL" clId="{74A41CDE-FFD4-4844-B13C-7567D62B1B57}" dt="2025-02-05T06:12:13.186" v="2769" actId="403"/>
          <ac:spMkLst>
            <pc:docMk/>
            <pc:sldMk cId="4016547649" sldId="2147483133"/>
            <ac:spMk id="187" creationId="{77C92A33-937D-8242-834B-A0E6EA45A7A6}"/>
          </ac:spMkLst>
        </pc:spChg>
        <pc:spChg chg="add mod topLvl">
          <ac:chgData name="Sato, Masumi" userId="f6599b58-4191-4d25-92b7-554804b0c029" providerId="ADAL" clId="{74A41CDE-FFD4-4844-B13C-7567D62B1B57}" dt="2025-02-05T06:12:13.186" v="2769" actId="403"/>
          <ac:spMkLst>
            <pc:docMk/>
            <pc:sldMk cId="4016547649" sldId="2147483133"/>
            <ac:spMk id="194" creationId="{72E44ABD-82DF-D63E-93C1-2FFEF5CED935}"/>
          </ac:spMkLst>
        </pc:spChg>
        <pc:spChg chg="add mod topLvl">
          <ac:chgData name="Sato, Masumi" userId="f6599b58-4191-4d25-92b7-554804b0c029" providerId="ADAL" clId="{74A41CDE-FFD4-4844-B13C-7567D62B1B57}" dt="2025-02-05T06:12:19.337" v="2777" actId="20577"/>
          <ac:spMkLst>
            <pc:docMk/>
            <pc:sldMk cId="4016547649" sldId="2147483133"/>
            <ac:spMk id="203" creationId="{C0DF5207-7F7C-EEE6-91B7-0A6E3DF3EEDE}"/>
          </ac:spMkLst>
        </pc:spChg>
        <pc:spChg chg="mod">
          <ac:chgData name="Sato, Masumi" userId="f6599b58-4191-4d25-92b7-554804b0c029" providerId="ADAL" clId="{74A41CDE-FFD4-4844-B13C-7567D62B1B57}" dt="2025-02-05T06:04:49.324" v="2125" actId="20577"/>
          <ac:spMkLst>
            <pc:docMk/>
            <pc:sldMk cId="4016547649" sldId="2147483133"/>
            <ac:spMk id="209" creationId="{BEB28B96-FAF2-9FBF-91F9-286F9F714439}"/>
          </ac:spMkLst>
        </pc:spChg>
        <pc:spChg chg="mod">
          <ac:chgData name="Sato, Masumi" userId="f6599b58-4191-4d25-92b7-554804b0c029" providerId="ADAL" clId="{74A41CDE-FFD4-4844-B13C-7567D62B1B57}" dt="2025-02-05T06:03:52.544" v="2045" actId="20577"/>
          <ac:spMkLst>
            <pc:docMk/>
            <pc:sldMk cId="4016547649" sldId="2147483133"/>
            <ac:spMk id="212" creationId="{6AB3B660-6CC8-45A3-7C3F-AE7A4FBE76A6}"/>
          </ac:spMkLst>
        </pc:spChg>
        <pc:spChg chg="mod">
          <ac:chgData name="Sato, Masumi" userId="f6599b58-4191-4d25-92b7-554804b0c029" providerId="ADAL" clId="{74A41CDE-FFD4-4844-B13C-7567D62B1B57}" dt="2025-02-05T06:04:40.993" v="2120"/>
          <ac:spMkLst>
            <pc:docMk/>
            <pc:sldMk cId="4016547649" sldId="2147483133"/>
            <ac:spMk id="215" creationId="{345975F8-3CB3-EBAA-4946-9B7B5B16F17C}"/>
          </ac:spMkLst>
        </pc:spChg>
        <pc:spChg chg="mod">
          <ac:chgData name="Sato, Masumi" userId="f6599b58-4191-4d25-92b7-554804b0c029" providerId="ADAL" clId="{74A41CDE-FFD4-4844-B13C-7567D62B1B57}" dt="2025-02-05T06:04:05.513" v="2073" actId="20577"/>
          <ac:spMkLst>
            <pc:docMk/>
            <pc:sldMk cId="4016547649" sldId="2147483133"/>
            <ac:spMk id="218" creationId="{A106B772-6A96-0330-11CB-C616D89105A1}"/>
          </ac:spMkLst>
        </pc:spChg>
        <pc:spChg chg="mod">
          <ac:chgData name="Sato, Masumi" userId="f6599b58-4191-4d25-92b7-554804b0c029" providerId="ADAL" clId="{74A41CDE-FFD4-4844-B13C-7567D62B1B57}" dt="2025-02-05T06:04:26.449" v="2105"/>
          <ac:spMkLst>
            <pc:docMk/>
            <pc:sldMk cId="4016547649" sldId="2147483133"/>
            <ac:spMk id="221" creationId="{85F2780D-FFAF-8B96-369C-0256D9F3C429}"/>
          </ac:spMkLst>
        </pc:spChg>
        <pc:grpChg chg="add mod topLvl">
          <ac:chgData name="Sato, Masumi" userId="f6599b58-4191-4d25-92b7-554804b0c029" providerId="ADAL" clId="{74A41CDE-FFD4-4844-B13C-7567D62B1B57}" dt="2025-02-05T06:08:33.549" v="2164" actId="165"/>
          <ac:grpSpMkLst>
            <pc:docMk/>
            <pc:sldMk cId="4016547649" sldId="2147483133"/>
            <ac:grpSpMk id="155" creationId="{E593A49B-2706-7F87-E0FE-36C4F40AF5DB}"/>
          </ac:grpSpMkLst>
        </pc:grpChg>
        <pc:grpChg chg="add mod">
          <ac:chgData name="Sato, Masumi" userId="f6599b58-4191-4d25-92b7-554804b0c029" providerId="ADAL" clId="{74A41CDE-FFD4-4844-B13C-7567D62B1B57}" dt="2025-02-05T06:04:36.251" v="2118" actId="1036"/>
          <ac:grpSpMkLst>
            <pc:docMk/>
            <pc:sldMk cId="4016547649" sldId="2147483133"/>
            <ac:grpSpMk id="208" creationId="{4818B53A-DC16-6D4E-933A-1C4DF41E16B9}"/>
          </ac:grpSpMkLst>
        </pc:grpChg>
        <pc:grpChg chg="add mod">
          <ac:chgData name="Sato, Masumi" userId="f6599b58-4191-4d25-92b7-554804b0c029" providerId="ADAL" clId="{74A41CDE-FFD4-4844-B13C-7567D62B1B57}" dt="2025-02-05T06:04:36.251" v="2118" actId="1036"/>
          <ac:grpSpMkLst>
            <pc:docMk/>
            <pc:sldMk cId="4016547649" sldId="2147483133"/>
            <ac:grpSpMk id="211" creationId="{9653D957-16B4-42A1-7C50-F07097FC5CFC}"/>
          </ac:grpSpMkLst>
        </pc:grpChg>
        <pc:grpChg chg="add mod">
          <ac:chgData name="Sato, Masumi" userId="f6599b58-4191-4d25-92b7-554804b0c029" providerId="ADAL" clId="{74A41CDE-FFD4-4844-B13C-7567D62B1B57}" dt="2025-02-05T06:04:42.041" v="2121" actId="553"/>
          <ac:grpSpMkLst>
            <pc:docMk/>
            <pc:sldMk cId="4016547649" sldId="2147483133"/>
            <ac:grpSpMk id="214" creationId="{2878BE4C-1AC7-9BFF-7F20-74ADD4A5A189}"/>
          </ac:grpSpMkLst>
        </pc:grpChg>
        <pc:grpChg chg="add mod">
          <ac:chgData name="Sato, Masumi" userId="f6599b58-4191-4d25-92b7-554804b0c029" providerId="ADAL" clId="{74A41CDE-FFD4-4844-B13C-7567D62B1B57}" dt="2025-02-05T06:05:11.025" v="2128" actId="14100"/>
          <ac:grpSpMkLst>
            <pc:docMk/>
            <pc:sldMk cId="4016547649" sldId="2147483133"/>
            <ac:grpSpMk id="217" creationId="{1AB553B6-2365-0A1D-660E-2F859C992DEE}"/>
          </ac:grpSpMkLst>
        </pc:grpChg>
        <pc:grpChg chg="add mod">
          <ac:chgData name="Sato, Masumi" userId="f6599b58-4191-4d25-92b7-554804b0c029" providerId="ADAL" clId="{74A41CDE-FFD4-4844-B13C-7567D62B1B57}" dt="2025-02-05T06:04:36.251" v="2118" actId="1036"/>
          <ac:grpSpMkLst>
            <pc:docMk/>
            <pc:sldMk cId="4016547649" sldId="2147483133"/>
            <ac:grpSpMk id="220" creationId="{E4CEB620-861E-1F83-E82C-FF56F7EE3E90}"/>
          </ac:grpSpMkLst>
        </pc:grpChg>
        <pc:cxnChg chg="add mod">
          <ac:chgData name="Sato, Masumi" userId="f6599b58-4191-4d25-92b7-554804b0c029" providerId="ADAL" clId="{74A41CDE-FFD4-4844-B13C-7567D62B1B57}" dt="2025-02-05T06:08:46.448" v="2169" actId="465"/>
          <ac:cxnSpMkLst>
            <pc:docMk/>
            <pc:sldMk cId="4016547649" sldId="2147483133"/>
            <ac:cxnSpMk id="60" creationId="{D833659E-3BAC-3F78-07A0-F609F89FDEA1}"/>
          </ac:cxnSpMkLst>
        </pc:cxnChg>
        <pc:cxnChg chg="add mod">
          <ac:chgData name="Sato, Masumi" userId="f6599b58-4191-4d25-92b7-554804b0c029" providerId="ADAL" clId="{74A41CDE-FFD4-4844-B13C-7567D62B1B57}" dt="2025-02-05T06:08:46.448" v="2169" actId="465"/>
          <ac:cxnSpMkLst>
            <pc:docMk/>
            <pc:sldMk cId="4016547649" sldId="2147483133"/>
            <ac:cxnSpMk id="66" creationId="{C8846302-D4A6-23DF-8969-9634AFC375E2}"/>
          </ac:cxnSpMkLst>
        </pc:cxnChg>
        <pc:cxnChg chg="add mod">
          <ac:chgData name="Sato, Masumi" userId="f6599b58-4191-4d25-92b7-554804b0c029" providerId="ADAL" clId="{74A41CDE-FFD4-4844-B13C-7567D62B1B57}" dt="2025-02-05T06:08:46.448" v="2169" actId="465"/>
          <ac:cxnSpMkLst>
            <pc:docMk/>
            <pc:sldMk cId="4016547649" sldId="2147483133"/>
            <ac:cxnSpMk id="116" creationId="{20E1ABE4-8E98-FAFA-D56E-606D6AA51F21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34" creationId="{9289F70C-90E9-54E5-1E07-E4300CB8DE58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57" creationId="{E62C248A-6C29-8B44-7C45-295260415252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59" creationId="{BF72A1C2-4DD0-C180-EDB5-122B7FAD3CE6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62" creationId="{49D9B999-997C-6F65-95C8-A7254A8087D0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65" creationId="{165CE9C5-02F5-FD86-7AFC-67B88A39139A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68" creationId="{4E0E8B01-8232-C393-9E1A-68087BADAAA5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71" creationId="{648CA63F-1863-5FDB-E5D7-97AC11D887D3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74" creationId="{A4966F35-02F2-013B-5B86-A0C3F31F65B8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77" creationId="{0A9590D1-C05C-B74D-98E4-84AA3FADEF45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80" creationId="{EB34F223-8509-B94A-8093-67E025A66255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183" creationId="{027A3230-9E22-F006-F728-47FB6F2DEACA}"/>
          </ac:cxnSpMkLst>
        </pc:cxnChg>
        <pc:cxnChg chg="mod">
          <ac:chgData name="Sato, Masumi" userId="f6599b58-4191-4d25-92b7-554804b0c029" providerId="ADAL" clId="{74A41CDE-FFD4-4844-B13C-7567D62B1B57}" dt="2025-02-05T06:02:31.259" v="1983"/>
          <ac:cxnSpMkLst>
            <pc:docMk/>
            <pc:sldMk cId="4016547649" sldId="2147483133"/>
            <ac:cxnSpMk id="210" creationId="{65649B94-DF89-DCFA-6C46-B3344A4B14EB}"/>
          </ac:cxnSpMkLst>
        </pc:cxnChg>
        <pc:cxnChg chg="mod">
          <ac:chgData name="Sato, Masumi" userId="f6599b58-4191-4d25-92b7-554804b0c029" providerId="ADAL" clId="{74A41CDE-FFD4-4844-B13C-7567D62B1B57}" dt="2025-02-05T06:02:54.404" v="2000"/>
          <ac:cxnSpMkLst>
            <pc:docMk/>
            <pc:sldMk cId="4016547649" sldId="2147483133"/>
            <ac:cxnSpMk id="213" creationId="{71D99DE7-4CD7-87F7-9F77-28CC4E29E92B}"/>
          </ac:cxnSpMkLst>
        </pc:cxnChg>
        <pc:cxnChg chg="mod">
          <ac:chgData name="Sato, Masumi" userId="f6599b58-4191-4d25-92b7-554804b0c029" providerId="ADAL" clId="{74A41CDE-FFD4-4844-B13C-7567D62B1B57}" dt="2025-02-05T06:04:40.993" v="2120"/>
          <ac:cxnSpMkLst>
            <pc:docMk/>
            <pc:sldMk cId="4016547649" sldId="2147483133"/>
            <ac:cxnSpMk id="216" creationId="{6D42CE99-FC92-6D36-9F02-8D3695B233B3}"/>
          </ac:cxnSpMkLst>
        </pc:cxnChg>
        <pc:cxnChg chg="mod">
          <ac:chgData name="Sato, Masumi" userId="f6599b58-4191-4d25-92b7-554804b0c029" providerId="ADAL" clId="{74A41CDE-FFD4-4844-B13C-7567D62B1B57}" dt="2025-02-05T06:04:00.834" v="2054"/>
          <ac:cxnSpMkLst>
            <pc:docMk/>
            <pc:sldMk cId="4016547649" sldId="2147483133"/>
            <ac:cxnSpMk id="219" creationId="{1E530F37-CCD1-BAB2-65BE-93EAC037E2B0}"/>
          </ac:cxnSpMkLst>
        </pc:cxnChg>
        <pc:cxnChg chg="mod">
          <ac:chgData name="Sato, Masumi" userId="f6599b58-4191-4d25-92b7-554804b0c029" providerId="ADAL" clId="{74A41CDE-FFD4-4844-B13C-7567D62B1B57}" dt="2025-02-05T06:04:26.449" v="2105"/>
          <ac:cxnSpMkLst>
            <pc:docMk/>
            <pc:sldMk cId="4016547649" sldId="2147483133"/>
            <ac:cxnSpMk id="222" creationId="{E7234027-9018-0976-A7B4-F1A7FAE94541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224" creationId="{D5168660-6811-34D8-B0B2-FC9FEEF34C30}"/>
          </ac:cxnSpMkLst>
        </pc:cxnChg>
        <pc:cxnChg chg="add mod topLvl">
          <ac:chgData name="Sato, Masumi" userId="f6599b58-4191-4d25-92b7-554804b0c029" providerId="ADAL" clId="{74A41CDE-FFD4-4844-B13C-7567D62B1B57}" dt="2025-02-05T06:08:33.549" v="2164" actId="165"/>
          <ac:cxnSpMkLst>
            <pc:docMk/>
            <pc:sldMk cId="4016547649" sldId="2147483133"/>
            <ac:cxnSpMk id="226" creationId="{D71AD71A-28AE-508E-7AE9-59C09230DF08}"/>
          </ac:cxnSpMkLst>
        </pc:cxnChg>
      </pc:sldChg>
      <pc:sldMasterChg chg="delSldLayout">
        <pc:chgData name="Sato, Masumi" userId="f6599b58-4191-4d25-92b7-554804b0c029" providerId="ADAL" clId="{74A41CDE-FFD4-4844-B13C-7567D62B1B57}" dt="2025-02-05T03:14:30.839" v="0" actId="47"/>
        <pc:sldMasterMkLst>
          <pc:docMk/>
          <pc:sldMasterMk cId="2601765321" sldId="2147483660"/>
        </pc:sldMasterMkLst>
        <pc:sldLayoutChg chg="del">
          <pc:chgData name="Sato, Masumi" userId="f6599b58-4191-4d25-92b7-554804b0c029" providerId="ADAL" clId="{74A41CDE-FFD4-4844-B13C-7567D62B1B57}" dt="2025-02-05T03:14:30.839" v="0" actId="47"/>
          <pc:sldLayoutMkLst>
            <pc:docMk/>
            <pc:sldMasterMk cId="2601765321" sldId="2147483660"/>
            <pc:sldLayoutMk cId="3700151052" sldId="2147484154"/>
          </pc:sldLayoutMkLst>
        </pc:sldLayoutChg>
      </pc:sldMasterChg>
    </pc:docChg>
  </pc:docChgLst>
  <pc:docChgLst>
    <pc:chgData name="Mizumoto, Chie" userId="0b752a7f-d134-4802-9546-b206b4a3e002" providerId="ADAL" clId="{3F089CDA-AB1E-4519-AD3E-F437F85A6B9E}"/>
    <pc:docChg chg="delSld delSection modSection">
      <pc:chgData name="Mizumoto, Chie" userId="0b752a7f-d134-4802-9546-b206b4a3e002" providerId="ADAL" clId="{3F089CDA-AB1E-4519-AD3E-F437F85A6B9E}" dt="2025-02-14T03:27:20.804" v="10" actId="17851"/>
      <pc:docMkLst>
        <pc:docMk/>
      </pc:docMkLst>
      <pc:sldChg chg="del">
        <pc:chgData name="Mizumoto, Chie" userId="0b752a7f-d134-4802-9546-b206b4a3e002" providerId="ADAL" clId="{3F089CDA-AB1E-4519-AD3E-F437F85A6B9E}" dt="2025-02-14T03:27:11.874" v="1" actId="47"/>
        <pc:sldMkLst>
          <pc:docMk/>
          <pc:sldMk cId="2191154142" sldId="2147482008"/>
        </pc:sldMkLst>
      </pc:sldChg>
      <pc:sldChg chg="del">
        <pc:chgData name="Mizumoto, Chie" userId="0b752a7f-d134-4802-9546-b206b4a3e002" providerId="ADAL" clId="{3F089CDA-AB1E-4519-AD3E-F437F85A6B9E}" dt="2025-02-14T03:27:12.451" v="2" actId="47"/>
        <pc:sldMkLst>
          <pc:docMk/>
          <pc:sldMk cId="1485541463" sldId="2147482022"/>
        </pc:sldMkLst>
      </pc:sldChg>
      <pc:sldChg chg="del">
        <pc:chgData name="Mizumoto, Chie" userId="0b752a7f-d134-4802-9546-b206b4a3e002" providerId="ADAL" clId="{3F089CDA-AB1E-4519-AD3E-F437F85A6B9E}" dt="2025-02-14T03:27:10.624" v="0" actId="47"/>
        <pc:sldMkLst>
          <pc:docMk/>
          <pc:sldMk cId="2245307467" sldId="2147482023"/>
        </pc:sldMkLst>
      </pc:sldChg>
      <pc:sldChg chg="del">
        <pc:chgData name="Mizumoto, Chie" userId="0b752a7f-d134-4802-9546-b206b4a3e002" providerId="ADAL" clId="{3F089CDA-AB1E-4519-AD3E-F437F85A6B9E}" dt="2025-02-14T03:27:12.920" v="3" actId="47"/>
        <pc:sldMkLst>
          <pc:docMk/>
          <pc:sldMk cId="4035485335" sldId="2147482027"/>
        </pc:sldMkLst>
      </pc:sldChg>
      <pc:sldChg chg="del">
        <pc:chgData name="Mizumoto, Chie" userId="0b752a7f-d134-4802-9546-b206b4a3e002" providerId="ADAL" clId="{3F089CDA-AB1E-4519-AD3E-F437F85A6B9E}" dt="2025-02-14T03:27:16.192" v="9" actId="47"/>
        <pc:sldMkLst>
          <pc:docMk/>
          <pc:sldMk cId="2164586960" sldId="2147483102"/>
        </pc:sldMkLst>
      </pc:sldChg>
      <pc:sldChg chg="del">
        <pc:chgData name="Mizumoto, Chie" userId="0b752a7f-d134-4802-9546-b206b4a3e002" providerId="ADAL" clId="{3F089CDA-AB1E-4519-AD3E-F437F85A6B9E}" dt="2025-02-14T03:27:13.260" v="4" actId="47"/>
        <pc:sldMkLst>
          <pc:docMk/>
          <pc:sldMk cId="134373115" sldId="2147483108"/>
        </pc:sldMkLst>
      </pc:sldChg>
      <pc:sldChg chg="del">
        <pc:chgData name="Mizumoto, Chie" userId="0b752a7f-d134-4802-9546-b206b4a3e002" providerId="ADAL" clId="{3F089CDA-AB1E-4519-AD3E-F437F85A6B9E}" dt="2025-02-14T03:27:13.566" v="5" actId="47"/>
        <pc:sldMkLst>
          <pc:docMk/>
          <pc:sldMk cId="2523502738" sldId="2147483109"/>
        </pc:sldMkLst>
      </pc:sldChg>
      <pc:sldChg chg="del">
        <pc:chgData name="Mizumoto, Chie" userId="0b752a7f-d134-4802-9546-b206b4a3e002" providerId="ADAL" clId="{3F089CDA-AB1E-4519-AD3E-F437F85A6B9E}" dt="2025-02-14T03:27:13.806" v="6" actId="47"/>
        <pc:sldMkLst>
          <pc:docMk/>
          <pc:sldMk cId="3687827631" sldId="2147483121"/>
        </pc:sldMkLst>
      </pc:sldChg>
      <pc:sldChg chg="del">
        <pc:chgData name="Mizumoto, Chie" userId="0b752a7f-d134-4802-9546-b206b4a3e002" providerId="ADAL" clId="{3F089CDA-AB1E-4519-AD3E-F437F85A6B9E}" dt="2025-02-14T03:27:15.020" v="8" actId="47"/>
        <pc:sldMkLst>
          <pc:docMk/>
          <pc:sldMk cId="3813073859" sldId="2147483131"/>
        </pc:sldMkLst>
      </pc:sldChg>
      <pc:sldChg chg="del">
        <pc:chgData name="Mizumoto, Chie" userId="0b752a7f-d134-4802-9546-b206b4a3e002" providerId="ADAL" clId="{3F089CDA-AB1E-4519-AD3E-F437F85A6B9E}" dt="2025-02-14T03:27:14.026" v="7" actId="47"/>
        <pc:sldMkLst>
          <pc:docMk/>
          <pc:sldMk cId="3415657694" sldId="2147483132"/>
        </pc:sldMkLst>
      </pc:sldChg>
      <pc:sldMasterChg chg="delSldLayout">
        <pc:chgData name="Mizumoto, Chie" userId="0b752a7f-d134-4802-9546-b206b4a3e002" providerId="ADAL" clId="{3F089CDA-AB1E-4519-AD3E-F437F85A6B9E}" dt="2025-02-14T03:27:13.806" v="6" actId="47"/>
        <pc:sldMasterMkLst>
          <pc:docMk/>
          <pc:sldMasterMk cId="2601765321" sldId="2147483660"/>
        </pc:sldMasterMkLst>
        <pc:sldLayoutChg chg="del">
          <pc:chgData name="Mizumoto, Chie" userId="0b752a7f-d134-4802-9546-b206b4a3e002" providerId="ADAL" clId="{3F089CDA-AB1E-4519-AD3E-F437F85A6B9E}" dt="2025-02-14T03:27:13.806" v="6" actId="47"/>
          <pc:sldLayoutMkLst>
            <pc:docMk/>
            <pc:sldMasterMk cId="2601765321" sldId="2147483660"/>
            <pc:sldLayoutMk cId="3890883416" sldId="2147484155"/>
          </pc:sldLayoutMkLst>
        </pc:sldLayoutChg>
      </pc:sldMasterChg>
    </pc:docChg>
  </pc:docChgLst>
  <pc:docChgLst>
    <pc:chgData name="Mizumoto, Chie" userId="0b752a7f-d134-4802-9546-b206b4a3e002" providerId="ADAL" clId="{D88D70FE-2960-469E-9747-6691BC9B7DB1}"/>
    <pc:docChg chg="delSld modSection">
      <pc:chgData name="Mizumoto, Chie" userId="0b752a7f-d134-4802-9546-b206b4a3e002" providerId="ADAL" clId="{D88D70FE-2960-469E-9747-6691BC9B7DB1}" dt="2025-01-16T09:29:52.377" v="0" actId="2696"/>
      <pc:docMkLst>
        <pc:docMk/>
      </pc:docMkLst>
      <pc:sldChg chg="del">
        <pc:chgData name="Mizumoto, Chie" userId="0b752a7f-d134-4802-9546-b206b4a3e002" providerId="ADAL" clId="{D88D70FE-2960-469E-9747-6691BC9B7DB1}" dt="2025-01-16T09:29:52.377" v="0" actId="2696"/>
        <pc:sldMkLst>
          <pc:docMk/>
          <pc:sldMk cId="3563773802" sldId="214748202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1853430-49E0-448A-AEFC-93427955D3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7" cy="498693"/>
          </a:xfrm>
          <a:prstGeom prst="rect">
            <a:avLst/>
          </a:prstGeom>
        </p:spPr>
        <p:txBody>
          <a:bodyPr vert="horz" lIns="91423" tIns="45712" rIns="91423" bIns="4571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38B3A4-B4D4-4DB7-AD3B-AAD1E3C9F3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40" y="1"/>
            <a:ext cx="2949787" cy="498693"/>
          </a:xfrm>
          <a:prstGeom prst="rect">
            <a:avLst/>
          </a:prstGeom>
        </p:spPr>
        <p:txBody>
          <a:bodyPr vert="horz" lIns="91423" tIns="45712" rIns="91423" bIns="45712" rtlCol="0"/>
          <a:lstStyle>
            <a:lvl1pPr algn="r">
              <a:defRPr sz="1200"/>
            </a:lvl1pPr>
          </a:lstStyle>
          <a:p>
            <a:fld id="{3E47EE0B-E667-47F4-A4E8-FF23BF18389C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4F3FCE1-8295-4C0B-82EF-3D0770B510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7" cy="498692"/>
          </a:xfrm>
          <a:prstGeom prst="rect">
            <a:avLst/>
          </a:prstGeom>
        </p:spPr>
        <p:txBody>
          <a:bodyPr vert="horz" lIns="91423" tIns="45712" rIns="91423" bIns="4571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C9A815D-B482-4D32-8F7D-18F53E7B2B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40" y="9440647"/>
            <a:ext cx="2949787" cy="498692"/>
          </a:xfrm>
          <a:prstGeom prst="rect">
            <a:avLst/>
          </a:prstGeom>
        </p:spPr>
        <p:txBody>
          <a:bodyPr vert="horz" lIns="91423" tIns="45712" rIns="91423" bIns="45712" rtlCol="0" anchor="b"/>
          <a:lstStyle>
            <a:lvl1pPr algn="r">
              <a:defRPr sz="1200"/>
            </a:lvl1pPr>
          </a:lstStyle>
          <a:p>
            <a:fld id="{4F43EA41-C4BB-4AF6-AE2B-5230A523BD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656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7" cy="498693"/>
          </a:xfrm>
          <a:prstGeom prst="rect">
            <a:avLst/>
          </a:prstGeom>
        </p:spPr>
        <p:txBody>
          <a:bodyPr vert="horz" lIns="91423" tIns="45712" rIns="91423" bIns="45712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40" y="1"/>
            <a:ext cx="2949787" cy="498693"/>
          </a:xfrm>
          <a:prstGeom prst="rect">
            <a:avLst/>
          </a:prstGeom>
        </p:spPr>
        <p:txBody>
          <a:bodyPr vert="horz" lIns="91423" tIns="45712" rIns="91423" bIns="45712" rtlCol="0"/>
          <a:lstStyle>
            <a:lvl1pPr algn="r">
              <a:defRPr sz="1200"/>
            </a:lvl1pPr>
          </a:lstStyle>
          <a:p>
            <a:fld id="{40E384D6-61EA-4B41-A492-6B0E87827C61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3" tIns="45712" rIns="91423" bIns="45712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23" tIns="45712" rIns="91423" bIns="45712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7" cy="498692"/>
          </a:xfrm>
          <a:prstGeom prst="rect">
            <a:avLst/>
          </a:prstGeom>
        </p:spPr>
        <p:txBody>
          <a:bodyPr vert="horz" lIns="91423" tIns="45712" rIns="91423" bIns="45712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40" y="9440647"/>
            <a:ext cx="2949787" cy="498692"/>
          </a:xfrm>
          <a:prstGeom prst="rect">
            <a:avLst/>
          </a:prstGeom>
        </p:spPr>
        <p:txBody>
          <a:bodyPr vert="horz" lIns="91423" tIns="45712" rIns="91423" bIns="45712" rtlCol="0" anchor="b"/>
          <a:lstStyle>
            <a:lvl1pPr algn="r">
              <a:defRPr sz="1200"/>
            </a:lvl1pPr>
          </a:lstStyle>
          <a:p>
            <a:fld id="{4E14A070-F569-463D-A4CC-31A1DBB261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27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4833109"/>
              </p:ext>
            </p:extLst>
          </p:nvPr>
        </p:nvGraphicFramePr>
        <p:xfrm>
          <a:off x="1590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>
            <a:extLst>
              <a:ext uri="{FF2B5EF4-FFF2-40B4-BE49-F238E27FC236}">
                <a16:creationId xmlns:a16="http://schemas.microsoft.com/office/drawing/2014/main" id="{CA469BE0-C4DD-4A81-90A8-F38AF1A7F083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778888">
              <a:lumMod val="20000"/>
              <a:lumOff val="80000"/>
            </a:srgb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600" b="1" i="0" kern="0" baseline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idx="12"/>
          </p:nvPr>
        </p:nvSpPr>
        <p:spPr>
          <a:xfrm>
            <a:off x="488504" y="973824"/>
            <a:ext cx="8928000" cy="6694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defTabSz="990546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  <a:lvl2pPr marL="644525" indent="-285750">
              <a:buFont typeface="Wingdings" panose="05000000000000000000" pitchFamily="2" charset="2"/>
              <a:buChar char="p"/>
              <a:def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2pPr>
            <a:lvl3pPr marL="1004888" indent="-285750">
              <a:buFont typeface="Arial" panose="020B0604020202020204" pitchFamily="34" charset="0"/>
              <a:buChar char="•"/>
              <a:def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3pPr>
            <a:lvl4pPr marL="1363662" indent="-285750">
              <a:buFont typeface="Meiryo UI" panose="020B0604030504040204" pitchFamily="50" charset="-128"/>
              <a:buChar char="–"/>
              <a:def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4pPr>
            <a:lvl5pPr marL="1436687" indent="0">
              <a:buNone/>
              <a:def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sz="1600"/>
              <a:t>マスター テキストの書式設定</a:t>
            </a:r>
          </a:p>
        </p:txBody>
      </p:sp>
      <p:sp>
        <p:nvSpPr>
          <p:cNvPr id="22" name="テキスト プレースホルダー 21"/>
          <p:cNvSpPr>
            <a:spLocks noGrp="1"/>
          </p:cNvSpPr>
          <p:nvPr userDrawn="1">
            <p:ph type="body" sz="quarter" idx="13"/>
          </p:nvPr>
        </p:nvSpPr>
        <p:spPr>
          <a:xfrm>
            <a:off x="488504" y="179588"/>
            <a:ext cx="3600000" cy="37331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ja-JP" altLang="en-US" b="1" dirty="0"/>
            </a:lvl1pPr>
          </a:lstStyle>
          <a:p>
            <a:pPr lvl="0">
              <a:spcBef>
                <a:spcPts val="325"/>
              </a:spcBef>
            </a:pPr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7C929D-1B27-411A-B169-9CD824DB33C9}"/>
              </a:ext>
            </a:extLst>
          </p:cNvPr>
          <p:cNvSpPr txBox="1"/>
          <p:nvPr userDrawn="1"/>
        </p:nvSpPr>
        <p:spPr>
          <a:xfrm>
            <a:off x="9562037" y="6623714"/>
            <a:ext cx="287507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fld id="{989496C2-B50A-F244-A0A1-E3849033C8B1}" type="slidenum">
              <a:rPr lang="en-GB" altLang="ja-JP" sz="10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rPr>
              <a:pPr algn="ctr"/>
              <a:t>‹#›</a:t>
            </a:fld>
            <a:endParaRPr kumimoji="1" lang="ja-JP" altLang="en-US" sz="1000" i="1">
              <a:latin typeface="Meiryo UI" panose="020B0604030504040204" pitchFamily="50" charset="-128"/>
              <a:ea typeface="Meiryo UI" panose="020B0604030504040204" pitchFamily="50" charset="-128"/>
              <a:sym typeface="Meiryo UI" panose="020B0604030504040204" pitchFamily="50" charset="-128"/>
            </a:endParaRPr>
          </a:p>
        </p:txBody>
      </p:sp>
      <p:sp>
        <p:nvSpPr>
          <p:cNvPr id="19" name="Rectangle 67">
            <a:extLst>
              <a:ext uri="{FF2B5EF4-FFF2-40B4-BE49-F238E27FC236}">
                <a16:creationId xmlns:a16="http://schemas.microsoft.com/office/drawing/2014/main" id="{05A93146-D08E-40E3-B7E3-11F6DA76B4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456" y="6596842"/>
            <a:ext cx="4665060" cy="2165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680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anose="020B0600070205080204" pitchFamily="50" charset="-128"/>
              </a:rPr>
              <a:t>Proprietary and Highly Confidential to Accenture.</a:t>
            </a:r>
            <a:r>
              <a:rPr kumimoji="0" lang="en-US" altLang="ja-JP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游明朝" panose="02020400000000000000" pitchFamily="18" charset="-128"/>
              </a:rPr>
              <a:t>   ©</a:t>
            </a:r>
            <a:r>
              <a:rPr kumimoji="0" lang="en-US" altLang="ja-JP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ＭＳ Ｐゴシック" panose="020B0600070205080204" pitchFamily="50" charset="-128"/>
              </a:rPr>
              <a:t> 2025 Accenture All Rights Reserved</a:t>
            </a:r>
            <a:endParaRPr kumimoji="0" lang="en-US" altLang="ja-JP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6ACCA4-A30F-486A-A765-4A321E7E23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8950" y="574157"/>
            <a:ext cx="8928100" cy="36776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noAutofit/>
          </a:bodyPr>
          <a:lstStyle>
            <a:lvl1pPr>
              <a:defRPr lang="ja-JP" altLang="en-US" sz="2000" b="1" smtClean="0"/>
            </a:lvl1pPr>
            <a:lvl2pPr>
              <a:defRPr lang="ja-JP" altLang="en-US" sz="1846" b="1" smtClean="0">
                <a:latin typeface="Arial" charset="0"/>
                <a:ea typeface="ＭＳ Ｐゴシック" pitchFamily="50" charset="-128"/>
              </a:defRPr>
            </a:lvl2pPr>
            <a:lvl3pPr>
              <a:defRPr lang="ja-JP" altLang="en-US" sz="1846" b="1" smtClean="0">
                <a:latin typeface="Arial" charset="0"/>
                <a:ea typeface="ＭＳ Ｐゴシック" pitchFamily="50" charset="-128"/>
              </a:defRPr>
            </a:lvl3pPr>
            <a:lvl4pPr>
              <a:defRPr lang="ja-JP" altLang="en-US" sz="1846" b="1" smtClean="0">
                <a:latin typeface="Arial" charset="0"/>
                <a:ea typeface="ＭＳ Ｐゴシック" pitchFamily="50" charset="-128"/>
              </a:defRPr>
            </a:lvl4pPr>
            <a:lvl5pPr>
              <a:defRPr lang="ja-JP" altLang="en-US" sz="1846" b="1">
                <a:latin typeface="Arial" charset="0"/>
                <a:ea typeface="ＭＳ Ｐゴシック" pitchFamily="50" charset="-128"/>
              </a:defRPr>
            </a:lvl5pPr>
          </a:lstStyle>
          <a:p>
            <a:pPr marL="0" marR="0" lvl="0" indent="0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80185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10AF4CF-9C7B-4484-B030-281FD1FC25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32276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95" imgH="396" progId="TCLayout.ActiveDocument.1">
                  <p:embed/>
                </p:oleObj>
              </mc:Choice>
              <mc:Fallback>
                <p:oleObj name="think-cell スライド" r:id="rId4" imgW="395" imgH="39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10AF4CF-9C7B-4484-B030-281FD1FC25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Object 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89" y="1590"/>
            <a:ext cx="1587" cy="1587"/>
          </a:xfrm>
          <a:prstGeom prst="rect">
            <a:avLst/>
          </a:prstGeom>
          <a:noFill/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565" y="293984"/>
            <a:ext cx="9540874" cy="38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ja-JP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182564" y="714150"/>
            <a:ext cx="9540876" cy="31892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vert="horz" wrap="square" lIns="90488" tIns="36000" rIns="90488" bIns="360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A9FDD4-159A-128D-6028-000A104A585C}"/>
              </a:ext>
            </a:extLst>
          </p:cNvPr>
          <p:cNvSpPr/>
          <p:nvPr userDrawn="1"/>
        </p:nvSpPr>
        <p:spPr bwMode="auto">
          <a:xfrm>
            <a:off x="-1545738" y="4736663"/>
            <a:ext cx="576000" cy="5760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60547AB-B54A-A235-4841-7EE093E9F37C}"/>
              </a:ext>
            </a:extLst>
          </p:cNvPr>
          <p:cNvSpPr/>
          <p:nvPr userDrawn="1"/>
        </p:nvSpPr>
        <p:spPr bwMode="auto">
          <a:xfrm>
            <a:off x="-1545738" y="4021761"/>
            <a:ext cx="576000" cy="576000"/>
          </a:xfrm>
          <a:prstGeom prst="rect">
            <a:avLst/>
          </a:prstGeom>
          <a:solidFill>
            <a:srgbClr val="7900B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18E9EFC-B8D1-46F3-E5A8-F22056EC45C5}"/>
              </a:ext>
            </a:extLst>
          </p:cNvPr>
          <p:cNvSpPr/>
          <p:nvPr userDrawn="1"/>
        </p:nvSpPr>
        <p:spPr bwMode="auto">
          <a:xfrm>
            <a:off x="-1545738" y="5451565"/>
            <a:ext cx="576000" cy="57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27E5DD0-79CC-E689-F0D3-8E2EF4E71059}"/>
              </a:ext>
            </a:extLst>
          </p:cNvPr>
          <p:cNvSpPr/>
          <p:nvPr userDrawn="1"/>
        </p:nvSpPr>
        <p:spPr bwMode="auto">
          <a:xfrm>
            <a:off x="-800538" y="5033918"/>
            <a:ext cx="576000" cy="417647"/>
          </a:xfrm>
          <a:prstGeom prst="rect">
            <a:avLst/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C194293-A7FD-27F9-2E94-14AE149FA4A5}"/>
              </a:ext>
            </a:extLst>
          </p:cNvPr>
          <p:cNvSpPr/>
          <p:nvPr userDrawn="1"/>
        </p:nvSpPr>
        <p:spPr bwMode="auto">
          <a:xfrm>
            <a:off x="-800538" y="4457919"/>
            <a:ext cx="576000" cy="417647"/>
          </a:xfrm>
          <a:prstGeom prst="rect">
            <a:avLst/>
          </a:prstGeom>
          <a:solidFill>
            <a:srgbClr val="00206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1C7DA95-184F-227D-ADE9-46A92B0B67A6}"/>
              </a:ext>
            </a:extLst>
          </p:cNvPr>
          <p:cNvSpPr/>
          <p:nvPr userDrawn="1"/>
        </p:nvSpPr>
        <p:spPr bwMode="auto">
          <a:xfrm>
            <a:off x="-800538" y="5609917"/>
            <a:ext cx="576000" cy="417647"/>
          </a:xfrm>
          <a:prstGeom prst="rect">
            <a:avLst/>
          </a:prstGeom>
          <a:solidFill>
            <a:srgbClr val="C4DB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C4F4C8D-20EF-3EAA-F592-BB21E74F08AB}"/>
              </a:ext>
            </a:extLst>
          </p:cNvPr>
          <p:cNvSpPr/>
          <p:nvPr userDrawn="1"/>
        </p:nvSpPr>
        <p:spPr bwMode="auto">
          <a:xfrm>
            <a:off x="-1545738" y="2591957"/>
            <a:ext cx="576000" cy="57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3793E3A-CCD2-213C-426E-DD1646B3F7CD}"/>
              </a:ext>
            </a:extLst>
          </p:cNvPr>
          <p:cNvSpPr/>
          <p:nvPr userDrawn="1"/>
        </p:nvSpPr>
        <p:spPr bwMode="auto">
          <a:xfrm>
            <a:off x="-1545738" y="1877055"/>
            <a:ext cx="576000" cy="576000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2A37E95-470E-0EB0-468C-9DB5F86264CA}"/>
              </a:ext>
            </a:extLst>
          </p:cNvPr>
          <p:cNvSpPr/>
          <p:nvPr userDrawn="1"/>
        </p:nvSpPr>
        <p:spPr bwMode="auto">
          <a:xfrm>
            <a:off x="-1545738" y="3306859"/>
            <a:ext cx="576000" cy="57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691F453-0BA9-2E79-EE8B-D677FC9D2ACE}"/>
              </a:ext>
            </a:extLst>
          </p:cNvPr>
          <p:cNvSpPr/>
          <p:nvPr userDrawn="1"/>
        </p:nvSpPr>
        <p:spPr bwMode="auto">
          <a:xfrm>
            <a:off x="-800538" y="3306859"/>
            <a:ext cx="576000" cy="576000"/>
          </a:xfrm>
          <a:prstGeom prst="rect">
            <a:avLst/>
          </a:prstGeom>
          <a:solidFill>
            <a:srgbClr val="FFC7C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1A0F289-51DE-5DF2-B8A8-E7FC88BA44FE}"/>
              </a:ext>
            </a:extLst>
          </p:cNvPr>
          <p:cNvSpPr/>
          <p:nvPr userDrawn="1"/>
        </p:nvSpPr>
        <p:spPr bwMode="auto">
          <a:xfrm>
            <a:off x="-800538" y="1877055"/>
            <a:ext cx="576000" cy="576000"/>
          </a:xfrm>
          <a:prstGeom prst="rect">
            <a:avLst/>
          </a:prstGeom>
          <a:solidFill>
            <a:srgbClr val="AD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F98424A-BC46-08BC-B920-BE882F96D1FF}"/>
              </a:ext>
            </a:extLst>
          </p:cNvPr>
          <p:cNvSpPr/>
          <p:nvPr userDrawn="1"/>
        </p:nvSpPr>
        <p:spPr bwMode="auto">
          <a:xfrm>
            <a:off x="-800538" y="2591957"/>
            <a:ext cx="576000" cy="576000"/>
          </a:xfrm>
          <a:prstGeom prst="rect">
            <a:avLst/>
          </a:prstGeom>
          <a:solidFill>
            <a:srgbClr val="FF2E4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3779893-6F79-24C6-A1BF-8899F23FD9A4}"/>
              </a:ext>
            </a:extLst>
          </p:cNvPr>
          <p:cNvSpPr txBox="1"/>
          <p:nvPr userDrawn="1"/>
        </p:nvSpPr>
        <p:spPr>
          <a:xfrm>
            <a:off x="-1545738" y="1424457"/>
            <a:ext cx="576000" cy="31369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基本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0775149-174A-FB69-1413-323EC53DBB5B}"/>
              </a:ext>
            </a:extLst>
          </p:cNvPr>
          <p:cNvSpPr txBox="1"/>
          <p:nvPr userDrawn="1"/>
        </p:nvSpPr>
        <p:spPr>
          <a:xfrm>
            <a:off x="-861018" y="1424457"/>
            <a:ext cx="696960" cy="31369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アクセント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65ACE43-4891-63DC-7A1B-11642E046A11}"/>
              </a:ext>
            </a:extLst>
          </p:cNvPr>
          <p:cNvSpPr txBox="1"/>
          <p:nvPr userDrawn="1"/>
        </p:nvSpPr>
        <p:spPr>
          <a:xfrm>
            <a:off x="-861018" y="4019274"/>
            <a:ext cx="696960" cy="313696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アクセント</a:t>
            </a:r>
            <a:br>
              <a:rPr kumimoji="1" lang="en-US" altLang="ja-JP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en-US" altLang="ja-JP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サブ</a:t>
            </a:r>
            <a:r>
              <a:rPr kumimoji="1" lang="en-US" altLang="ja-JP" sz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176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 b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22039"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844078"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266117"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688155" algn="l" rtl="0" eaLnBrk="1" fontAlgn="base" hangingPunct="1">
        <a:spcBef>
          <a:spcPct val="0"/>
        </a:spcBef>
        <a:spcAft>
          <a:spcPct val="0"/>
        </a:spcAft>
        <a:defRPr kumimoji="1" sz="1846" b="1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16529" indent="-316529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6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31945" indent="-263775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2pPr>
      <a:lvl3pPr marL="836751" indent="-155334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3pPr>
      <a:lvl4pPr marL="1211897" indent="-209555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4pPr>
      <a:lvl5pPr marL="1531357" indent="-153869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5pPr>
      <a:lvl6pPr marL="1953396" indent="-153869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6pPr>
      <a:lvl7pPr marL="2375434" indent="-153869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7pPr>
      <a:lvl8pPr marL="2797474" indent="-153869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8pPr>
      <a:lvl9pPr marL="3219512" indent="-153869" algn="l" rtl="0" eaLnBrk="1" fontAlgn="base" hangingPunct="1">
        <a:spcBef>
          <a:spcPct val="20000"/>
        </a:spcBef>
        <a:spcAft>
          <a:spcPct val="0"/>
        </a:spcAft>
        <a:buClr>
          <a:srgbClr val="666666"/>
        </a:buClr>
        <a:buSzPct val="90000"/>
        <a:buFont typeface="Times" pitchFamily="18" charset="0"/>
        <a:defRPr kumimoji="1" sz="147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39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78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17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55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95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33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72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11" algn="l" defTabSz="844078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2486230-37A5-BBE0-54A9-D665957964F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88504" y="973824"/>
            <a:ext cx="8928000" cy="669414"/>
          </a:xfrm>
        </p:spPr>
        <p:txBody>
          <a:bodyPr/>
          <a:lstStyle/>
          <a:p>
            <a:r>
              <a:rPr lang="ja-JP" altLang="en-US"/>
              <a:t>市場管理部は外国証券の周辺業務を担うインフラ的な存在</a:t>
            </a:r>
            <a:br>
              <a:rPr lang="en-US" altLang="ja-JP"/>
            </a:br>
            <a:r>
              <a:rPr kumimoji="1" lang="ja-JP" altLang="en-US"/>
              <a:t>織改編を経て、</a:t>
            </a:r>
            <a:r>
              <a:rPr kumimoji="1" lang="en-US" altLang="ja-JP"/>
              <a:t>2021</a:t>
            </a:r>
            <a:r>
              <a:rPr kumimoji="1" lang="ja-JP" altLang="en-US"/>
              <a:t>年</a:t>
            </a:r>
            <a:r>
              <a:rPr kumimoji="1" lang="en-US" altLang="ja-JP"/>
              <a:t>12</a:t>
            </a:r>
            <a:r>
              <a:rPr kumimoji="1" lang="ja-JP" altLang="en-US"/>
              <a:t>月より現在の組織体系となっているが、現時点で</a:t>
            </a:r>
            <a:r>
              <a:rPr kumimoji="1" lang="en-US" altLang="ja-JP"/>
              <a:t>4</a:t>
            </a:r>
            <a:r>
              <a:rPr kumimoji="1" lang="ja-JP" altLang="en-US"/>
              <a:t>年連続部長変更、事務事故発生後の事後対応に対する他部署からの指摘等、課題が多い状況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02D2AF-8583-5C12-39E3-8E42DC3CB8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/>
              <a:t>1. </a:t>
            </a:r>
            <a:r>
              <a:rPr kumimoji="1" lang="ja-JP" altLang="en-US"/>
              <a:t>はじめに～背景・目的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301261-0ADF-48EC-DE5B-EFF5250F00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市場管理部概要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03A42E1-6172-1F8B-D7E4-32D2D0323B45}"/>
              </a:ext>
            </a:extLst>
          </p:cNvPr>
          <p:cNvSpPr/>
          <p:nvPr/>
        </p:nvSpPr>
        <p:spPr bwMode="auto">
          <a:xfrm>
            <a:off x="488504" y="3597120"/>
            <a:ext cx="1336940" cy="30068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部長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5CE4B27-E8EB-0AC7-E00E-2B71A60B4392}"/>
              </a:ext>
            </a:extLst>
          </p:cNvPr>
          <p:cNvSpPr/>
          <p:nvPr/>
        </p:nvSpPr>
        <p:spPr bwMode="auto">
          <a:xfrm>
            <a:off x="488504" y="4464189"/>
            <a:ext cx="1336940" cy="30068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統括マネージャー</a:t>
            </a: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D833659E-3BAC-3F78-07A0-F609F89FDEA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 bwMode="auto">
          <a:xfrm>
            <a:off x="1156974" y="3897803"/>
            <a:ext cx="0" cy="566386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C8846302-D4A6-23DF-8969-9634AFC375E2}"/>
              </a:ext>
            </a:extLst>
          </p:cNvPr>
          <p:cNvCxnSpPr>
            <a:cxnSpLocks/>
            <a:stCxn id="8" idx="3"/>
            <a:endCxn id="24" idx="1"/>
          </p:cNvCxnSpPr>
          <p:nvPr/>
        </p:nvCxnSpPr>
        <p:spPr bwMode="auto">
          <a:xfrm>
            <a:off x="1825444" y="4614531"/>
            <a:ext cx="223872" cy="182051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20E1ABE4-8E98-FAFA-D56E-606D6AA51F2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 flipV="1">
            <a:off x="1825444" y="2794014"/>
            <a:ext cx="223872" cy="182051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208" name="グループ化 207">
            <a:extLst>
              <a:ext uri="{FF2B5EF4-FFF2-40B4-BE49-F238E27FC236}">
                <a16:creationId xmlns:a16="http://schemas.microsoft.com/office/drawing/2014/main" id="{4818B53A-DC16-6D4E-933A-1C4DF41E16B9}"/>
              </a:ext>
            </a:extLst>
          </p:cNvPr>
          <p:cNvGrpSpPr/>
          <p:nvPr/>
        </p:nvGrpSpPr>
        <p:grpSpPr>
          <a:xfrm>
            <a:off x="488504" y="2232210"/>
            <a:ext cx="1336940" cy="282401"/>
            <a:chOff x="286869" y="1622718"/>
            <a:chExt cx="1728000" cy="282401"/>
          </a:xfrm>
        </p:grpSpPr>
        <p:sp>
          <p:nvSpPr>
            <p:cNvPr id="209" name="正方形/長方形 1">
              <a:extLst>
                <a:ext uri="{FF2B5EF4-FFF2-40B4-BE49-F238E27FC236}">
                  <a16:creationId xmlns:a16="http://schemas.microsoft.com/office/drawing/2014/main" id="{BEB28B96-FAF2-9FBF-91F9-286F9F714439}"/>
                </a:ext>
              </a:extLst>
            </p:cNvPr>
            <p:cNvSpPr/>
            <p:nvPr/>
          </p:nvSpPr>
          <p:spPr>
            <a:xfrm>
              <a:off x="664869" y="1622718"/>
              <a:ext cx="972000" cy="25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prstClr val="black"/>
                </a:buClr>
                <a:buSzTx/>
                <a:buFontTx/>
                <a:buNone/>
                <a:tabLst>
                  <a:tab pos="180975" algn="l"/>
                </a:tabLst>
                <a:defRPr/>
              </a:pPr>
              <a:r>
                <a:rPr kumimoji="0" lang="ja-JP" altLang="en-US" sz="14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charset="0"/>
                </a:rPr>
                <a:t>マネジメント</a:t>
              </a:r>
            </a:p>
          </p:txBody>
        </p:sp>
        <p:cxnSp>
          <p:nvCxnSpPr>
            <p:cNvPr id="210" name="Straight Connector 87">
              <a:extLst>
                <a:ext uri="{FF2B5EF4-FFF2-40B4-BE49-F238E27FC236}">
                  <a16:creationId xmlns:a16="http://schemas.microsoft.com/office/drawing/2014/main" id="{65649B94-DF89-DCFA-6C46-B3344A4B14EB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9" y="1905119"/>
              <a:ext cx="17280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</p:grpSp>
      <p:grpSp>
        <p:nvGrpSpPr>
          <p:cNvPr id="211" name="グループ化 210">
            <a:extLst>
              <a:ext uri="{FF2B5EF4-FFF2-40B4-BE49-F238E27FC236}">
                <a16:creationId xmlns:a16="http://schemas.microsoft.com/office/drawing/2014/main" id="{9653D957-16B4-42A1-7C50-F07097FC5CFC}"/>
              </a:ext>
            </a:extLst>
          </p:cNvPr>
          <p:cNvGrpSpPr/>
          <p:nvPr/>
        </p:nvGrpSpPr>
        <p:grpSpPr>
          <a:xfrm>
            <a:off x="2049316" y="2232210"/>
            <a:ext cx="1336940" cy="282401"/>
            <a:chOff x="286869" y="1622718"/>
            <a:chExt cx="1728000" cy="282401"/>
          </a:xfrm>
        </p:grpSpPr>
        <p:sp>
          <p:nvSpPr>
            <p:cNvPr id="212" name="正方形/長方形 1">
              <a:extLst>
                <a:ext uri="{FF2B5EF4-FFF2-40B4-BE49-F238E27FC236}">
                  <a16:creationId xmlns:a16="http://schemas.microsoft.com/office/drawing/2014/main" id="{6AB3B660-6CC8-45A3-7C3F-AE7A4FBE76A6}"/>
                </a:ext>
              </a:extLst>
            </p:cNvPr>
            <p:cNvSpPr/>
            <p:nvPr/>
          </p:nvSpPr>
          <p:spPr>
            <a:xfrm>
              <a:off x="664869" y="1622718"/>
              <a:ext cx="972000" cy="25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prstClr val="black"/>
                </a:buClr>
                <a:buSzTx/>
                <a:buFontTx/>
                <a:buNone/>
                <a:tabLst>
                  <a:tab pos="180975" algn="l"/>
                </a:tabLst>
                <a:defRPr/>
              </a:pPr>
              <a:r>
                <a:rPr kumimoji="0" lang="ja-JP" altLang="en-US" sz="14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charset="0"/>
                </a:rPr>
                <a:t>グループ名</a:t>
              </a:r>
            </a:p>
          </p:txBody>
        </p:sp>
        <p:cxnSp>
          <p:nvCxnSpPr>
            <p:cNvPr id="213" name="Straight Connector 87">
              <a:extLst>
                <a:ext uri="{FF2B5EF4-FFF2-40B4-BE49-F238E27FC236}">
                  <a16:creationId xmlns:a16="http://schemas.microsoft.com/office/drawing/2014/main" id="{71D99DE7-4CD7-87F7-9F77-28CC4E29E92B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9" y="1905119"/>
              <a:ext cx="17280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</p:grpSp>
      <p:grpSp>
        <p:nvGrpSpPr>
          <p:cNvPr id="214" name="グループ化 213">
            <a:extLst>
              <a:ext uri="{FF2B5EF4-FFF2-40B4-BE49-F238E27FC236}">
                <a16:creationId xmlns:a16="http://schemas.microsoft.com/office/drawing/2014/main" id="{2878BE4C-1AC7-9BFF-7F20-74ADD4A5A189}"/>
              </a:ext>
            </a:extLst>
          </p:cNvPr>
          <p:cNvGrpSpPr/>
          <p:nvPr/>
        </p:nvGrpSpPr>
        <p:grpSpPr>
          <a:xfrm>
            <a:off x="3930639" y="2232210"/>
            <a:ext cx="1462319" cy="282401"/>
            <a:chOff x="286869" y="1622718"/>
            <a:chExt cx="1728000" cy="282401"/>
          </a:xfrm>
        </p:grpSpPr>
        <p:sp>
          <p:nvSpPr>
            <p:cNvPr id="215" name="正方形/長方形 1">
              <a:extLst>
                <a:ext uri="{FF2B5EF4-FFF2-40B4-BE49-F238E27FC236}">
                  <a16:creationId xmlns:a16="http://schemas.microsoft.com/office/drawing/2014/main" id="{345975F8-3CB3-EBAA-4946-9B7B5B16F17C}"/>
                </a:ext>
              </a:extLst>
            </p:cNvPr>
            <p:cNvSpPr/>
            <p:nvPr/>
          </p:nvSpPr>
          <p:spPr>
            <a:xfrm>
              <a:off x="664869" y="1622718"/>
              <a:ext cx="972000" cy="25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prstClr val="black"/>
                </a:buClr>
                <a:buSzTx/>
                <a:buFontTx/>
                <a:buNone/>
                <a:tabLst>
                  <a:tab pos="180975" algn="l"/>
                </a:tabLst>
                <a:defRPr/>
              </a:pPr>
              <a:r>
                <a:rPr kumimoji="0" lang="ja-JP" altLang="en-US" sz="14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charset="0"/>
                </a:rPr>
                <a:t>チーム名</a:t>
              </a:r>
            </a:p>
          </p:txBody>
        </p:sp>
        <p:cxnSp>
          <p:nvCxnSpPr>
            <p:cNvPr id="216" name="Straight Connector 87">
              <a:extLst>
                <a:ext uri="{FF2B5EF4-FFF2-40B4-BE49-F238E27FC236}">
                  <a16:creationId xmlns:a16="http://schemas.microsoft.com/office/drawing/2014/main" id="{6D42CE99-FC92-6D36-9F02-8D3695B233B3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9" y="1905119"/>
              <a:ext cx="17280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</p:grpSp>
      <p:grpSp>
        <p:nvGrpSpPr>
          <p:cNvPr id="217" name="グループ化 216">
            <a:extLst>
              <a:ext uri="{FF2B5EF4-FFF2-40B4-BE49-F238E27FC236}">
                <a16:creationId xmlns:a16="http://schemas.microsoft.com/office/drawing/2014/main" id="{1AB553B6-2365-0A1D-660E-2F859C992DEE}"/>
              </a:ext>
            </a:extLst>
          </p:cNvPr>
          <p:cNvGrpSpPr/>
          <p:nvPr/>
        </p:nvGrpSpPr>
        <p:grpSpPr>
          <a:xfrm>
            <a:off x="5460694" y="2232210"/>
            <a:ext cx="981049" cy="282401"/>
            <a:chOff x="286869" y="1622718"/>
            <a:chExt cx="1728000" cy="282401"/>
          </a:xfrm>
        </p:grpSpPr>
        <p:sp>
          <p:nvSpPr>
            <p:cNvPr id="218" name="正方形/長方形 1">
              <a:extLst>
                <a:ext uri="{FF2B5EF4-FFF2-40B4-BE49-F238E27FC236}">
                  <a16:creationId xmlns:a16="http://schemas.microsoft.com/office/drawing/2014/main" id="{A106B772-6A96-0330-11CB-C616D89105A1}"/>
                </a:ext>
              </a:extLst>
            </p:cNvPr>
            <p:cNvSpPr/>
            <p:nvPr/>
          </p:nvSpPr>
          <p:spPr>
            <a:xfrm>
              <a:off x="664869" y="1622718"/>
              <a:ext cx="972000" cy="25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prstClr val="black"/>
                </a:buClr>
                <a:buSzTx/>
                <a:buFontTx/>
                <a:buNone/>
                <a:tabLst>
                  <a:tab pos="180975" algn="l"/>
                </a:tabLst>
                <a:defRPr/>
              </a:pPr>
              <a:r>
                <a:rPr kumimoji="0" lang="ja-JP" altLang="en-US" sz="14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charset="0"/>
                </a:rPr>
                <a:t>所属人数</a:t>
              </a:r>
            </a:p>
          </p:txBody>
        </p:sp>
        <p:cxnSp>
          <p:nvCxnSpPr>
            <p:cNvPr id="219" name="Straight Connector 87">
              <a:extLst>
                <a:ext uri="{FF2B5EF4-FFF2-40B4-BE49-F238E27FC236}">
                  <a16:creationId xmlns:a16="http://schemas.microsoft.com/office/drawing/2014/main" id="{1E530F37-CCD1-BAB2-65BE-93EAC037E2B0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9" y="1905119"/>
              <a:ext cx="17280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</p:grpSp>
      <p:grpSp>
        <p:nvGrpSpPr>
          <p:cNvPr id="220" name="グループ化 219">
            <a:extLst>
              <a:ext uri="{FF2B5EF4-FFF2-40B4-BE49-F238E27FC236}">
                <a16:creationId xmlns:a16="http://schemas.microsoft.com/office/drawing/2014/main" id="{E4CEB620-861E-1F83-E82C-FF56F7EE3E90}"/>
              </a:ext>
            </a:extLst>
          </p:cNvPr>
          <p:cNvGrpSpPr/>
          <p:nvPr/>
        </p:nvGrpSpPr>
        <p:grpSpPr>
          <a:xfrm>
            <a:off x="6650581" y="2232210"/>
            <a:ext cx="2765921" cy="282401"/>
            <a:chOff x="286869" y="1622718"/>
            <a:chExt cx="1728000" cy="282401"/>
          </a:xfrm>
        </p:grpSpPr>
        <p:sp>
          <p:nvSpPr>
            <p:cNvPr id="221" name="正方形/長方形 1">
              <a:extLst>
                <a:ext uri="{FF2B5EF4-FFF2-40B4-BE49-F238E27FC236}">
                  <a16:creationId xmlns:a16="http://schemas.microsoft.com/office/drawing/2014/main" id="{85F2780D-FFAF-8B96-369C-0256D9F3C429}"/>
                </a:ext>
              </a:extLst>
            </p:cNvPr>
            <p:cNvSpPr/>
            <p:nvPr/>
          </p:nvSpPr>
          <p:spPr>
            <a:xfrm>
              <a:off x="664869" y="1622718"/>
              <a:ext cx="972000" cy="252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prstClr val="black"/>
                </a:buClr>
                <a:buSzTx/>
                <a:buFontTx/>
                <a:buNone/>
                <a:tabLst>
                  <a:tab pos="180975" algn="l"/>
                </a:tabLst>
                <a:defRPr/>
              </a:pPr>
              <a:r>
                <a:rPr kumimoji="0" lang="ja-JP" altLang="en-US" sz="14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Arial" charset="0"/>
                </a:rPr>
                <a:t>業務内容等</a:t>
              </a:r>
            </a:p>
          </p:txBody>
        </p:sp>
        <p:cxnSp>
          <p:nvCxnSpPr>
            <p:cNvPr id="222" name="Straight Connector 87">
              <a:extLst>
                <a:ext uri="{FF2B5EF4-FFF2-40B4-BE49-F238E27FC236}">
                  <a16:creationId xmlns:a16="http://schemas.microsoft.com/office/drawing/2014/main" id="{E7234027-9018-0976-A7B4-F1A7FAE94541}"/>
                </a:ext>
              </a:extLst>
            </p:cNvPr>
            <p:cNvCxnSpPr>
              <a:cxnSpLocks/>
            </p:cNvCxnSpPr>
            <p:nvPr/>
          </p:nvCxnSpPr>
          <p:spPr>
            <a:xfrm>
              <a:off x="286869" y="1905119"/>
              <a:ext cx="1728000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FF8B88F-8066-FD44-0C66-C281968FA8B1}"/>
              </a:ext>
            </a:extLst>
          </p:cNvPr>
          <p:cNvSpPr/>
          <p:nvPr/>
        </p:nvSpPr>
        <p:spPr bwMode="auto">
          <a:xfrm>
            <a:off x="2049316" y="2643672"/>
            <a:ext cx="1336940" cy="30068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管理グループ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B7B6EE8-6AF0-FB9C-9E8C-B70B4CCD816A}"/>
              </a:ext>
            </a:extLst>
          </p:cNvPr>
          <p:cNvSpPr/>
          <p:nvPr/>
        </p:nvSpPr>
        <p:spPr bwMode="auto">
          <a:xfrm>
            <a:off x="3930639" y="4626264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管理チーム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E482D88-4793-9CC0-65DE-B9464D319634}"/>
              </a:ext>
            </a:extLst>
          </p:cNvPr>
          <p:cNvSpPr/>
          <p:nvPr/>
        </p:nvSpPr>
        <p:spPr bwMode="auto">
          <a:xfrm>
            <a:off x="3930639" y="2643672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フィーチーム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62E05FB-2E82-6500-F961-10CB6BC3D2F3}"/>
              </a:ext>
            </a:extLst>
          </p:cNvPr>
          <p:cNvSpPr/>
          <p:nvPr/>
        </p:nvSpPr>
        <p:spPr bwMode="auto">
          <a:xfrm>
            <a:off x="3930639" y="2974104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レコンサイルチーム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51866E0-04ED-C853-2891-29BD2825560F}"/>
              </a:ext>
            </a:extLst>
          </p:cNvPr>
          <p:cNvSpPr/>
          <p:nvPr/>
        </p:nvSpPr>
        <p:spPr bwMode="auto">
          <a:xfrm>
            <a:off x="3930639" y="3304536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銘柄・時価チーム</a:t>
            </a:r>
            <a:endParaRPr kumimoji="1" lang="ja-JP" altLang="en-US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65F2647-CFFD-BEF0-5C7B-4F27D0AA3F64}"/>
              </a:ext>
            </a:extLst>
          </p:cNvPr>
          <p:cNvSpPr/>
          <p:nvPr/>
        </p:nvSpPr>
        <p:spPr bwMode="auto">
          <a:xfrm>
            <a:off x="3930639" y="3634968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還付チーム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924CE1D-E366-8038-3768-33DD41E22870}"/>
              </a:ext>
            </a:extLst>
          </p:cNvPr>
          <p:cNvSpPr/>
          <p:nvPr/>
        </p:nvSpPr>
        <p:spPr bwMode="auto">
          <a:xfrm>
            <a:off x="3930639" y="3965400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口座チーム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640F22-F737-A0F8-ACCA-B38ED3F11083}"/>
              </a:ext>
            </a:extLst>
          </p:cNvPr>
          <p:cNvSpPr/>
          <p:nvPr/>
        </p:nvSpPr>
        <p:spPr bwMode="auto">
          <a:xfrm>
            <a:off x="3930639" y="4295832"/>
            <a:ext cx="146231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集団訴訟チーム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25EC804-1051-AD91-3C9E-A65593D0D488}"/>
              </a:ext>
            </a:extLst>
          </p:cNvPr>
          <p:cNvSpPr/>
          <p:nvPr/>
        </p:nvSpPr>
        <p:spPr bwMode="auto">
          <a:xfrm>
            <a:off x="3930639" y="4956696"/>
            <a:ext cx="146231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市場資金為替チーム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41B38B4-A2E0-7B04-D4D0-4A8A01FFBAD5}"/>
              </a:ext>
            </a:extLst>
          </p:cNvPr>
          <p:cNvSpPr/>
          <p:nvPr/>
        </p:nvSpPr>
        <p:spPr bwMode="auto">
          <a:xfrm>
            <a:off x="3930639" y="5617561"/>
            <a:ext cx="146231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市場外為チーム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F0E120E-5F54-0FF4-7213-6B422840D93A}"/>
              </a:ext>
            </a:extLst>
          </p:cNvPr>
          <p:cNvSpPr/>
          <p:nvPr/>
        </p:nvSpPr>
        <p:spPr bwMode="auto">
          <a:xfrm>
            <a:off x="3930639" y="5287129"/>
            <a:ext cx="146231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市場決済管理チーム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B5D7785F-18BB-7482-4049-C1FB104BBFB4}"/>
              </a:ext>
            </a:extLst>
          </p:cNvPr>
          <p:cNvSpPr/>
          <p:nvPr/>
        </p:nvSpPr>
        <p:spPr bwMode="auto">
          <a:xfrm>
            <a:off x="3930638" y="5947993"/>
            <a:ext cx="146231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大阪資産管理部</a:t>
            </a:r>
            <a:endParaRPr kumimoji="1" lang="ja-JP" altLang="en-US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ED1BAFDB-38C7-91EB-C7AC-9A0367A96FCC}"/>
              </a:ext>
            </a:extLst>
          </p:cNvPr>
          <p:cNvSpPr/>
          <p:nvPr/>
        </p:nvSpPr>
        <p:spPr bwMode="auto">
          <a:xfrm>
            <a:off x="5460694" y="2643672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90A31A73-14E9-3AD4-6463-075DDF0CC98C}"/>
              </a:ext>
            </a:extLst>
          </p:cNvPr>
          <p:cNvSpPr/>
          <p:nvPr/>
        </p:nvSpPr>
        <p:spPr bwMode="auto">
          <a:xfrm>
            <a:off x="5460694" y="2974104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BD21F1E8-CFC3-BBC5-194B-DF321BB17E78}"/>
              </a:ext>
            </a:extLst>
          </p:cNvPr>
          <p:cNvSpPr/>
          <p:nvPr/>
        </p:nvSpPr>
        <p:spPr bwMode="auto">
          <a:xfrm>
            <a:off x="5460694" y="3304536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0F18A886-1A60-85B2-064A-C68522FB3D53}"/>
              </a:ext>
            </a:extLst>
          </p:cNvPr>
          <p:cNvSpPr/>
          <p:nvPr/>
        </p:nvSpPr>
        <p:spPr bwMode="auto">
          <a:xfrm>
            <a:off x="5460694" y="3634968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26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CB5FD7B4-4797-BB42-25BD-7FE72E411D06}"/>
              </a:ext>
            </a:extLst>
          </p:cNvPr>
          <p:cNvSpPr/>
          <p:nvPr/>
        </p:nvSpPr>
        <p:spPr bwMode="auto">
          <a:xfrm>
            <a:off x="5460694" y="3965400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23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4E11D67-1C4E-8653-4DCB-B196025A183C}"/>
              </a:ext>
            </a:extLst>
          </p:cNvPr>
          <p:cNvSpPr/>
          <p:nvPr/>
        </p:nvSpPr>
        <p:spPr bwMode="auto">
          <a:xfrm>
            <a:off x="5460694" y="4295832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BC15537E-C95B-A5A1-70E5-E1D435A12ECD}"/>
              </a:ext>
            </a:extLst>
          </p:cNvPr>
          <p:cNvSpPr/>
          <p:nvPr/>
        </p:nvSpPr>
        <p:spPr bwMode="auto">
          <a:xfrm>
            <a:off x="5460694" y="4626264"/>
            <a:ext cx="981049" cy="300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21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93676641-70E6-9CD3-4DDA-8A5F175E1637}"/>
              </a:ext>
            </a:extLst>
          </p:cNvPr>
          <p:cNvSpPr/>
          <p:nvPr/>
        </p:nvSpPr>
        <p:spPr bwMode="auto">
          <a:xfrm>
            <a:off x="5460694" y="4956696"/>
            <a:ext cx="98104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26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0C9DF904-4285-9F0F-373B-E00920DF0902}"/>
              </a:ext>
            </a:extLst>
          </p:cNvPr>
          <p:cNvSpPr/>
          <p:nvPr/>
        </p:nvSpPr>
        <p:spPr bwMode="auto">
          <a:xfrm>
            <a:off x="5460694" y="5287129"/>
            <a:ext cx="98104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27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7F8A8A7E-6696-A64E-B402-234D14AD751A}"/>
              </a:ext>
            </a:extLst>
          </p:cNvPr>
          <p:cNvSpPr/>
          <p:nvPr/>
        </p:nvSpPr>
        <p:spPr bwMode="auto">
          <a:xfrm>
            <a:off x="5460694" y="5617561"/>
            <a:ext cx="98104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CF21D960-3200-71E6-379B-26A8FEDB1B1F}"/>
              </a:ext>
            </a:extLst>
          </p:cNvPr>
          <p:cNvSpPr/>
          <p:nvPr/>
        </p:nvSpPr>
        <p:spPr bwMode="auto">
          <a:xfrm>
            <a:off x="5460694" y="5947993"/>
            <a:ext cx="981049" cy="300683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908410" fontAlgn="base">
              <a:spcAft>
                <a:spcPct val="0"/>
              </a:spcAft>
            </a:pPr>
            <a:r>
              <a:rPr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14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名</a:t>
            </a:r>
          </a:p>
        </p:txBody>
      </p:sp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E593A49B-2706-7F87-E0FE-36C4F40AF5DB}"/>
              </a:ext>
            </a:extLst>
          </p:cNvPr>
          <p:cNvGrpSpPr/>
          <p:nvPr/>
        </p:nvGrpSpPr>
        <p:grpSpPr>
          <a:xfrm>
            <a:off x="2049316" y="6284706"/>
            <a:ext cx="2103027" cy="300683"/>
            <a:chOff x="1597856" y="6168159"/>
            <a:chExt cx="2103027" cy="280874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33871EC-5F4D-2BFE-C26B-E5A7E7457E52}"/>
                </a:ext>
              </a:extLst>
            </p:cNvPr>
            <p:cNvSpPr/>
            <p:nvPr/>
          </p:nvSpPr>
          <p:spPr bwMode="auto">
            <a:xfrm>
              <a:off x="1597856" y="6168159"/>
              <a:ext cx="1336940" cy="28087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528" tIns="71528" rIns="71528" bIns="7152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08410" fontAlgn="base">
                <a:spcAft>
                  <a:spcPct val="0"/>
                </a:spcAft>
              </a:pPr>
              <a:r>
                <a:rPr kumimoji="1" lang="ja-JP" altLang="en-US" sz="120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企画推進グループ</a:t>
              </a: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9349CCC6-1792-B775-1947-78238F033D5C}"/>
                </a:ext>
              </a:extLst>
            </p:cNvPr>
            <p:cNvSpPr/>
            <p:nvPr/>
          </p:nvSpPr>
          <p:spPr bwMode="auto">
            <a:xfrm>
              <a:off x="2934796" y="6168159"/>
              <a:ext cx="766087" cy="280874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1528" tIns="71528" rIns="71528" bIns="7152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08410" fontAlgn="base">
                <a:spcAft>
                  <a:spcPct val="0"/>
                </a:spcAft>
              </a:pPr>
              <a:r>
                <a:rPr kumimoji="1" lang="en-US" altLang="ja-JP" sz="120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7</a:t>
              </a:r>
              <a:r>
                <a:rPr kumimoji="1" lang="ja-JP" altLang="en-US" sz="1200">
                  <a:solidFill>
                    <a:prstClr val="black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名</a:t>
              </a:r>
            </a:p>
          </p:txBody>
        </p:sp>
      </p:grpSp>
      <p:cxnSp>
        <p:nvCxnSpPr>
          <p:cNvPr id="134" name="直線コネクタ 133">
            <a:extLst>
              <a:ext uri="{FF2B5EF4-FFF2-40B4-BE49-F238E27FC236}">
                <a16:creationId xmlns:a16="http://schemas.microsoft.com/office/drawing/2014/main" id="{9289F70C-90E9-54E5-1E07-E4300CB8DE5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 bwMode="auto">
          <a:xfrm>
            <a:off x="3386256" y="2794014"/>
            <a:ext cx="54438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57" name="コネクタ: カギ線 156">
            <a:extLst>
              <a:ext uri="{FF2B5EF4-FFF2-40B4-BE49-F238E27FC236}">
                <a16:creationId xmlns:a16="http://schemas.microsoft.com/office/drawing/2014/main" id="{E62C248A-6C29-8B44-7C45-295260415252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 bwMode="auto">
          <a:xfrm>
            <a:off x="3386256" y="2794014"/>
            <a:ext cx="544383" cy="330432"/>
          </a:xfrm>
          <a:prstGeom prst="bentConnector3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BF72A1C2-4DD0-C180-EDB5-122B7FAD3CE6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 bwMode="auto">
          <a:xfrm>
            <a:off x="3386256" y="2794014"/>
            <a:ext cx="544383" cy="66086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49D9B999-997C-6F65-95C8-A7254A8087D0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 bwMode="auto">
          <a:xfrm>
            <a:off x="3386256" y="2794014"/>
            <a:ext cx="544383" cy="99129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165CE9C5-02F5-FD86-7AFC-67B88A39139A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 bwMode="auto">
          <a:xfrm>
            <a:off x="3386256" y="2794014"/>
            <a:ext cx="544383" cy="132172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68" name="コネクタ: カギ線 167">
            <a:extLst>
              <a:ext uri="{FF2B5EF4-FFF2-40B4-BE49-F238E27FC236}">
                <a16:creationId xmlns:a16="http://schemas.microsoft.com/office/drawing/2014/main" id="{4E0E8B01-8232-C393-9E1A-68087BADAAA5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 bwMode="auto">
          <a:xfrm>
            <a:off x="3386256" y="2794014"/>
            <a:ext cx="544383" cy="165216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648CA63F-1863-5FDB-E5D7-97AC11D887D3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 bwMode="auto">
          <a:xfrm>
            <a:off x="3386256" y="2794014"/>
            <a:ext cx="544383" cy="198259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74" name="コネクタ: カギ線 173">
            <a:extLst>
              <a:ext uri="{FF2B5EF4-FFF2-40B4-BE49-F238E27FC236}">
                <a16:creationId xmlns:a16="http://schemas.microsoft.com/office/drawing/2014/main" id="{A4966F35-02F2-013B-5B86-A0C3F31F65B8}"/>
              </a:ext>
            </a:extLst>
          </p:cNvPr>
          <p:cNvCxnSpPr>
            <a:cxnSpLocks/>
            <a:stCxn id="9" idx="3"/>
            <a:endCxn id="21" idx="1"/>
          </p:cNvCxnSpPr>
          <p:nvPr/>
        </p:nvCxnSpPr>
        <p:spPr bwMode="auto">
          <a:xfrm>
            <a:off x="3386256" y="2794014"/>
            <a:ext cx="544383" cy="231302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0A9590D1-C05C-B74D-98E4-84AA3FADEF45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 bwMode="auto">
          <a:xfrm>
            <a:off x="3386256" y="2794014"/>
            <a:ext cx="544383" cy="264345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EB34F223-8509-B94A-8093-67E025A66255}"/>
              </a:ext>
            </a:extLst>
          </p:cNvPr>
          <p:cNvCxnSpPr>
            <a:cxnSpLocks/>
            <a:stCxn id="9" idx="3"/>
            <a:endCxn id="22" idx="1"/>
          </p:cNvCxnSpPr>
          <p:nvPr/>
        </p:nvCxnSpPr>
        <p:spPr bwMode="auto">
          <a:xfrm>
            <a:off x="3386256" y="2794014"/>
            <a:ext cx="544383" cy="297388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83" name="コネクタ: カギ線 182">
            <a:extLst>
              <a:ext uri="{FF2B5EF4-FFF2-40B4-BE49-F238E27FC236}">
                <a16:creationId xmlns:a16="http://schemas.microsoft.com/office/drawing/2014/main" id="{027A3230-9E22-F006-F728-47FB6F2DEACA}"/>
              </a:ext>
            </a:extLst>
          </p:cNvPr>
          <p:cNvCxnSpPr>
            <a:cxnSpLocks/>
            <a:stCxn id="9" idx="3"/>
            <a:endCxn id="77" idx="1"/>
          </p:cNvCxnSpPr>
          <p:nvPr/>
        </p:nvCxnSpPr>
        <p:spPr bwMode="auto">
          <a:xfrm>
            <a:off x="3386256" y="2794014"/>
            <a:ext cx="544382" cy="330432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77C92A33-937D-8242-834B-A0E6EA45A7A6}"/>
              </a:ext>
            </a:extLst>
          </p:cNvPr>
          <p:cNvSpPr/>
          <p:nvPr/>
        </p:nvSpPr>
        <p:spPr bwMode="auto">
          <a:xfrm>
            <a:off x="6650583" y="2643672"/>
            <a:ext cx="2765921" cy="2280477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171450" indent="-171450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</a:t>
            </a:r>
            <a:r>
              <a:rPr kumimoji="1" lang="en-US" altLang="ja-JP" sz="1200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PJT</a:t>
            </a:r>
            <a:r>
              <a:rPr kumimoji="1" lang="ja-JP" altLang="en-US" sz="1200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のスコープ</a:t>
            </a:r>
            <a:endParaRPr kumimoji="1" lang="en-US" altLang="ja-JP" sz="1200" b="1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MTBJ</a:t>
            </a:r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の外国証券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</a:t>
            </a:r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における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インフラ的存在</a:t>
            </a:r>
            <a:endParaRPr kumimoji="1" lang="en-US" altLang="ja-JP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口座の開設、税の還付金の申請、集団訴訟の和解金獲得等、外国証券の周辺業務を担っている</a:t>
            </a:r>
            <a:endParaRPr kumimoji="1" lang="en-US" altLang="ja-JP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業務の性質上、顧客との接点は限定的</a:t>
            </a:r>
            <a:endParaRPr kumimoji="1" lang="en-US" altLang="ja-JP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72E44ABD-82DF-D63E-93C1-2FFEF5CED935}"/>
              </a:ext>
            </a:extLst>
          </p:cNvPr>
          <p:cNvSpPr/>
          <p:nvPr/>
        </p:nvSpPr>
        <p:spPr bwMode="auto">
          <a:xfrm>
            <a:off x="6650581" y="4956696"/>
            <a:ext cx="2765923" cy="1291979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171450" indent="-171450" algn="just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従前</a:t>
            </a:r>
            <a:r>
              <a:rPr kumimoji="1" lang="en-US" altLang="ja-JP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MUTB</a:t>
            </a: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から業務のアウトソースを受けていたチーム</a:t>
            </a:r>
            <a:endParaRPr kumimoji="1" lang="en-US" altLang="ja-JP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 algn="just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組織改編時時に市場管理部に統合された。</a:t>
            </a:r>
            <a:endParaRPr kumimoji="1" lang="en-US" altLang="ja-JP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71450" indent="-171450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現状大きな論点が無いという市場管理部所見により</a:t>
            </a:r>
            <a:r>
              <a:rPr kumimoji="1" lang="ja-JP" altLang="en-US" sz="1200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</a:t>
            </a:r>
            <a:r>
              <a:rPr kumimoji="1" lang="en-US" altLang="ja-JP" sz="1200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PJT</a:t>
            </a:r>
            <a:r>
              <a:rPr kumimoji="1" lang="ja-JP" altLang="en-US" sz="1200" b="1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対象外</a:t>
            </a: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C0DF5207-7F7C-EEE6-91B7-0A6E3DF3EEDE}"/>
              </a:ext>
            </a:extLst>
          </p:cNvPr>
          <p:cNvSpPr/>
          <p:nvPr/>
        </p:nvSpPr>
        <p:spPr bwMode="auto">
          <a:xfrm>
            <a:off x="6650581" y="6284706"/>
            <a:ext cx="2765923" cy="39370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71528" tIns="71528" rIns="71528" bIns="71528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171450" indent="-171450" algn="just" defTabSz="90841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部内の企画業務を担うことを目指したチーム</a:t>
            </a:r>
            <a:r>
              <a:rPr lang="ja-JP" altLang="en-US" sz="120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であり兼務者で構成</a:t>
            </a:r>
            <a:endParaRPr kumimoji="1" lang="en-US" altLang="ja-JP" sz="120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24" name="直線コネクタ 223">
            <a:extLst>
              <a:ext uri="{FF2B5EF4-FFF2-40B4-BE49-F238E27FC236}">
                <a16:creationId xmlns:a16="http://schemas.microsoft.com/office/drawing/2014/main" id="{D5168660-6811-34D8-B0B2-FC9FEEF34C30}"/>
              </a:ext>
            </a:extLst>
          </p:cNvPr>
          <p:cNvCxnSpPr>
            <a:cxnSpLocks/>
          </p:cNvCxnSpPr>
          <p:nvPr/>
        </p:nvCxnSpPr>
        <p:spPr bwMode="auto">
          <a:xfrm>
            <a:off x="6650583" y="4940423"/>
            <a:ext cx="2765921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/>
          </a:ln>
          <a:effectLst/>
        </p:spPr>
      </p:cxnSp>
      <p:cxnSp>
        <p:nvCxnSpPr>
          <p:cNvPr id="226" name="直線コネクタ 225">
            <a:extLst>
              <a:ext uri="{FF2B5EF4-FFF2-40B4-BE49-F238E27FC236}">
                <a16:creationId xmlns:a16="http://schemas.microsoft.com/office/drawing/2014/main" id="{D71AD71A-28AE-508E-7AE9-59C09230DF08}"/>
              </a:ext>
            </a:extLst>
          </p:cNvPr>
          <p:cNvCxnSpPr>
            <a:cxnSpLocks/>
          </p:cNvCxnSpPr>
          <p:nvPr/>
        </p:nvCxnSpPr>
        <p:spPr bwMode="auto">
          <a:xfrm>
            <a:off x="6650581" y="6266691"/>
            <a:ext cx="2765921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40165476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08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r4ixuKRjGFD0LGT0M89w"/>
</p:tagLst>
</file>

<file path=ppt/theme/theme1.xml><?xml version="1.0" encoding="utf-8"?>
<a:theme xmlns:a="http://schemas.openxmlformats.org/drawingml/2006/main" name="1_標準デザイン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D9D9D9"/>
      </a:lt2>
      <a:accent1>
        <a:srgbClr val="460073"/>
      </a:accent1>
      <a:accent2>
        <a:srgbClr val="A100FF"/>
      </a:accent2>
      <a:accent3>
        <a:srgbClr val="008EFF"/>
      </a:accent3>
      <a:accent4>
        <a:srgbClr val="8BE1FF"/>
      </a:accent4>
      <a:accent5>
        <a:srgbClr val="5A5A5A"/>
      </a:accent5>
      <a:accent6>
        <a:srgbClr val="969696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1528" tIns="71528" rIns="71528" bIns="71528" numCol="1" rtlCol="0" anchor="ctr" anchorCtr="0" compatLnSpc="1">
        <a:prstTxWarp prst="textNoShape">
          <a:avLst/>
        </a:prstTxWarp>
        <a:noAutofit/>
      </a:bodyPr>
      <a:lstStyle>
        <a:defPPr algn="ctr" defTabSz="908410" fontAlgn="base">
          <a:spcAft>
            <a:spcPct val="0"/>
          </a:spcAft>
          <a:defRPr kumimoji="1" sz="1050" dirty="0" smtClean="0">
            <a:solidFill>
              <a:prstClr val="black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noFill/>
        <a:ln w="9525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>
        <a:noFill/>
      </a:spPr>
      <a:bodyPr wrap="none" lIns="36000" tIns="36000" rIns="36000" bIns="36000" rtlCol="0" anchor="ctr" anchorCtr="0">
        <a:noAutofit/>
      </a:bodyPr>
      <a:lstStyle>
        <a:defPPr algn="l">
          <a:defRPr kumimoji="1" sz="120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C34EC7365253543AF52C41840CDEDF2" ma:contentTypeVersion="13" ma:contentTypeDescription="新しいドキュメントを作成します。" ma:contentTypeScope="" ma:versionID="a1acc59c8d3af2964436cae9eccde238">
  <xsd:schema xmlns:xsd="http://www.w3.org/2001/XMLSchema" xmlns:xs="http://www.w3.org/2001/XMLSchema" xmlns:p="http://schemas.microsoft.com/office/2006/metadata/properties" xmlns:ns2="8c7e2249-f67c-4027-b212-c28305a022e1" xmlns:ns3="fa9d62c7-0f51-469e-af76-081dc5c2cf6f" targetNamespace="http://schemas.microsoft.com/office/2006/metadata/properties" ma:root="true" ma:fieldsID="af49c0f8d4a088d6463ec3f5fc0d4d55" ns2:_="" ns3:_="">
    <xsd:import namespace="8c7e2249-f67c-4027-b212-c28305a022e1"/>
    <xsd:import namespace="fa9d62c7-0f51-469e-af76-081dc5c2cf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e2249-f67c-4027-b212-c28305a022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画像タグ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d62c7-0f51-469e-af76-081dc5c2cf6f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81bc249-2723-4833-85eb-5148d2aa8f1e}" ma:internalName="TaxCatchAll" ma:showField="CatchAllData" ma:web="fa9d62c7-0f51-469e-af76-081dc5c2cf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7e2249-f67c-4027-b212-c28305a022e1">
      <Terms xmlns="http://schemas.microsoft.com/office/infopath/2007/PartnerControls"/>
    </lcf76f155ced4ddcb4097134ff3c332f>
    <TaxCatchAll xmlns="fa9d62c7-0f51-469e-af76-081dc5c2cf6f" xsi:nil="true"/>
  </documentManagement>
</p:properties>
</file>

<file path=customXml/itemProps1.xml><?xml version="1.0" encoding="utf-8"?>
<ds:datastoreItem xmlns:ds="http://schemas.openxmlformats.org/officeDocument/2006/customXml" ds:itemID="{4B11516C-F119-4189-A588-43968FCDEA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61C95E-4611-42E6-8D38-E21B16FD9BEC}"/>
</file>

<file path=customXml/itemProps3.xml><?xml version="1.0" encoding="utf-8"?>
<ds:datastoreItem xmlns:ds="http://schemas.openxmlformats.org/officeDocument/2006/customXml" ds:itemID="{F4F96122-8961-4DF2-9754-57FADCD3E89B}">
  <ds:schemaRefs>
    <ds:schemaRef ds:uri="8c7e2249-f67c-4027-b212-c28305a022e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237</Words>
  <Application>Microsoft Office PowerPoint</Application>
  <PresentationFormat>A4 210 x 297 mm</PresentationFormat>
  <Paragraphs>43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游ゴシック</vt:lpstr>
      <vt:lpstr>Arial</vt:lpstr>
      <vt:lpstr>Times</vt:lpstr>
      <vt:lpstr>Wingdings</vt:lpstr>
      <vt:lpstr>1_標準デザイン</vt:lpstr>
      <vt:lpstr>PowerPoint プレゼンテーション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ご提案</dc:title>
  <dc:creator/>
  <cp:lastModifiedBy>Song, Jiawen</cp:lastModifiedBy>
  <cp:revision>1</cp:revision>
  <cp:lastPrinted>2024-12-20T02:34:03Z</cp:lastPrinted>
  <dcterms:created xsi:type="dcterms:W3CDTF">2020-08-24T03:52:11Z</dcterms:created>
  <dcterms:modified xsi:type="dcterms:W3CDTF">2026-01-05T04:21:04Z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0x0101005C34EC7365253543AF52C41840CDEDF2</vt:lpwstr>
  </property>
  <property fmtid="{D5CDD505-2E9C-101B-9397-08002B2CF9AE}" pid="3" name="MSIP_Label_1bc0f418-96a4-4caf-9d7c-ccc5ec7f9d91_ActionId">
    <vt:lpwstr>122682b2-6b1e-441b-b733-fcf12e5b3226</vt:lpwstr>
  </property>
  <property fmtid="{D5CDD505-2E9C-101B-9397-08002B2CF9AE}" pid="4" name="MSIP_Label_1bc0f418-96a4-4caf-9d7c-ccc5ec7f9d91_Enabled">
    <vt:lpwstr>True</vt:lpwstr>
  </property>
  <property fmtid="{D5CDD505-2E9C-101B-9397-08002B2CF9AE}" pid="5" name="MSIP_Label_1bc0f418-96a4-4caf-9d7c-ccc5ec7f9d91_Extended_MSFT_Method">
    <vt:lpwstr>Manual</vt:lpwstr>
  </property>
  <property fmtid="{D5CDD505-2E9C-101B-9397-08002B2CF9AE}" pid="6" name="MSIP_Label_1bc0f418-96a4-4caf-9d7c-ccc5ec7f9d91_Name">
    <vt:lpwstr>Unrestricted</vt:lpwstr>
  </property>
  <property fmtid="{D5CDD505-2E9C-101B-9397-08002B2CF9AE}" pid="7" name="MSIP_Label_1bc0f418-96a4-4caf-9d7c-ccc5ec7f9d91_SetDate">
    <vt:lpwstr>2019-12-03T03:01:08.9610842Z</vt:lpwstr>
  </property>
  <property fmtid="{D5CDD505-2E9C-101B-9397-08002B2CF9AE}" pid="8" name="MSIP_Label_1bc0f418-96a4-4caf-9d7c-ccc5ec7f9d91_SiteId">
    <vt:lpwstr>e0793d39-0939-496d-b129-198edd916feb</vt:lpwstr>
  </property>
  <property fmtid="{D5CDD505-2E9C-101B-9397-08002B2CF9AE}" pid="9" name="MSIP_Label_436fffe2-e74d-4f21-833f-6f054a10cb50_Enabled">
    <vt:lpwstr>true</vt:lpwstr>
  </property>
  <property fmtid="{D5CDD505-2E9C-101B-9397-08002B2CF9AE}" pid="10" name="MSIP_Label_436fffe2-e74d-4f21-833f-6f054a10cb50_SetDate">
    <vt:lpwstr>2021-07-28T13:21:49Z</vt:lpwstr>
  </property>
  <property fmtid="{D5CDD505-2E9C-101B-9397-08002B2CF9AE}" pid="11" name="MSIP_Label_436fffe2-e74d-4f21-833f-6f054a10cb50_Method">
    <vt:lpwstr>Privileged</vt:lpwstr>
  </property>
  <property fmtid="{D5CDD505-2E9C-101B-9397-08002B2CF9AE}" pid="12" name="MSIP_Label_436fffe2-e74d-4f21-833f-6f054a10cb50_Name">
    <vt:lpwstr>436fffe2-e74d-4f21-833f-6f054a10cb50</vt:lpwstr>
  </property>
  <property fmtid="{D5CDD505-2E9C-101B-9397-08002B2CF9AE}" pid="13" name="MSIP_Label_436fffe2-e74d-4f21-833f-6f054a10cb50_SiteId">
    <vt:lpwstr>a4dd5294-24e4-4102-8420-cb86d0baae1e</vt:lpwstr>
  </property>
  <property fmtid="{D5CDD505-2E9C-101B-9397-08002B2CF9AE}" pid="14" name="MSIP_Label_436fffe2-e74d-4f21-833f-6f054a10cb50_ActionId">
    <vt:lpwstr>5f0053f5-7b41-4179-839a-81fc3d0251e9</vt:lpwstr>
  </property>
  <property fmtid="{D5CDD505-2E9C-101B-9397-08002B2CF9AE}" pid="15" name="MSIP_Label_436fffe2-e74d-4f21-833f-6f054a10cb50_ContentBits">
    <vt:lpwstr>0</vt:lpwstr>
  </property>
  <property fmtid="{D5CDD505-2E9C-101B-9397-08002B2CF9AE}" pid="16" name="ComplianceAssetId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Order">
    <vt:lpwstr>77617000.0000000</vt:lpwstr>
  </property>
  <property fmtid="{D5CDD505-2E9C-101B-9397-08002B2CF9AE}" pid="20" name="MediaServiceImageTags">
    <vt:lpwstr/>
  </property>
</Properties>
</file>