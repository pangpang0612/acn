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711" r:id="rId4"/>
  </p:sldMasterIdLst>
  <p:notesMasterIdLst>
    <p:notesMasterId r:id="rId18"/>
  </p:notesMasterIdLst>
  <p:handoutMasterIdLst>
    <p:handoutMasterId r:id="rId19"/>
  </p:handoutMasterIdLst>
  <p:sldIdLst>
    <p:sldId id="421" r:id="rId5"/>
    <p:sldId id="2146848817" r:id="rId6"/>
    <p:sldId id="6428" r:id="rId7"/>
    <p:sldId id="2147348243" r:id="rId8"/>
    <p:sldId id="2147348401" r:id="rId9"/>
    <p:sldId id="6475" r:id="rId10"/>
    <p:sldId id="2147348583" r:id="rId11"/>
    <p:sldId id="2147348466" r:id="rId12"/>
    <p:sldId id="6513" r:id="rId13"/>
    <p:sldId id="2146848832" r:id="rId14"/>
    <p:sldId id="6445" r:id="rId15"/>
    <p:sldId id="6509" r:id="rId16"/>
    <p:sldId id="2147348598" r:id="rId17"/>
  </p:sldIdLst>
  <p:sldSz cx="9906000" cy="6858000" type="A4"/>
  <p:notesSz cx="10234613" cy="7104063"/>
  <p:custDataLst>
    <p:tags r:id="rId20"/>
  </p:custDataLst>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097" algn="l" rtl="0" fontAlgn="base">
      <a:spcBef>
        <a:spcPct val="0"/>
      </a:spcBef>
      <a:spcAft>
        <a:spcPct val="0"/>
      </a:spcAft>
      <a:defRPr kern="1200">
        <a:solidFill>
          <a:schemeClr val="tx1"/>
        </a:solidFill>
        <a:latin typeface="Arial" charset="0"/>
        <a:ea typeface="+mn-ea"/>
        <a:cs typeface="Arial" charset="0"/>
      </a:defRPr>
    </a:lvl2pPr>
    <a:lvl3pPr marL="914192" algn="l" rtl="0" fontAlgn="base">
      <a:spcBef>
        <a:spcPct val="0"/>
      </a:spcBef>
      <a:spcAft>
        <a:spcPct val="0"/>
      </a:spcAft>
      <a:defRPr kern="1200">
        <a:solidFill>
          <a:schemeClr val="tx1"/>
        </a:solidFill>
        <a:latin typeface="Arial" charset="0"/>
        <a:ea typeface="+mn-ea"/>
        <a:cs typeface="Arial" charset="0"/>
      </a:defRPr>
    </a:lvl3pPr>
    <a:lvl4pPr marL="1371289" algn="l" rtl="0" fontAlgn="base">
      <a:spcBef>
        <a:spcPct val="0"/>
      </a:spcBef>
      <a:spcAft>
        <a:spcPct val="0"/>
      </a:spcAft>
      <a:defRPr kern="1200">
        <a:solidFill>
          <a:schemeClr val="tx1"/>
        </a:solidFill>
        <a:latin typeface="Arial" charset="0"/>
        <a:ea typeface="+mn-ea"/>
        <a:cs typeface="Arial" charset="0"/>
      </a:defRPr>
    </a:lvl4pPr>
    <a:lvl5pPr marL="1828384" algn="l" rtl="0" fontAlgn="base">
      <a:spcBef>
        <a:spcPct val="0"/>
      </a:spcBef>
      <a:spcAft>
        <a:spcPct val="0"/>
      </a:spcAft>
      <a:defRPr kern="1200">
        <a:solidFill>
          <a:schemeClr val="tx1"/>
        </a:solidFill>
        <a:latin typeface="Arial" charset="0"/>
        <a:ea typeface="+mn-ea"/>
        <a:cs typeface="Arial" charset="0"/>
      </a:defRPr>
    </a:lvl5pPr>
    <a:lvl6pPr marL="2285480" algn="l" defTabSz="914192" rtl="0" eaLnBrk="1" latinLnBrk="0" hangingPunct="1">
      <a:defRPr kern="1200">
        <a:solidFill>
          <a:schemeClr val="tx1"/>
        </a:solidFill>
        <a:latin typeface="Arial" charset="0"/>
        <a:ea typeface="+mn-ea"/>
        <a:cs typeface="Arial" charset="0"/>
      </a:defRPr>
    </a:lvl6pPr>
    <a:lvl7pPr marL="2742576" algn="l" defTabSz="914192" rtl="0" eaLnBrk="1" latinLnBrk="0" hangingPunct="1">
      <a:defRPr kern="1200">
        <a:solidFill>
          <a:schemeClr val="tx1"/>
        </a:solidFill>
        <a:latin typeface="Arial" charset="0"/>
        <a:ea typeface="+mn-ea"/>
        <a:cs typeface="Arial" charset="0"/>
      </a:defRPr>
    </a:lvl7pPr>
    <a:lvl8pPr marL="3199672" algn="l" defTabSz="914192" rtl="0" eaLnBrk="1" latinLnBrk="0" hangingPunct="1">
      <a:defRPr kern="1200">
        <a:solidFill>
          <a:schemeClr val="tx1"/>
        </a:solidFill>
        <a:latin typeface="Arial" charset="0"/>
        <a:ea typeface="+mn-ea"/>
        <a:cs typeface="Arial" charset="0"/>
      </a:defRPr>
    </a:lvl8pPr>
    <a:lvl9pPr marL="3656768" algn="l" defTabSz="914192"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既定のセクション" id="{A4778E1E-74CF-4452-91C4-26D1AB2331AE}">
          <p14:sldIdLst>
            <p14:sldId id="421"/>
            <p14:sldId id="2146848817"/>
            <p14:sldId id="6428"/>
            <p14:sldId id="2147348243"/>
            <p14:sldId id="2147348401"/>
            <p14:sldId id="6475"/>
            <p14:sldId id="2147348583"/>
            <p14:sldId id="2147348466"/>
            <p14:sldId id="6513"/>
            <p14:sldId id="2146848832"/>
            <p14:sldId id="6445"/>
            <p14:sldId id="6509"/>
            <p14:sldId id="2147348598"/>
          </p14:sldIdLst>
        </p14:section>
      </p14:sectionLst>
    </p:ext>
    <p:ext uri="{EFAFB233-063F-42B5-8137-9DF3F51BA10A}">
      <p15:sldGuideLst xmlns:p15="http://schemas.microsoft.com/office/powerpoint/2012/main">
        <p15:guide id="1" pos="2893" userDrawn="1">
          <p15:clr>
            <a:srgbClr val="A4A3A4"/>
          </p15:clr>
        </p15:guide>
        <p15:guide id="2" pos="6136" userDrawn="1">
          <p15:clr>
            <a:srgbClr val="A4A3A4"/>
          </p15:clr>
        </p15:guide>
        <p15:guide id="3" orient="horz" pos="2591" userDrawn="1">
          <p15:clr>
            <a:srgbClr val="A4A3A4"/>
          </p15:clr>
        </p15:guide>
      </p15:sldGuideLst>
    </p:ext>
    <p:ext uri="{2D200454-40CA-4A62-9FC3-DE9A4176ACB9}">
      <p15:notesGuideLst xmlns:p15="http://schemas.microsoft.com/office/powerpoint/2012/main">
        <p15:guide id="1" orient="horz" pos="2238" userDrawn="1">
          <p15:clr>
            <a:srgbClr val="A4A3A4"/>
          </p15:clr>
        </p15:guide>
        <p15:guide id="2" pos="322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4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00FF"/>
    <a:srgbClr val="460073"/>
    <a:srgbClr val="FFFFCC"/>
    <a:srgbClr val="CCE8FF"/>
    <a:srgbClr val="F7FDFF"/>
    <a:srgbClr val="008EFF"/>
    <a:srgbClr val="0894A0"/>
    <a:srgbClr val="ECCCFF"/>
    <a:srgbClr val="F8F8F8"/>
    <a:srgbClr val="8BE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AB54B5-3C51-40E7-8EDE-03845F8E8B7E}" v="2" dt="2024-01-10T14:29:34.634"/>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ittlere Formatvorlage 3 - Akz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18" autoAdjust="0"/>
    <p:restoredTop sz="95007" autoAdjust="0"/>
  </p:normalViewPr>
  <p:slideViewPr>
    <p:cSldViewPr snapToGrid="0">
      <p:cViewPr varScale="1">
        <p:scale>
          <a:sx n="76" d="100"/>
          <a:sy n="76" d="100"/>
        </p:scale>
        <p:origin x="1080" y="43"/>
      </p:cViewPr>
      <p:guideLst>
        <p:guide pos="2893"/>
        <p:guide pos="6136"/>
        <p:guide orient="horz" pos="2591"/>
      </p:guideLst>
    </p:cSldViewPr>
  </p:slideViewPr>
  <p:notesTextViewPr>
    <p:cViewPr>
      <p:scale>
        <a:sx n="200" d="100"/>
        <a:sy n="200" d="100"/>
      </p:scale>
      <p:origin x="0" y="0"/>
    </p:cViewPr>
  </p:notesTextViewPr>
  <p:sorterViewPr>
    <p:cViewPr>
      <p:scale>
        <a:sx n="75" d="100"/>
        <a:sy n="75" d="100"/>
      </p:scale>
      <p:origin x="0" y="0"/>
    </p:cViewPr>
  </p:sorterViewPr>
  <p:notesViewPr>
    <p:cSldViewPr snapToGrid="0">
      <p:cViewPr>
        <p:scale>
          <a:sx n="1" d="2"/>
          <a:sy n="1" d="2"/>
        </p:scale>
        <p:origin x="0" y="0"/>
      </p:cViewPr>
      <p:guideLst>
        <p:guide orient="horz" pos="2238"/>
        <p:guide pos="32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7" y="1"/>
            <a:ext cx="4434997" cy="355203"/>
          </a:xfrm>
          <a:prstGeom prst="rect">
            <a:avLst/>
          </a:prstGeom>
        </p:spPr>
        <p:txBody>
          <a:bodyPr vert="horz" lIns="94622" tIns="47308" rIns="94622" bIns="47308" rtlCol="0"/>
          <a:lstStyle>
            <a:lvl1pPr algn="l">
              <a:defRPr sz="1200"/>
            </a:lvl1pPr>
          </a:lstStyle>
          <a:p>
            <a:endParaRPr lang="en-AU" dirty="0"/>
          </a:p>
        </p:txBody>
      </p:sp>
      <p:sp>
        <p:nvSpPr>
          <p:cNvPr id="3" name="Datumsplatzhalter 2"/>
          <p:cNvSpPr>
            <a:spLocks noGrp="1"/>
          </p:cNvSpPr>
          <p:nvPr>
            <p:ph type="dt" sz="quarter" idx="1"/>
          </p:nvPr>
        </p:nvSpPr>
        <p:spPr>
          <a:xfrm>
            <a:off x="5797249" y="1"/>
            <a:ext cx="4434997" cy="355203"/>
          </a:xfrm>
          <a:prstGeom prst="rect">
            <a:avLst/>
          </a:prstGeom>
        </p:spPr>
        <p:txBody>
          <a:bodyPr vert="horz" lIns="94622" tIns="47308" rIns="94622" bIns="47308" rtlCol="0"/>
          <a:lstStyle>
            <a:lvl1pPr algn="r">
              <a:defRPr sz="1200"/>
            </a:lvl1pPr>
          </a:lstStyle>
          <a:p>
            <a:fld id="{429731B9-D2D4-4D43-8CBF-D0184DDEB7D7}" type="datetimeFigureOut">
              <a:rPr lang="en-AU" smtClean="0"/>
              <a:t>10/01/2024</a:t>
            </a:fld>
            <a:endParaRPr lang="en-AU" dirty="0"/>
          </a:p>
        </p:txBody>
      </p:sp>
      <p:sp>
        <p:nvSpPr>
          <p:cNvPr id="4" name="Fußzeilenplatzhalter 3"/>
          <p:cNvSpPr>
            <a:spLocks noGrp="1"/>
          </p:cNvSpPr>
          <p:nvPr>
            <p:ph type="ftr" sz="quarter" idx="2"/>
          </p:nvPr>
        </p:nvSpPr>
        <p:spPr>
          <a:xfrm>
            <a:off x="7" y="6747631"/>
            <a:ext cx="4434997" cy="355203"/>
          </a:xfrm>
          <a:prstGeom prst="rect">
            <a:avLst/>
          </a:prstGeom>
        </p:spPr>
        <p:txBody>
          <a:bodyPr vert="horz" lIns="94622" tIns="47308" rIns="94622" bIns="47308" rtlCol="0" anchor="b"/>
          <a:lstStyle>
            <a:lvl1pPr algn="l">
              <a:defRPr sz="1200"/>
            </a:lvl1pPr>
          </a:lstStyle>
          <a:p>
            <a:endParaRPr lang="en-AU" dirty="0"/>
          </a:p>
        </p:txBody>
      </p:sp>
      <p:sp>
        <p:nvSpPr>
          <p:cNvPr id="5" name="Foliennummernplatzhalter 4"/>
          <p:cNvSpPr>
            <a:spLocks noGrp="1"/>
          </p:cNvSpPr>
          <p:nvPr>
            <p:ph type="sldNum" sz="quarter" idx="3"/>
          </p:nvPr>
        </p:nvSpPr>
        <p:spPr>
          <a:xfrm>
            <a:off x="5797249" y="6747631"/>
            <a:ext cx="4434997" cy="355203"/>
          </a:xfrm>
          <a:prstGeom prst="rect">
            <a:avLst/>
          </a:prstGeom>
        </p:spPr>
        <p:txBody>
          <a:bodyPr vert="horz" lIns="94622" tIns="47308" rIns="94622" bIns="47308" rtlCol="0" anchor="b"/>
          <a:lstStyle>
            <a:lvl1pPr algn="r">
              <a:defRPr sz="1200"/>
            </a:lvl1pPr>
          </a:lstStyle>
          <a:p>
            <a:fld id="{5C2A0147-0BBB-4754-93D4-F4A2B787A1C7}" type="slidenum">
              <a:rPr lang="en-AU" smtClean="0"/>
              <a:t>‹#›</a:t>
            </a:fld>
            <a:endParaRPr lang="en-AU" dirty="0"/>
          </a:p>
        </p:txBody>
      </p:sp>
    </p:spTree>
    <p:extLst>
      <p:ext uri="{BB962C8B-B14F-4D97-AF65-F5344CB8AC3E}">
        <p14:creationId xmlns:p14="http://schemas.microsoft.com/office/powerpoint/2010/main" val="3855195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023467" y="1"/>
            <a:ext cx="3411538" cy="355203"/>
          </a:xfrm>
          <a:prstGeom prst="rect">
            <a:avLst/>
          </a:prstGeom>
        </p:spPr>
        <p:txBody>
          <a:bodyPr vert="horz" lIns="94622" tIns="47308" rIns="94622" bIns="47308" rtlCol="0"/>
          <a:lstStyle>
            <a:lvl1pPr algn="l" fontAlgn="auto">
              <a:spcBef>
                <a:spcPts val="0"/>
              </a:spcBef>
              <a:spcAft>
                <a:spcPts val="0"/>
              </a:spcAft>
              <a:defRPr sz="1200">
                <a:latin typeface="+mn-lt"/>
                <a:cs typeface="+mn-cs"/>
              </a:defRPr>
            </a:lvl1pPr>
          </a:lstStyle>
          <a:p>
            <a:pPr>
              <a:defRPr/>
            </a:pPr>
            <a:endParaRPr lang="de-DE"/>
          </a:p>
        </p:txBody>
      </p:sp>
      <p:sp>
        <p:nvSpPr>
          <p:cNvPr id="3" name="Datumsplatzhalter 2"/>
          <p:cNvSpPr>
            <a:spLocks noGrp="1"/>
          </p:cNvSpPr>
          <p:nvPr>
            <p:ph type="dt" idx="1"/>
          </p:nvPr>
        </p:nvSpPr>
        <p:spPr>
          <a:xfrm>
            <a:off x="5797252" y="1"/>
            <a:ext cx="3413906" cy="355203"/>
          </a:xfrm>
          <a:prstGeom prst="rect">
            <a:avLst/>
          </a:prstGeom>
        </p:spPr>
        <p:txBody>
          <a:bodyPr vert="horz" lIns="94622" tIns="47308" rIns="94622" bIns="47308" rtlCol="0"/>
          <a:lstStyle>
            <a:lvl1pPr algn="r" fontAlgn="auto">
              <a:spcBef>
                <a:spcPts val="0"/>
              </a:spcBef>
              <a:spcAft>
                <a:spcPts val="0"/>
              </a:spcAft>
              <a:defRPr sz="1200">
                <a:latin typeface="+mn-lt"/>
                <a:cs typeface="+mn-cs"/>
              </a:defRPr>
            </a:lvl1pPr>
          </a:lstStyle>
          <a:p>
            <a:pPr>
              <a:defRPr/>
            </a:pPr>
            <a:endParaRPr lang="de-DE"/>
          </a:p>
        </p:txBody>
      </p:sp>
      <p:sp>
        <p:nvSpPr>
          <p:cNvPr id="4" name="Folienbildplatzhalter 3"/>
          <p:cNvSpPr>
            <a:spLocks noGrp="1" noRot="1" noChangeAspect="1"/>
          </p:cNvSpPr>
          <p:nvPr>
            <p:ph type="sldImg" idx="2"/>
          </p:nvPr>
        </p:nvSpPr>
        <p:spPr>
          <a:xfrm>
            <a:off x="2801938" y="261938"/>
            <a:ext cx="4630737" cy="3206750"/>
          </a:xfrm>
          <a:prstGeom prst="rect">
            <a:avLst/>
          </a:prstGeom>
          <a:noFill/>
          <a:ln w="12700">
            <a:solidFill>
              <a:prstClr val="black"/>
            </a:solidFill>
          </a:ln>
        </p:spPr>
        <p:txBody>
          <a:bodyPr vert="horz" lIns="94622" tIns="47308" rIns="94622" bIns="47308" rtlCol="0" anchor="ctr"/>
          <a:lstStyle/>
          <a:p>
            <a:pPr lvl="0"/>
            <a:endParaRPr lang="de-DE" noProof="0"/>
          </a:p>
        </p:txBody>
      </p:sp>
      <p:sp>
        <p:nvSpPr>
          <p:cNvPr id="5" name="Notizenplatzhalter 4"/>
          <p:cNvSpPr>
            <a:spLocks noGrp="1"/>
          </p:cNvSpPr>
          <p:nvPr>
            <p:ph type="body" sz="quarter" idx="3"/>
          </p:nvPr>
        </p:nvSpPr>
        <p:spPr>
          <a:xfrm>
            <a:off x="1023463" y="3552037"/>
            <a:ext cx="8187690" cy="3019227"/>
          </a:xfrm>
          <a:prstGeom prst="rect">
            <a:avLst/>
          </a:prstGeom>
        </p:spPr>
        <p:txBody>
          <a:bodyPr vert="horz" lIns="0" tIns="47308" rIns="0" bIns="47308" rtlCol="0">
            <a:normAutofit/>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6" name="Fußzeilenplatzhalter 5"/>
          <p:cNvSpPr>
            <a:spLocks noGrp="1"/>
          </p:cNvSpPr>
          <p:nvPr>
            <p:ph type="ftr" sz="quarter" idx="4"/>
          </p:nvPr>
        </p:nvSpPr>
        <p:spPr>
          <a:xfrm>
            <a:off x="1023467" y="6747631"/>
            <a:ext cx="3411538" cy="355203"/>
          </a:xfrm>
          <a:prstGeom prst="rect">
            <a:avLst/>
          </a:prstGeom>
        </p:spPr>
        <p:txBody>
          <a:bodyPr vert="horz" lIns="94622" tIns="47308" rIns="94622" bIns="47308" rtlCol="0" anchor="b"/>
          <a:lstStyle>
            <a:lvl1pPr algn="l" fontAlgn="auto">
              <a:spcBef>
                <a:spcPts val="0"/>
              </a:spcBef>
              <a:spcAft>
                <a:spcPts val="0"/>
              </a:spcAft>
              <a:defRPr sz="900">
                <a:latin typeface="Arial" pitchFamily="34" charset="0"/>
                <a:cs typeface="Arial" pitchFamily="34" charset="0"/>
              </a:defRPr>
            </a:lvl1pPr>
          </a:lstStyle>
          <a:p>
            <a:pPr>
              <a:defRPr/>
            </a:pPr>
            <a:endParaRPr lang="de-DE"/>
          </a:p>
        </p:txBody>
      </p:sp>
      <p:sp>
        <p:nvSpPr>
          <p:cNvPr id="7" name="Foliennummernplatzhalter 6"/>
          <p:cNvSpPr>
            <a:spLocks noGrp="1"/>
          </p:cNvSpPr>
          <p:nvPr>
            <p:ph type="sldNum" sz="quarter" idx="5"/>
          </p:nvPr>
        </p:nvSpPr>
        <p:spPr>
          <a:xfrm>
            <a:off x="4776161" y="6747631"/>
            <a:ext cx="4434997" cy="355203"/>
          </a:xfrm>
          <a:prstGeom prst="rect">
            <a:avLst/>
          </a:prstGeom>
        </p:spPr>
        <p:txBody>
          <a:bodyPr vert="horz" lIns="94622" tIns="47308" rIns="94622" bIns="47308" rtlCol="0" anchor="b"/>
          <a:lstStyle>
            <a:lvl1pPr algn="r" fontAlgn="auto">
              <a:spcBef>
                <a:spcPts val="0"/>
              </a:spcBef>
              <a:spcAft>
                <a:spcPts val="0"/>
              </a:spcAft>
              <a:defRPr sz="900">
                <a:latin typeface="Arial" pitchFamily="34" charset="0"/>
                <a:cs typeface="Arial" pitchFamily="34" charset="0"/>
              </a:defRPr>
            </a:lvl1pPr>
          </a:lstStyle>
          <a:p>
            <a:pPr>
              <a:defRPr/>
            </a:pPr>
            <a:fld id="{BA44FAA9-51FA-4F6B-AC6F-9EF5239E7D33}" type="slidenum">
              <a:rPr lang="de-DE" smtClean="0"/>
              <a:pPr>
                <a:defRPr/>
              </a:pPr>
              <a:t>‹#›</a:t>
            </a:fld>
            <a:endParaRPr lang="de-DE"/>
          </a:p>
        </p:txBody>
      </p:sp>
    </p:spTree>
    <p:extLst>
      <p:ext uri="{BB962C8B-B14F-4D97-AF65-F5344CB8AC3E}">
        <p14:creationId xmlns:p14="http://schemas.microsoft.com/office/powerpoint/2010/main" val="24315053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097"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192"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289"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384"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5480" algn="l" defTabSz="914192" rtl="0" eaLnBrk="1" latinLnBrk="0" hangingPunct="1">
      <a:defRPr sz="1200" kern="1200">
        <a:solidFill>
          <a:schemeClr val="tx1"/>
        </a:solidFill>
        <a:latin typeface="+mn-lt"/>
        <a:ea typeface="+mn-ea"/>
        <a:cs typeface="+mn-cs"/>
      </a:defRPr>
    </a:lvl6pPr>
    <a:lvl7pPr marL="2742576" algn="l" defTabSz="914192" rtl="0" eaLnBrk="1" latinLnBrk="0" hangingPunct="1">
      <a:defRPr sz="1200" kern="1200">
        <a:solidFill>
          <a:schemeClr val="tx1"/>
        </a:solidFill>
        <a:latin typeface="+mn-lt"/>
        <a:ea typeface="+mn-ea"/>
        <a:cs typeface="+mn-cs"/>
      </a:defRPr>
    </a:lvl7pPr>
    <a:lvl8pPr marL="3199672" algn="l" defTabSz="914192" rtl="0" eaLnBrk="1" latinLnBrk="0" hangingPunct="1">
      <a:defRPr sz="1200" kern="1200">
        <a:solidFill>
          <a:schemeClr val="tx1"/>
        </a:solidFill>
        <a:latin typeface="+mn-lt"/>
        <a:ea typeface="+mn-ea"/>
        <a:cs typeface="+mn-cs"/>
      </a:defRPr>
    </a:lvl8pPr>
    <a:lvl9pPr marL="3656768" algn="l" defTabSz="91419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pPr>
              <a:defRPr/>
            </a:pPr>
            <a:fld id="{BA44FAA9-51FA-4F6B-AC6F-9EF5239E7D33}" type="slidenum">
              <a:rPr lang="de-DE" smtClean="0"/>
              <a:pPr>
                <a:defRPr/>
              </a:pPr>
              <a:t>0</a:t>
            </a:fld>
            <a:endParaRPr lang="de-DE"/>
          </a:p>
        </p:txBody>
      </p:sp>
    </p:spTree>
    <p:extLst>
      <p:ext uri="{BB962C8B-B14F-4D97-AF65-F5344CB8AC3E}">
        <p14:creationId xmlns:p14="http://schemas.microsoft.com/office/powerpoint/2010/main" val="826266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BA44FAA9-51FA-4F6B-AC6F-9EF5239E7D33}" type="slidenum">
              <a:rPr lang="de-DE" smtClean="0"/>
              <a:pPr>
                <a:defRPr/>
              </a:pPr>
              <a:t>3</a:t>
            </a:fld>
            <a:endParaRPr lang="de-DE"/>
          </a:p>
        </p:txBody>
      </p:sp>
    </p:spTree>
    <p:extLst>
      <p:ext uri="{BB962C8B-B14F-4D97-AF65-F5344CB8AC3E}">
        <p14:creationId xmlns:p14="http://schemas.microsoft.com/office/powerpoint/2010/main" val="3108197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BA44FAA9-51FA-4F6B-AC6F-9EF5239E7D33}" type="slidenum">
              <a:rPr lang="de-DE" smtClean="0"/>
              <a:pPr>
                <a:defRPr/>
              </a:pPr>
              <a:t>6</a:t>
            </a:fld>
            <a:endParaRPr lang="de-DE"/>
          </a:p>
        </p:txBody>
      </p:sp>
    </p:spTree>
    <p:extLst>
      <p:ext uri="{BB962C8B-B14F-4D97-AF65-F5344CB8AC3E}">
        <p14:creationId xmlns:p14="http://schemas.microsoft.com/office/powerpoint/2010/main" val="1496809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BA44FAA9-51FA-4F6B-AC6F-9EF5239E7D33}" type="slidenum">
              <a:rPr lang="de-DE" smtClean="0"/>
              <a:pPr>
                <a:defRPr/>
              </a:pPr>
              <a:t>8</a:t>
            </a:fld>
            <a:endParaRPr lang="de-DE"/>
          </a:p>
        </p:txBody>
      </p:sp>
    </p:spTree>
    <p:extLst>
      <p:ext uri="{BB962C8B-B14F-4D97-AF65-F5344CB8AC3E}">
        <p14:creationId xmlns:p14="http://schemas.microsoft.com/office/powerpoint/2010/main" val="9077852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マスタ">
    <p:bg>
      <p:bgPr>
        <a:solidFill>
          <a:schemeClr val="bg1"/>
        </a:solidFill>
        <a:effectLst/>
      </p:bgPr>
    </p:bg>
    <p:spTree>
      <p:nvGrpSpPr>
        <p:cNvPr id="1" name=""/>
        <p:cNvGrpSpPr/>
        <p:nvPr/>
      </p:nvGrpSpPr>
      <p:grpSpPr>
        <a:xfrm>
          <a:off x="0" y="0"/>
          <a:ext cx="0" cy="0"/>
          <a:chOff x="0" y="0"/>
          <a:chExt cx="0" cy="0"/>
        </a:xfrm>
      </p:grpSpPr>
      <p:pic>
        <p:nvPicPr>
          <p:cNvPr id="9" name="Picture 36">
            <a:extLst>
              <a:ext uri="{FF2B5EF4-FFF2-40B4-BE49-F238E27FC236}">
                <a16:creationId xmlns:a16="http://schemas.microsoft.com/office/drawing/2014/main" id="{8DA9B31A-E1CF-46B7-B5BB-AABF4B8F8400}"/>
              </a:ext>
            </a:extLst>
          </p:cNvPr>
          <p:cNvPicPr>
            <a:picLocks noChangeAspect="1"/>
          </p:cNvPicPr>
          <p:nvPr userDrawn="1"/>
        </p:nvPicPr>
        <p:blipFill rotWithShape="1">
          <a:blip r:embed="rId2"/>
          <a:srcRect l="12384" t="12366"/>
          <a:stretch/>
        </p:blipFill>
        <p:spPr>
          <a:xfrm>
            <a:off x="2518" y="0"/>
            <a:ext cx="9903954" cy="6858000"/>
          </a:xfrm>
          <a:prstGeom prst="rect">
            <a:avLst/>
          </a:prstGeom>
        </p:spPr>
      </p:pic>
      <p:sp>
        <p:nvSpPr>
          <p:cNvPr id="15" name="Rectangle 39">
            <a:extLst>
              <a:ext uri="{FF2B5EF4-FFF2-40B4-BE49-F238E27FC236}">
                <a16:creationId xmlns:a16="http://schemas.microsoft.com/office/drawing/2014/main" id="{6887CBF8-6E45-4609-9E38-17A3347DBDC6}"/>
              </a:ext>
            </a:extLst>
          </p:cNvPr>
          <p:cNvSpPr/>
          <p:nvPr userDrawn="1"/>
        </p:nvSpPr>
        <p:spPr>
          <a:xfrm>
            <a:off x="472" y="0"/>
            <a:ext cx="9906000" cy="6858000"/>
          </a:xfrm>
          <a:prstGeom prst="rect">
            <a:avLst/>
          </a:prstGeom>
          <a:solidFill>
            <a:srgbClr val="FFFFFF">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UI"/>
              <a:ea typeface="Meiryo UI"/>
              <a:cs typeface="+mn-cs"/>
            </a:endParaRPr>
          </a:p>
        </p:txBody>
      </p:sp>
      <p:pic>
        <p:nvPicPr>
          <p:cNvPr id="16" name="Picture 9">
            <a:extLst>
              <a:ext uri="{FF2B5EF4-FFF2-40B4-BE49-F238E27FC236}">
                <a16:creationId xmlns:a16="http://schemas.microsoft.com/office/drawing/2014/main" id="{307CA6F2-1A02-42F8-851B-D858B61BF8B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15740" y="875487"/>
            <a:ext cx="4309200" cy="4524660"/>
          </a:xfrm>
          <a:prstGeom prst="rect">
            <a:avLst/>
          </a:prstGeom>
        </p:spPr>
      </p:pic>
      <p:sp>
        <p:nvSpPr>
          <p:cNvPr id="8" name="Text Placeholder 7"/>
          <p:cNvSpPr>
            <a:spLocks noGrp="1"/>
          </p:cNvSpPr>
          <p:nvPr>
            <p:ph type="body" sz="quarter" idx="13" hasCustomPrompt="1"/>
          </p:nvPr>
        </p:nvSpPr>
        <p:spPr>
          <a:xfrm>
            <a:off x="309562" y="2289689"/>
            <a:ext cx="4643438" cy="1603886"/>
          </a:xfrm>
          <a:prstGeom prst="rect">
            <a:avLst/>
          </a:prstGeom>
        </p:spPr>
        <p:txBody>
          <a:bodyPr lIns="72000" tIns="72000" rIns="72000" bIns="72000">
            <a:noAutofit/>
          </a:bodyPr>
          <a:lstStyle>
            <a:lvl1pPr marL="0" indent="0">
              <a:lnSpc>
                <a:spcPct val="70000"/>
              </a:lnSpc>
              <a:defRPr sz="2800" b="1" baseline="0">
                <a:solidFill>
                  <a:schemeClr val="tx1"/>
                </a:solidFill>
                <a:latin typeface="+mn-lt"/>
              </a:defRPr>
            </a:lvl1pPr>
            <a:lvl2pPr marL="0" indent="0">
              <a:lnSpc>
                <a:spcPct val="100000"/>
              </a:lnSpc>
              <a:spcAft>
                <a:spcPts val="0"/>
              </a:spcAft>
              <a:defRPr sz="2000" b="0" cap="none" baseline="0">
                <a:solidFill>
                  <a:schemeClr val="tx1"/>
                </a:solidFill>
                <a:latin typeface="+mn-lt"/>
              </a:defRPr>
            </a:lvl2pPr>
            <a:lvl3pPr marL="0" indent="0">
              <a:lnSpc>
                <a:spcPct val="100000"/>
              </a:lnSpc>
              <a:spcAft>
                <a:spcPts val="0"/>
              </a:spcAft>
              <a:defRPr sz="1600" b="0" cap="none" baseline="0">
                <a:solidFill>
                  <a:schemeClr val="tx1"/>
                </a:solidFill>
                <a:latin typeface="+mn-lt"/>
              </a:defRPr>
            </a:lvl3pPr>
            <a:lvl4pPr marL="0" indent="0">
              <a:lnSpc>
                <a:spcPct val="100000"/>
              </a:lnSpc>
              <a:buNone/>
              <a:defRPr sz="1600" b="0" cap="none" baseline="0">
                <a:solidFill>
                  <a:schemeClr val="tx1"/>
                </a:solidFill>
                <a:latin typeface="+mn-lt"/>
              </a:defRPr>
            </a:lvl4pPr>
            <a:lvl5pPr marL="0" indent="0">
              <a:lnSpc>
                <a:spcPct val="100000"/>
              </a:lnSpc>
              <a:buNone/>
              <a:defRPr sz="1600" b="0" cap="none" baseline="0">
                <a:solidFill>
                  <a:schemeClr val="tx1"/>
                </a:solidFill>
                <a:latin typeface="+mn-lt"/>
              </a:defRPr>
            </a:lvl5pPr>
            <a:lvl6pPr marL="276020" indent="0">
              <a:buNone/>
              <a:defRPr/>
            </a:lvl6pPr>
            <a:lvl7pPr>
              <a:defRPr/>
            </a:lvl7pPr>
            <a:lvl8pPr>
              <a:defRPr/>
            </a:lvl8pPr>
          </a:lstStyle>
          <a:p>
            <a:pPr lvl="0"/>
            <a:r>
              <a:rPr lang="en-US" dirty="0"/>
              <a:t>title</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1" name="Group 4">
            <a:extLst>
              <a:ext uri="{FF2B5EF4-FFF2-40B4-BE49-F238E27FC236}">
                <a16:creationId xmlns:a16="http://schemas.microsoft.com/office/drawing/2014/main" id="{CF808ECF-75F1-4A5E-9BDE-DCCEF8F63694}"/>
              </a:ext>
            </a:extLst>
          </p:cNvPr>
          <p:cNvGrpSpPr>
            <a:grpSpLocks noChangeAspect="1"/>
          </p:cNvGrpSpPr>
          <p:nvPr userDrawn="1"/>
        </p:nvGrpSpPr>
        <p:grpSpPr>
          <a:xfrm>
            <a:off x="7572245" y="5846781"/>
            <a:ext cx="2153498" cy="604157"/>
            <a:chOff x="9563100" y="1673029"/>
            <a:chExt cx="1389888" cy="373063"/>
          </a:xfrm>
        </p:grpSpPr>
        <p:pic>
          <p:nvPicPr>
            <p:cNvPr id="12" name="Picture 5">
              <a:extLst>
                <a:ext uri="{FF2B5EF4-FFF2-40B4-BE49-F238E27FC236}">
                  <a16:creationId xmlns:a16="http://schemas.microsoft.com/office/drawing/2014/main" id="{88632341-D90F-48A9-BE4D-C008A63224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13" name="Freeform 5">
              <a:extLst>
                <a:ext uri="{FF2B5EF4-FFF2-40B4-BE49-F238E27FC236}">
                  <a16:creationId xmlns:a16="http://schemas.microsoft.com/office/drawing/2014/main" id="{4D6CF63C-3421-4476-ADC7-78469B9414BB}"/>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75" dirty="0"/>
            </a:p>
          </p:txBody>
        </p:sp>
      </p:grpSp>
      <p:sp>
        <p:nvSpPr>
          <p:cNvPr id="10" name="Text Placeholder 7">
            <a:extLst>
              <a:ext uri="{FF2B5EF4-FFF2-40B4-BE49-F238E27FC236}">
                <a16:creationId xmlns:a16="http://schemas.microsoft.com/office/drawing/2014/main" id="{DAA8ADA1-811A-4E1B-B79C-40E0EA3C5337}"/>
              </a:ext>
            </a:extLst>
          </p:cNvPr>
          <p:cNvSpPr>
            <a:spLocks noGrp="1"/>
          </p:cNvSpPr>
          <p:nvPr>
            <p:ph type="body" sz="quarter" idx="14" hasCustomPrompt="1"/>
          </p:nvPr>
        </p:nvSpPr>
        <p:spPr>
          <a:xfrm>
            <a:off x="309561" y="266702"/>
            <a:ext cx="7964283" cy="608786"/>
          </a:xfrm>
          <a:prstGeom prst="rect">
            <a:avLst/>
          </a:prstGeom>
        </p:spPr>
        <p:txBody>
          <a:bodyPr lIns="72000" tIns="36000" rIns="72000" bIns="36000" anchor="ctr">
            <a:noAutofit/>
          </a:bodyPr>
          <a:lstStyle>
            <a:lvl1pPr marL="0" indent="0">
              <a:lnSpc>
                <a:spcPct val="70000"/>
              </a:lnSpc>
              <a:defRPr sz="2800" b="1" baseline="0">
                <a:solidFill>
                  <a:schemeClr val="tx1"/>
                </a:solidFill>
                <a:latin typeface="+mn-lt"/>
              </a:defRPr>
            </a:lvl1pPr>
            <a:lvl2pPr marL="0" indent="0">
              <a:lnSpc>
                <a:spcPct val="100000"/>
              </a:lnSpc>
              <a:spcAft>
                <a:spcPts val="0"/>
              </a:spcAft>
              <a:buNone/>
              <a:defRPr sz="2000" b="0" cap="none" baseline="0">
                <a:solidFill>
                  <a:schemeClr val="tx1"/>
                </a:solidFill>
                <a:latin typeface="+mn-lt"/>
              </a:defRPr>
            </a:lvl2pPr>
            <a:lvl3pPr marL="0" indent="0">
              <a:lnSpc>
                <a:spcPct val="100000"/>
              </a:lnSpc>
              <a:spcAft>
                <a:spcPts val="0"/>
              </a:spcAft>
              <a:buNone/>
              <a:defRPr sz="1600" b="0" cap="none" baseline="0">
                <a:solidFill>
                  <a:schemeClr val="tx1"/>
                </a:solidFill>
                <a:latin typeface="+mn-lt"/>
              </a:defRPr>
            </a:lvl3pPr>
            <a:lvl4pPr marL="0" indent="0">
              <a:lnSpc>
                <a:spcPct val="100000"/>
              </a:lnSpc>
              <a:buNone/>
              <a:defRPr sz="1600" b="0" cap="none" baseline="0">
                <a:solidFill>
                  <a:schemeClr val="tx1"/>
                </a:solidFill>
                <a:latin typeface="+mn-lt"/>
              </a:defRPr>
            </a:lvl4pPr>
            <a:lvl5pPr marL="0" indent="0">
              <a:lnSpc>
                <a:spcPct val="100000"/>
              </a:lnSpc>
              <a:buNone/>
              <a:defRPr sz="1600" b="0" cap="none" baseline="0">
                <a:solidFill>
                  <a:schemeClr val="tx1"/>
                </a:solidFill>
                <a:latin typeface="+mn-lt"/>
              </a:defRPr>
            </a:lvl5pPr>
            <a:lvl6pPr marL="276020" indent="0">
              <a:buNone/>
              <a:defRPr/>
            </a:lvl6pPr>
            <a:lvl7pPr>
              <a:defRPr/>
            </a:lvl7pPr>
            <a:lvl8pPr>
              <a:defRPr/>
            </a:lvl8pPr>
          </a:lstStyle>
          <a:p>
            <a:pPr lvl="0"/>
            <a:r>
              <a:rPr lang="en-US" altLang="ja-JP" dirty="0"/>
              <a:t>Company</a:t>
            </a:r>
            <a:endParaRPr lang="en-US" dirty="0"/>
          </a:p>
        </p:txBody>
      </p:sp>
      <p:sp>
        <p:nvSpPr>
          <p:cNvPr id="14" name="Text Placeholder 7">
            <a:extLst>
              <a:ext uri="{FF2B5EF4-FFF2-40B4-BE49-F238E27FC236}">
                <a16:creationId xmlns:a16="http://schemas.microsoft.com/office/drawing/2014/main" id="{83E4D52B-F7A3-498B-9348-0479FFADDB92}"/>
              </a:ext>
            </a:extLst>
          </p:cNvPr>
          <p:cNvSpPr>
            <a:spLocks noGrp="1"/>
          </p:cNvSpPr>
          <p:nvPr>
            <p:ph type="body" sz="quarter" idx="15" hasCustomPrompt="1"/>
          </p:nvPr>
        </p:nvSpPr>
        <p:spPr>
          <a:xfrm>
            <a:off x="309562" y="5591840"/>
            <a:ext cx="4643438" cy="631973"/>
          </a:xfrm>
          <a:prstGeom prst="rect">
            <a:avLst/>
          </a:prstGeom>
        </p:spPr>
        <p:txBody>
          <a:bodyPr lIns="72000" tIns="72000" rIns="72000" bIns="72000">
            <a:noAutofit/>
          </a:bodyPr>
          <a:lstStyle>
            <a:lvl1pPr marL="0" indent="0">
              <a:lnSpc>
                <a:spcPct val="70000"/>
              </a:lnSpc>
              <a:defRPr sz="1800" b="1" baseline="0">
                <a:solidFill>
                  <a:schemeClr val="tx1"/>
                </a:solidFill>
                <a:latin typeface="+mn-lt"/>
              </a:defRPr>
            </a:lvl1pPr>
            <a:lvl2pPr marL="0" indent="0">
              <a:lnSpc>
                <a:spcPct val="100000"/>
              </a:lnSpc>
              <a:spcAft>
                <a:spcPts val="0"/>
              </a:spcAft>
              <a:defRPr sz="1800" b="0" cap="none" baseline="0">
                <a:solidFill>
                  <a:schemeClr val="tx1"/>
                </a:solidFill>
                <a:latin typeface="+mn-lt"/>
              </a:defRPr>
            </a:lvl2pPr>
            <a:lvl3pPr marL="0" indent="0">
              <a:lnSpc>
                <a:spcPct val="100000"/>
              </a:lnSpc>
              <a:spcAft>
                <a:spcPts val="0"/>
              </a:spcAft>
              <a:buNone/>
              <a:defRPr sz="1600" b="0" cap="none" baseline="0">
                <a:solidFill>
                  <a:schemeClr val="tx1"/>
                </a:solidFill>
                <a:latin typeface="+mn-lt"/>
              </a:defRPr>
            </a:lvl3pPr>
            <a:lvl4pPr marL="0" indent="0">
              <a:lnSpc>
                <a:spcPct val="100000"/>
              </a:lnSpc>
              <a:buNone/>
              <a:defRPr sz="1600" b="0" cap="none" baseline="0">
                <a:solidFill>
                  <a:schemeClr val="tx1"/>
                </a:solidFill>
                <a:latin typeface="+mn-lt"/>
              </a:defRPr>
            </a:lvl4pPr>
            <a:lvl5pPr marL="0" indent="0">
              <a:lnSpc>
                <a:spcPct val="100000"/>
              </a:lnSpc>
              <a:buNone/>
              <a:defRPr sz="1600" b="0" cap="none" baseline="0">
                <a:solidFill>
                  <a:schemeClr val="tx1"/>
                </a:solidFill>
                <a:latin typeface="+mn-lt"/>
              </a:defRPr>
            </a:lvl5pPr>
            <a:lvl6pPr marL="276020" indent="0">
              <a:buNone/>
              <a:defRPr/>
            </a:lvl6pPr>
            <a:lvl7pPr>
              <a:defRPr/>
            </a:lvl7pPr>
            <a:lvl8pPr>
              <a:defRPr/>
            </a:lvl8pPr>
          </a:lstStyle>
          <a:p>
            <a:pPr lvl="0"/>
            <a:r>
              <a:rPr lang="en-US" dirty="0"/>
              <a:t>title</a:t>
            </a:r>
          </a:p>
          <a:p>
            <a:pPr lvl="1"/>
            <a:r>
              <a:rPr lang="en-US" dirty="0"/>
              <a:t>Second level</a:t>
            </a:r>
          </a:p>
        </p:txBody>
      </p:sp>
    </p:spTree>
    <p:extLst>
      <p:ext uri="{BB962C8B-B14F-4D97-AF65-F5344CB8AC3E}">
        <p14:creationId xmlns:p14="http://schemas.microsoft.com/office/powerpoint/2010/main" val="176296088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898593302"/>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4" imgW="470" imgH="469" progId="TCLayout.ActiveDocument.1">
                  <p:embed/>
                </p:oleObj>
              </mc:Choice>
              <mc:Fallback>
                <p:oleObj name="think-cell スライド" r:id="rId4" imgW="470" imgH="469" progId="TCLayout.ActiveDocument.1">
                  <p:embed/>
                  <p:pic>
                    <p:nvPicPr>
                      <p:cNvPr id="2" name="オブジェクト 1" hidden="1"/>
                      <p:cNvPicPr/>
                      <p:nvPr/>
                    </p:nvPicPr>
                    <p:blipFill>
                      <a:blip r:embed="rId5"/>
                      <a:stretch>
                        <a:fillRect/>
                      </a:stretch>
                    </p:blipFill>
                    <p:spPr>
                      <a:xfrm>
                        <a:off x="1590" y="1589"/>
                        <a:ext cx="1587" cy="1587"/>
                      </a:xfrm>
                      <a:prstGeom prst="rect">
                        <a:avLst/>
                      </a:prstGeom>
                    </p:spPr>
                  </p:pic>
                </p:oleObj>
              </mc:Fallback>
            </mc:AlternateContent>
          </a:graphicData>
        </a:graphic>
      </p:graphicFrame>
      <p:sp>
        <p:nvSpPr>
          <p:cNvPr id="3" name="正方形/長方形 2" hidden="1">
            <a:extLst>
              <a:ext uri="{FF2B5EF4-FFF2-40B4-BE49-F238E27FC236}">
                <a16:creationId xmlns:a16="http://schemas.microsoft.com/office/drawing/2014/main" id="{CA469BE0-C4DD-4A81-90A8-F38AF1A7F083}"/>
              </a:ext>
            </a:extLst>
          </p:cNvPr>
          <p:cNvSpPr/>
          <p:nvPr userDrawn="1">
            <p:custDataLst>
              <p:tags r:id="rId2"/>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11" name="Text Placeholder 10"/>
          <p:cNvSpPr>
            <a:spLocks noGrp="1"/>
          </p:cNvSpPr>
          <p:nvPr>
            <p:ph type="body" idx="12"/>
          </p:nvPr>
        </p:nvSpPr>
        <p:spPr>
          <a:xfrm>
            <a:off x="173709" y="944949"/>
            <a:ext cx="9584887" cy="669414"/>
          </a:xfrm>
          <a:prstGeom prst="rect">
            <a:avLst/>
          </a:prstGeom>
        </p:spPr>
        <p:txBody>
          <a:bodyPr vert="horz" lIns="0" tIns="0" rIns="0" bIns="0" rtlCol="0">
            <a:noAutofit/>
          </a:bodyPr>
          <a:lstStyle>
            <a:lvl1pPr marR="0" defTabSz="990546" latinLnBrk="0">
              <a:lnSpc>
                <a:spcPct val="100000"/>
              </a:lnSpc>
              <a:spcBef>
                <a:spcPts val="0"/>
              </a:spcBef>
              <a:spcAft>
                <a:spcPts val="0"/>
              </a:spcAft>
              <a:buClrTx/>
              <a:buSzTx/>
              <a:tabLst/>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1pPr>
            <a:lvl2pPr marL="644525" indent="-285750">
              <a:buFont typeface="Wingdings" panose="05000000000000000000" pitchFamily="2" charset="2"/>
              <a:buChar char="p"/>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2pPr>
            <a:lvl3pPr marL="1004888" indent="-285750">
              <a:buFont typeface="Arial" panose="020B0604020202020204" pitchFamily="34" charset="0"/>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3pPr>
            <a:lvl4pPr marL="1363662" indent="-285750">
              <a:buFont typeface="Meiryo UI" panose="020B0604030504040204" pitchFamily="50" charset="-128"/>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4pPr>
            <a:lvl5pPr marL="1436687" indent="0">
              <a:buNone/>
              <a:defRPr lang="ja-JP" altLang="en-US" dirty="0">
                <a:latin typeface="Meiryo UI" panose="020B0604030504040204" pitchFamily="50" charset="-128"/>
                <a:ea typeface="Meiryo UI" panose="020B0604030504040204" pitchFamily="50" charset="-128"/>
                <a:sym typeface="Meiryo UI" panose="020B0604030504040204" pitchFamily="50" charset="-128"/>
              </a:defRPr>
            </a:lvl5pPr>
          </a:lstStyle>
          <a:p>
            <a:pPr marR="0" lvl="0" defTabSz="990546" latinLnBrk="0">
              <a:lnSpc>
                <a:spcPct val="100000"/>
              </a:lnSpc>
              <a:buClrTx/>
              <a:buSzTx/>
              <a:tabLst/>
            </a:pPr>
            <a:r>
              <a:rPr kumimoji="1" lang="ja-JP" altLang="en-US" dirty="0"/>
              <a:t>マスター テキストの書式設定</a:t>
            </a:r>
          </a:p>
        </p:txBody>
      </p:sp>
      <p:sp>
        <p:nvSpPr>
          <p:cNvPr id="8" name="正方形/長方形 7">
            <a:extLst>
              <a:ext uri="{FF2B5EF4-FFF2-40B4-BE49-F238E27FC236}">
                <a16:creationId xmlns:a16="http://schemas.microsoft.com/office/drawing/2014/main" id="{12906456-D3DD-4442-83E0-BA6425182F3D}"/>
              </a:ext>
            </a:extLst>
          </p:cNvPr>
          <p:cNvSpPr/>
          <p:nvPr userDrawn="1"/>
        </p:nvSpPr>
        <p:spPr bwMode="auto">
          <a:xfrm>
            <a:off x="-879584" y="6040398"/>
            <a:ext cx="576000" cy="57600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9" name="正方形/長方形 8">
            <a:extLst>
              <a:ext uri="{FF2B5EF4-FFF2-40B4-BE49-F238E27FC236}">
                <a16:creationId xmlns:a16="http://schemas.microsoft.com/office/drawing/2014/main" id="{7D3C50D3-6FCF-426C-A8CD-58001A1DA770}"/>
              </a:ext>
            </a:extLst>
          </p:cNvPr>
          <p:cNvSpPr/>
          <p:nvPr userDrawn="1"/>
        </p:nvSpPr>
        <p:spPr bwMode="auto">
          <a:xfrm>
            <a:off x="-879584" y="4617892"/>
            <a:ext cx="576000" cy="576000"/>
          </a:xfrm>
          <a:prstGeom prst="rect">
            <a:avLst/>
          </a:prstGeom>
          <a:solidFill>
            <a:srgbClr val="5A5A5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2" name="正方形/長方形 11">
            <a:extLst>
              <a:ext uri="{FF2B5EF4-FFF2-40B4-BE49-F238E27FC236}">
                <a16:creationId xmlns:a16="http://schemas.microsoft.com/office/drawing/2014/main" id="{E65AF459-1382-45FE-8AF0-FCF18D1E72A0}"/>
              </a:ext>
            </a:extLst>
          </p:cNvPr>
          <p:cNvSpPr/>
          <p:nvPr userDrawn="1"/>
        </p:nvSpPr>
        <p:spPr bwMode="auto">
          <a:xfrm>
            <a:off x="-879584" y="2484133"/>
            <a:ext cx="576000" cy="576000"/>
          </a:xfrm>
          <a:prstGeom prst="rect">
            <a:avLst/>
          </a:prstGeom>
          <a:solidFill>
            <a:srgbClr val="A100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3" name="正方形/長方形 12">
            <a:extLst>
              <a:ext uri="{FF2B5EF4-FFF2-40B4-BE49-F238E27FC236}">
                <a16:creationId xmlns:a16="http://schemas.microsoft.com/office/drawing/2014/main" id="{B07A765F-35EF-4253-9A19-35E2FAFD8A3E}"/>
              </a:ext>
            </a:extLst>
          </p:cNvPr>
          <p:cNvSpPr/>
          <p:nvPr userDrawn="1"/>
        </p:nvSpPr>
        <p:spPr bwMode="auto">
          <a:xfrm>
            <a:off x="-879584" y="5329145"/>
            <a:ext cx="576000" cy="576000"/>
          </a:xfrm>
          <a:prstGeom prst="rect">
            <a:avLst/>
          </a:prstGeom>
          <a:solidFill>
            <a:srgbClr val="96969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5" name="正方形/長方形 14">
            <a:extLst>
              <a:ext uri="{FF2B5EF4-FFF2-40B4-BE49-F238E27FC236}">
                <a16:creationId xmlns:a16="http://schemas.microsoft.com/office/drawing/2014/main" id="{F1E34B52-515B-4F68-BC82-4B96533930ED}"/>
              </a:ext>
            </a:extLst>
          </p:cNvPr>
          <p:cNvSpPr/>
          <p:nvPr userDrawn="1"/>
        </p:nvSpPr>
        <p:spPr bwMode="auto">
          <a:xfrm>
            <a:off x="-879584" y="3195386"/>
            <a:ext cx="576000" cy="576000"/>
          </a:xfrm>
          <a:prstGeom prst="rect">
            <a:avLst/>
          </a:prstGeom>
          <a:solidFill>
            <a:srgbClr val="008E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6" name="正方形/長方形 15">
            <a:extLst>
              <a:ext uri="{FF2B5EF4-FFF2-40B4-BE49-F238E27FC236}">
                <a16:creationId xmlns:a16="http://schemas.microsoft.com/office/drawing/2014/main" id="{60701147-FAF6-4FF9-A5CD-44453C667421}"/>
              </a:ext>
            </a:extLst>
          </p:cNvPr>
          <p:cNvSpPr/>
          <p:nvPr userDrawn="1"/>
        </p:nvSpPr>
        <p:spPr bwMode="auto">
          <a:xfrm>
            <a:off x="-879584" y="3906639"/>
            <a:ext cx="576000" cy="576000"/>
          </a:xfrm>
          <a:prstGeom prst="rect">
            <a:avLst/>
          </a:prstGeom>
          <a:solidFill>
            <a:srgbClr val="8BE1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7" name="正方形/長方形 16">
            <a:extLst>
              <a:ext uri="{FF2B5EF4-FFF2-40B4-BE49-F238E27FC236}">
                <a16:creationId xmlns:a16="http://schemas.microsoft.com/office/drawing/2014/main" id="{01F64509-B6E4-4045-BC34-2D4BABAF7998}"/>
              </a:ext>
            </a:extLst>
          </p:cNvPr>
          <p:cNvSpPr/>
          <p:nvPr userDrawn="1"/>
        </p:nvSpPr>
        <p:spPr bwMode="auto">
          <a:xfrm>
            <a:off x="-879584" y="1772880"/>
            <a:ext cx="576000" cy="576000"/>
          </a:xfrm>
          <a:prstGeom prst="rect">
            <a:avLst/>
          </a:prstGeom>
          <a:solidFill>
            <a:srgbClr val="46007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4" name="テキスト プレースホルダー 5">
            <a:extLst>
              <a:ext uri="{FF2B5EF4-FFF2-40B4-BE49-F238E27FC236}">
                <a16:creationId xmlns:a16="http://schemas.microsoft.com/office/drawing/2014/main" id="{0E40949B-40DF-4DAB-A0DC-B0B990AFAB7F}"/>
              </a:ext>
            </a:extLst>
          </p:cNvPr>
          <p:cNvSpPr txBox="1">
            <a:spLocks/>
          </p:cNvSpPr>
          <p:nvPr userDrawn="1"/>
        </p:nvSpPr>
        <p:spPr>
          <a:xfrm>
            <a:off x="173709" y="77844"/>
            <a:ext cx="9584887" cy="369332"/>
          </a:xfrm>
          <a:prstGeom prst="rect">
            <a:avLst/>
          </a:prstGeom>
        </p:spPr>
        <p:txBody>
          <a:bodyPr vert="horz" wrap="square" lIns="0" tIns="0" rIns="0" bIns="0" rtlCol="0" anchor="b">
            <a:noAutofit/>
          </a:bodyPr>
          <a:lstStyle>
            <a:lvl1pPr marL="0" indent="0" algn="l" rtl="0" eaLnBrk="1" fontAlgn="base" hangingPunct="1">
              <a:lnSpc>
                <a:spcPct val="100000"/>
              </a:lnSpc>
              <a:spcBef>
                <a:spcPts val="0"/>
              </a:spcBef>
              <a:spcAft>
                <a:spcPts val="0"/>
              </a:spcAft>
              <a:buFont typeface="Arial" panose="020B0604020202020204" pitchFamily="34" charset="0"/>
              <a:buNone/>
              <a:defRPr kumimoji="1" lang="ja-JP" altLang="en-US" sz="1800" b="1" kern="1200" dirty="0">
                <a:solidFill>
                  <a:schemeClr val="accent2"/>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7063" indent="-268288" algn="l" rtl="0" eaLnBrk="1" fontAlgn="base" hangingPunct="1">
              <a:lnSpc>
                <a:spcPct val="100000"/>
              </a:lnSpc>
              <a:spcBef>
                <a:spcPts val="600"/>
              </a:spcBef>
              <a:spcAft>
                <a:spcPts val="325"/>
              </a:spcAft>
              <a:buFont typeface="Wingdings" panose="05000000000000000000" pitchFamily="2" charset="2"/>
              <a:buChar char="p"/>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85838" indent="-266700" algn="l" rtl="0" eaLnBrk="1" fontAlgn="base" hangingPunct="1">
              <a:lnSpc>
                <a:spcPct val="100000"/>
              </a:lnSpc>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346200" indent="-268288" algn="l" rtl="0" eaLnBrk="1" fontAlgn="base" hangingPunct="1">
              <a:lnSpc>
                <a:spcPct val="100000"/>
              </a:lnSpc>
              <a:spcBef>
                <a:spcPts val="600"/>
              </a:spcBef>
              <a:spcAft>
                <a:spcPts val="325"/>
              </a:spcAft>
              <a:buFont typeface="Meiryo UI" panose="020B0604030504040204" pitchFamily="50" charset="-128"/>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704975" indent="-268288" algn="l" rtl="0" eaLnBrk="1" fontAlgn="base" hangingPunct="1">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9pPr>
          </a:lstStyle>
          <a:p>
            <a:pPr marR="0" lvl="0" defTabSz="990546" latinLnBrk="0">
              <a:lnSpc>
                <a:spcPct val="100000"/>
              </a:lnSpc>
              <a:buClrTx/>
              <a:buSzTx/>
              <a:tabLst/>
            </a:pPr>
            <a:endParaRPr kumimoji="1" lang="ja-JP" altLang="en-US" dirty="0"/>
          </a:p>
        </p:txBody>
      </p:sp>
      <p:sp>
        <p:nvSpPr>
          <p:cNvPr id="18" name="テキスト プレースホルダー 21">
            <a:extLst>
              <a:ext uri="{FF2B5EF4-FFF2-40B4-BE49-F238E27FC236}">
                <a16:creationId xmlns:a16="http://schemas.microsoft.com/office/drawing/2014/main" id="{31A1BE8D-17B1-492E-999C-4BCF9A147BDE}"/>
              </a:ext>
            </a:extLst>
          </p:cNvPr>
          <p:cNvSpPr>
            <a:spLocks noGrp="1"/>
          </p:cNvSpPr>
          <p:nvPr>
            <p:ph type="body" sz="quarter" idx="13"/>
          </p:nvPr>
        </p:nvSpPr>
        <p:spPr>
          <a:xfrm>
            <a:off x="173709" y="107340"/>
            <a:ext cx="9584887" cy="369332"/>
          </a:xfrm>
          <a:prstGeom prst="rect">
            <a:avLst/>
          </a:prstGeom>
        </p:spPr>
        <p:txBody>
          <a:bodyPr vert="horz" lIns="0" tIns="0" rIns="0" bIns="0" rtlCol="0" anchor="b">
            <a:noAutofit/>
          </a:bodyPr>
          <a:lstStyle>
            <a:lvl1pPr>
              <a:spcBef>
                <a:spcPts val="0"/>
              </a:spcBef>
              <a:spcAft>
                <a:spcPts val="0"/>
              </a:spcAft>
              <a:defRPr lang="ja-JP" altLang="en-US" b="1" dirty="0">
                <a:solidFill>
                  <a:schemeClr val="accent2"/>
                </a:solidFill>
              </a:defRPr>
            </a:lvl1pPr>
          </a:lstStyle>
          <a:p>
            <a:pPr lvl="0">
              <a:spcBef>
                <a:spcPts val="325"/>
              </a:spcBef>
            </a:pPr>
            <a:r>
              <a:rPr kumimoji="1" lang="ja-JP" altLang="en-US" dirty="0"/>
              <a:t>マスター テキストの書式設定</a:t>
            </a:r>
          </a:p>
        </p:txBody>
      </p:sp>
      <p:sp>
        <p:nvSpPr>
          <p:cNvPr id="4" name="タイトル 3">
            <a:extLst>
              <a:ext uri="{FF2B5EF4-FFF2-40B4-BE49-F238E27FC236}">
                <a16:creationId xmlns:a16="http://schemas.microsoft.com/office/drawing/2014/main" id="{30BAEFF2-F51A-4D56-9E18-6AF47EFF8BA3}"/>
              </a:ext>
            </a:extLst>
          </p:cNvPr>
          <p:cNvSpPr>
            <a:spLocks noGrp="1"/>
          </p:cNvSpPr>
          <p:nvPr>
            <p:ph type="title"/>
          </p:nvPr>
        </p:nvSpPr>
        <p:spPr/>
        <p:txBody>
          <a:bodyPr/>
          <a:lstStyle/>
          <a:p>
            <a:r>
              <a:rPr kumimoji="1" lang="ja-JP" altLang="en-US"/>
              <a:t>マスター タイトルの書式設定</a:t>
            </a:r>
          </a:p>
        </p:txBody>
      </p:sp>
      <p:sp>
        <p:nvSpPr>
          <p:cNvPr id="20" name="Footer Placeholder 3">
            <a:extLst>
              <a:ext uri="{FF2B5EF4-FFF2-40B4-BE49-F238E27FC236}">
                <a16:creationId xmlns:a16="http://schemas.microsoft.com/office/drawing/2014/main" id="{B79A678E-03A2-4127-8113-7498C266BCB5}"/>
              </a:ext>
            </a:extLst>
          </p:cNvPr>
          <p:cNvSpPr txBox="1">
            <a:spLocks/>
          </p:cNvSpPr>
          <p:nvPr userDrawn="1"/>
        </p:nvSpPr>
        <p:spPr>
          <a:xfrm>
            <a:off x="6771251" y="6703503"/>
            <a:ext cx="3096430" cy="1384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36000" tIns="0" rIns="36000" bIns="0" numCol="1" anchor="b" anchorCtr="0" compatLnSpc="1">
            <a:prstTxWarp prst="textNoShape">
              <a:avLst/>
            </a:prstTxWarp>
          </a:bodyPr>
          <a:lstStyle>
            <a:defPPr>
              <a:defRPr lang="en-US"/>
            </a:defPPr>
            <a:lvl1pPr algn="ctr" rtl="0" fontAlgn="base">
              <a:spcBef>
                <a:spcPct val="20000"/>
              </a:spcBef>
              <a:spcAft>
                <a:spcPct val="0"/>
              </a:spcAft>
              <a:buClr>
                <a:schemeClr val="tx1"/>
              </a:buClr>
              <a:defRPr lang="en-US" altLang="ja-JP" sz="1000" kern="1200" smtClean="0">
                <a:solidFill>
                  <a:srgbClr val="000000"/>
                </a:solidFill>
                <a:latin typeface="Meiryo UI" panose="020B0604030504040204" pitchFamily="50" charset="-128"/>
                <a:ea typeface="Meiryo UI" panose="020B0604030504040204" pitchFamily="50" charset="-128"/>
                <a:cs typeface="Meiryo UI" panose="020B0604030504040204" pitchFamily="50" charset="-128"/>
              </a:defRPr>
            </a:lvl1pPr>
            <a:lvl2pPr marL="4572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2pPr>
            <a:lvl3pPr marL="9144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3pPr>
            <a:lvl4pPr marL="13716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4pPr>
            <a:lvl5pPr marL="18288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5pPr>
            <a:lvl6pPr marL="2286000" algn="l" defTabSz="914400" rtl="0" eaLnBrk="1" latinLnBrk="0" hangingPunct="1">
              <a:defRPr sz="1200" kern="1200">
                <a:solidFill>
                  <a:schemeClr val="tx1"/>
                </a:solidFill>
                <a:latin typeface="Arial" pitchFamily="34" charset="0"/>
                <a:ea typeface="HGPｺﾞｼｯｸE" pitchFamily="50" charset="-128"/>
                <a:cs typeface="+mn-cs"/>
              </a:defRPr>
            </a:lvl6pPr>
            <a:lvl7pPr marL="2743200" algn="l" defTabSz="914400" rtl="0" eaLnBrk="1" latinLnBrk="0" hangingPunct="1">
              <a:defRPr sz="1200" kern="1200">
                <a:solidFill>
                  <a:schemeClr val="tx1"/>
                </a:solidFill>
                <a:latin typeface="Arial" pitchFamily="34" charset="0"/>
                <a:ea typeface="HGPｺﾞｼｯｸE" pitchFamily="50" charset="-128"/>
                <a:cs typeface="+mn-cs"/>
              </a:defRPr>
            </a:lvl7pPr>
            <a:lvl8pPr marL="3200400" algn="l" defTabSz="914400" rtl="0" eaLnBrk="1" latinLnBrk="0" hangingPunct="1">
              <a:defRPr sz="1200" kern="1200">
                <a:solidFill>
                  <a:schemeClr val="tx1"/>
                </a:solidFill>
                <a:latin typeface="Arial" pitchFamily="34" charset="0"/>
                <a:ea typeface="HGPｺﾞｼｯｸE" pitchFamily="50" charset="-128"/>
                <a:cs typeface="+mn-cs"/>
              </a:defRPr>
            </a:lvl8pPr>
            <a:lvl9pPr marL="3657600" algn="l" defTabSz="914400" rtl="0" eaLnBrk="1" latinLnBrk="0" hangingPunct="1">
              <a:defRPr sz="1200" kern="1200">
                <a:solidFill>
                  <a:schemeClr val="tx1"/>
                </a:solidFill>
                <a:latin typeface="Arial" pitchFamily="34" charset="0"/>
                <a:ea typeface="HGPｺﾞｼｯｸE" pitchFamily="50" charset="-128"/>
                <a:cs typeface="+mn-cs"/>
              </a:defRPr>
            </a:lvl9pPr>
          </a:lstStyle>
          <a:p>
            <a:pPr algn="l"/>
            <a:r>
              <a:rPr lang="en-US" sz="900" b="0" dirty="0"/>
              <a:t>Copyright © 20</a:t>
            </a:r>
            <a:r>
              <a:rPr lang="en-US" altLang="ja-JP" sz="900" b="0" dirty="0"/>
              <a:t>22 </a:t>
            </a:r>
            <a:r>
              <a:rPr lang="en-US" sz="900" b="0" dirty="0"/>
              <a:t>Accenture  All Rights Reserved.</a:t>
            </a:r>
          </a:p>
        </p:txBody>
      </p:sp>
      <p:sp>
        <p:nvSpPr>
          <p:cNvPr id="21" name="TextBox 7">
            <a:extLst>
              <a:ext uri="{FF2B5EF4-FFF2-40B4-BE49-F238E27FC236}">
                <a16:creationId xmlns:a16="http://schemas.microsoft.com/office/drawing/2014/main" id="{AF0E1555-B8BF-4756-9D00-ED4FBF1BDBE4}"/>
              </a:ext>
            </a:extLst>
          </p:cNvPr>
          <p:cNvSpPr txBox="1"/>
          <p:nvPr userDrawn="1"/>
        </p:nvSpPr>
        <p:spPr>
          <a:xfrm>
            <a:off x="206939" y="6706395"/>
            <a:ext cx="4051788" cy="276999"/>
          </a:xfrm>
          <a:prstGeom prst="rect">
            <a:avLst/>
          </a:prstGeom>
          <a:noFill/>
        </p:spPr>
        <p:txBody>
          <a:bodyPr wrap="square" lIns="72000" tIns="0" rIns="7200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ja-JP" sz="900" b="0" i="0" u="none" strike="noStrike" cap="none" normalizeH="0" baseline="0" dirty="0">
                <a:ln>
                  <a:noFill/>
                </a:ln>
                <a:solidFill>
                  <a:schemeClr val="tx1"/>
                </a:solidFill>
                <a:effectLst/>
                <a:latin typeface="+mj-lt"/>
                <a:ea typeface="ＭＳ Ｐゴシック" panose="020B0600070205080204" pitchFamily="50" charset="-128"/>
              </a:rPr>
              <a:t>This proposal is highly confidential and proprietary to Accenture.</a:t>
            </a:r>
            <a:endParaRPr kumimoji="0" lang="en-US" altLang="ja-JP" sz="900" b="0" i="0" u="none" strike="noStrike" cap="none" normalizeH="0" baseline="0" dirty="0">
              <a:ln>
                <a:noFill/>
              </a:ln>
              <a:solidFill>
                <a:schemeClr val="tx1"/>
              </a:solidFill>
              <a:effectLst/>
              <a:latin typeface="+mj-lt"/>
            </a:endParaRPr>
          </a:p>
          <a:p>
            <a:pPr algn="l"/>
            <a:endParaRPr kumimoji="1" lang="ja-JP" altLang="en-US" sz="900" b="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4" name="GTS_WH" descr="Accenture Greater Than symbol in white">
            <a:extLst>
              <a:ext uri="{FF2B5EF4-FFF2-40B4-BE49-F238E27FC236}">
                <a16:creationId xmlns:a16="http://schemas.microsoft.com/office/drawing/2014/main" id="{969B7ADE-873E-421C-9BB8-5F87579AC875}"/>
              </a:ext>
            </a:extLst>
          </p:cNvPr>
          <p:cNvSpPr>
            <a:spLocks noChangeAspect="1"/>
          </p:cNvSpPr>
          <p:nvPr userDrawn="1"/>
        </p:nvSpPr>
        <p:spPr bwMode="black">
          <a:xfrm>
            <a:off x="94876" y="6709531"/>
            <a:ext cx="131206" cy="144000"/>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accent1">
              <a:lumMod val="60000"/>
              <a:lumOff val="4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75486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CONFIDENTIAL Title Master: Dark">
    <p:bg>
      <p:bgPr>
        <a:gradFill>
          <a:gsLst>
            <a:gs pos="0">
              <a:srgbClr val="000088"/>
            </a:gs>
            <a:gs pos="93000">
              <a:schemeClr val="accent1"/>
            </a:gs>
          </a:gsLst>
          <a:lin ang="1800000" scaled="0"/>
        </a:gra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9926053" cy="6852691"/>
          </a:xfrm>
          <a:prstGeom prst="rect">
            <a:avLst/>
          </a:prstGeom>
        </p:spPr>
      </p:pic>
      <p:sp>
        <p:nvSpPr>
          <p:cNvPr id="2" name="Title 1"/>
          <p:cNvSpPr>
            <a:spLocks noGrp="1"/>
          </p:cNvSpPr>
          <p:nvPr>
            <p:ph type="ctrTitle" hasCustomPrompt="1"/>
          </p:nvPr>
        </p:nvSpPr>
        <p:spPr>
          <a:xfrm>
            <a:off x="623519" y="1484784"/>
            <a:ext cx="6744069" cy="2058516"/>
          </a:xfrm>
        </p:spPr>
        <p:txBody>
          <a:bodyPr tIns="0" anchor="t" anchorCtr="0">
            <a:noAutofit/>
          </a:bodyPr>
          <a:lstStyle>
            <a:lvl1pPr algn="l">
              <a:lnSpc>
                <a:spcPct val="70000"/>
              </a:lnSpc>
              <a:defRPr sz="6500">
                <a:solidFill>
                  <a:schemeClr val="tx1"/>
                </a:solidFill>
              </a:defRPr>
            </a:lvl1pPr>
          </a:lstStyle>
          <a:p>
            <a:r>
              <a:rPr lang="en-US"/>
              <a:t>Blockchain</a:t>
            </a:r>
            <a:br>
              <a:rPr lang="en-US"/>
            </a:br>
            <a:r>
              <a:rPr lang="en-US"/>
              <a:t>Academy</a:t>
            </a:r>
          </a:p>
        </p:txBody>
      </p:sp>
      <p:sp>
        <p:nvSpPr>
          <p:cNvPr id="8" name="Text Placeholder 7"/>
          <p:cNvSpPr>
            <a:spLocks noGrp="1"/>
          </p:cNvSpPr>
          <p:nvPr>
            <p:ph type="body" sz="quarter" idx="13" hasCustomPrompt="1"/>
          </p:nvPr>
        </p:nvSpPr>
        <p:spPr>
          <a:xfrm>
            <a:off x="623518" y="3543304"/>
            <a:ext cx="4329482" cy="3162299"/>
          </a:xfrm>
        </p:spPr>
        <p:txBody>
          <a:bodyPr>
            <a:noAutofit/>
          </a:bodyPr>
          <a:lstStyle>
            <a:lvl1pPr marL="0" indent="0">
              <a:lnSpc>
                <a:spcPct val="80000"/>
              </a:lnSpc>
              <a:defRPr sz="2600" b="0" baseline="0">
                <a:solidFill>
                  <a:schemeClr val="tx1"/>
                </a:solidFill>
                <a:latin typeface="+mn-lt"/>
              </a:defRPr>
            </a:lvl1pPr>
            <a:lvl2pPr marL="0" indent="0">
              <a:lnSpc>
                <a:spcPct val="75000"/>
              </a:lnSpc>
              <a:spcAft>
                <a:spcPts val="0"/>
              </a:spcAft>
              <a:defRPr sz="1950" b="1" cap="all" baseline="0">
                <a:solidFill>
                  <a:schemeClr val="accent5"/>
                </a:solidFill>
                <a:latin typeface="+mn-lt"/>
              </a:defRPr>
            </a:lvl2pPr>
            <a:lvl3pPr marL="0" indent="0">
              <a:lnSpc>
                <a:spcPct val="80000"/>
              </a:lnSpc>
              <a:spcAft>
                <a:spcPts val="0"/>
              </a:spcAft>
              <a:defRPr sz="1300" b="1" cap="all" baseline="0">
                <a:solidFill>
                  <a:schemeClr val="accent5"/>
                </a:solidFill>
                <a:latin typeface="+mn-lt"/>
              </a:defRPr>
            </a:lvl3pPr>
            <a:lvl4pPr marL="0" indent="0">
              <a:lnSpc>
                <a:spcPct val="80000"/>
              </a:lnSpc>
              <a:buNone/>
              <a:defRPr sz="1138" b="1" cap="all" baseline="0">
                <a:solidFill>
                  <a:schemeClr val="accent5"/>
                </a:solidFill>
                <a:latin typeface="+mn-lt"/>
              </a:defRPr>
            </a:lvl4pPr>
            <a:lvl5pPr marL="0" indent="0">
              <a:lnSpc>
                <a:spcPct val="90000"/>
              </a:lnSpc>
              <a:buNone/>
              <a:defRPr sz="894" b="1" cap="all" baseline="0">
                <a:solidFill>
                  <a:schemeClr val="accent5"/>
                </a:solidFill>
                <a:latin typeface="+mn-lt"/>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First level</a:t>
            </a:r>
          </a:p>
        </p:txBody>
      </p:sp>
      <p:sp>
        <p:nvSpPr>
          <p:cNvPr id="7" name="Text Placeholder 6"/>
          <p:cNvSpPr>
            <a:spLocks noGrp="1"/>
          </p:cNvSpPr>
          <p:nvPr>
            <p:ph type="body" sz="quarter" idx="14"/>
          </p:nvPr>
        </p:nvSpPr>
        <p:spPr>
          <a:xfrm>
            <a:off x="7355206" y="266700"/>
            <a:ext cx="2321720" cy="1978490"/>
          </a:xfrm>
        </p:spPr>
        <p:txBody>
          <a:bodyPr/>
          <a:lstStyle>
            <a:lvl1pPr marL="0" indent="0">
              <a:defRPr sz="2275" b="1">
                <a:solidFill>
                  <a:schemeClr val="accent6"/>
                </a:solidFill>
                <a:latin typeface="+mn-lt"/>
              </a:defRPr>
            </a:lvl1pPr>
            <a:lvl2pPr marL="0" indent="0">
              <a:lnSpc>
                <a:spcPct val="90000"/>
              </a:lnSpc>
              <a:spcAft>
                <a:spcPts val="0"/>
              </a:spcAft>
              <a:defRPr sz="1787">
                <a:solidFill>
                  <a:schemeClr val="bg1"/>
                </a:solidFill>
                <a:latin typeface="+mn-lt"/>
              </a:defRPr>
            </a:lvl2pPr>
            <a:lvl3pPr marL="0" indent="0">
              <a:lnSpc>
                <a:spcPct val="90000"/>
              </a:lnSpc>
              <a:spcAft>
                <a:spcPts val="0"/>
              </a:spcAft>
              <a:buFont typeface="Arial" panose="020B0604020202020204" pitchFamily="34" charset="0"/>
              <a:buNone/>
              <a:defRPr sz="1462">
                <a:solidFill>
                  <a:schemeClr val="bg1"/>
                </a:solidFill>
                <a:latin typeface="+mn-lt"/>
              </a:defRPr>
            </a:lvl3pPr>
            <a:lvl4pPr marL="0" indent="0">
              <a:lnSpc>
                <a:spcPct val="90000"/>
              </a:lnSpc>
              <a:spcBef>
                <a:spcPts val="975"/>
              </a:spcBef>
              <a:buNone/>
              <a:defRPr sz="1138">
                <a:solidFill>
                  <a:schemeClr val="bg1"/>
                </a:solidFill>
                <a:latin typeface="+mn-lt"/>
              </a:defRPr>
            </a:lvl4pPr>
            <a:lvl5pPr marL="0" indent="0">
              <a:buFont typeface="Arial" panose="020B0604020202020204" pitchFamily="34" charset="0"/>
              <a:buNone/>
              <a:defRPr sz="1625">
                <a:solidFill>
                  <a:schemeClr val="bg1"/>
                </a:solidFill>
              </a:defRPr>
            </a:lvl5pPr>
            <a:lvl6pPr marL="279874" indent="-140582">
              <a:buFont typeface="Graphik" panose="020B0503030202060203" pitchFamily="34" charset="0"/>
              <a:buChar char="–"/>
              <a:defRPr sz="1300">
                <a:solidFill>
                  <a:schemeClr val="bg1"/>
                </a:solidFill>
              </a:defRPr>
            </a:lvl6pPr>
            <a:lvl7pPr marL="0" indent="0">
              <a:defRPr sz="1138" b="1">
                <a:solidFill>
                  <a:schemeClr val="bg1"/>
                </a:solidFill>
                <a:latin typeface="+mj-lt"/>
              </a:defRPr>
            </a:lvl7pPr>
            <a:lvl8pPr marL="0" indent="0">
              <a:defRPr sz="1138" baseline="0">
                <a:solidFill>
                  <a:schemeClr val="bg1"/>
                </a:solidFill>
                <a:latin typeface="+mn-lt"/>
              </a:defRPr>
            </a:lvl8pPr>
            <a:lvl9pPr marL="0" indent="0">
              <a:lnSpc>
                <a:spcPct val="100000"/>
              </a:lnSpc>
              <a:spcAft>
                <a:spcPts val="650"/>
              </a:spcAft>
              <a:defRPr sz="1138">
                <a:solidFill>
                  <a:schemeClr val="bg1"/>
                </a:solidFill>
                <a:latin typeface="+mn-lt"/>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extBox 2"/>
          <p:cNvSpPr txBox="1"/>
          <p:nvPr userDrawn="1"/>
        </p:nvSpPr>
        <p:spPr>
          <a:xfrm>
            <a:off x="36241" y="3490332"/>
            <a:ext cx="742950" cy="914400"/>
          </a:xfrm>
          <a:prstGeom prst="rect">
            <a:avLst/>
          </a:prstGeom>
          <a:noFill/>
        </p:spPr>
        <p:txBody>
          <a:bodyPr wrap="none" lIns="0" tIns="0" rIns="0" bIns="37147" rtlCol="0">
            <a:noAutofit/>
          </a:bodyPr>
          <a:lstStyle/>
          <a:p>
            <a:endParaRPr lang="en-US" sz="1300" dirty="0"/>
          </a:p>
        </p:txBody>
      </p:sp>
    </p:spTree>
    <p:extLst>
      <p:ext uri="{BB962C8B-B14F-4D97-AF65-F5344CB8AC3E}">
        <p14:creationId xmlns:p14="http://schemas.microsoft.com/office/powerpoint/2010/main" val="609174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5"/>
            </p:custDataLst>
            <p:extLst>
              <p:ext uri="{D42A27DB-BD31-4B8C-83A1-F6EECF244321}">
                <p14:modId xmlns:p14="http://schemas.microsoft.com/office/powerpoint/2010/main" val="1705828006"/>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7" imgW="470" imgH="469" progId="TCLayout.ActiveDocument.1">
                  <p:embed/>
                </p:oleObj>
              </mc:Choice>
              <mc:Fallback>
                <p:oleObj name="think-cell スライド" r:id="rId7" imgW="470" imgH="469" progId="TCLayout.ActiveDocument.1">
                  <p:embed/>
                  <p:pic>
                    <p:nvPicPr>
                      <p:cNvPr id="2" name="オブジェクト 1" hidden="1"/>
                      <p:cNvPicPr/>
                      <p:nvPr/>
                    </p:nvPicPr>
                    <p:blipFill>
                      <a:blip r:embed="rId8"/>
                      <a:stretch>
                        <a:fillRect/>
                      </a:stretch>
                    </p:blipFill>
                    <p:spPr>
                      <a:xfrm>
                        <a:off x="1590" y="1589"/>
                        <a:ext cx="1587" cy="1587"/>
                      </a:xfrm>
                      <a:prstGeom prst="rect">
                        <a:avLst/>
                      </a:prstGeom>
                    </p:spPr>
                  </p:pic>
                </p:oleObj>
              </mc:Fallback>
            </mc:AlternateContent>
          </a:graphicData>
        </a:graphic>
      </p:graphicFrame>
      <p:sp>
        <p:nvSpPr>
          <p:cNvPr id="5" name="正方形/長方形 4" hidden="1">
            <a:extLst>
              <a:ext uri="{FF2B5EF4-FFF2-40B4-BE49-F238E27FC236}">
                <a16:creationId xmlns:a16="http://schemas.microsoft.com/office/drawing/2014/main" id="{6491AD6F-74F4-4A85-8F0F-8C30A5A0BA9C}"/>
              </a:ext>
            </a:extLst>
          </p:cNvPr>
          <p:cNvSpPr/>
          <p:nvPr userDrawn="1">
            <p:custDataLst>
              <p:tags r:id="rId6"/>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3" name="タイトル プレースホルダー 2">
            <a:extLst>
              <a:ext uri="{FF2B5EF4-FFF2-40B4-BE49-F238E27FC236}">
                <a16:creationId xmlns:a16="http://schemas.microsoft.com/office/drawing/2014/main" id="{CDE2699A-871E-4F62-8C18-D1F378566C71}"/>
              </a:ext>
            </a:extLst>
          </p:cNvPr>
          <p:cNvSpPr>
            <a:spLocks noGrp="1"/>
          </p:cNvSpPr>
          <p:nvPr>
            <p:ph type="title"/>
          </p:nvPr>
        </p:nvSpPr>
        <p:spPr>
          <a:xfrm>
            <a:off x="128744" y="476720"/>
            <a:ext cx="9645804" cy="432000"/>
          </a:xfrm>
          <a:prstGeom prst="rect">
            <a:avLst/>
          </a:prstGeom>
        </p:spPr>
        <p:txBody>
          <a:bodyPr vert="horz" lIns="0" tIns="0" rIns="0" bIns="0" rtlCol="0" anchor="ctr">
            <a:normAutofit/>
          </a:bodyPr>
          <a:lstStyle/>
          <a:p>
            <a:pPr lvl="0"/>
            <a:r>
              <a:rPr kumimoji="1" lang="ja-JP" altLang="en-US"/>
              <a:t>マスター タイトルの書式設定</a:t>
            </a:r>
          </a:p>
        </p:txBody>
      </p:sp>
      <p:sp>
        <p:nvSpPr>
          <p:cNvPr id="4" name="テキスト プレースホルダー 3">
            <a:extLst>
              <a:ext uri="{FF2B5EF4-FFF2-40B4-BE49-F238E27FC236}">
                <a16:creationId xmlns:a16="http://schemas.microsoft.com/office/drawing/2014/main" id="{146A2FBE-8717-4DDD-97F4-55040C1A4363}"/>
              </a:ext>
            </a:extLst>
          </p:cNvPr>
          <p:cNvSpPr>
            <a:spLocks noGrp="1"/>
          </p:cNvSpPr>
          <p:nvPr>
            <p:ph type="body" idx="1"/>
          </p:nvPr>
        </p:nvSpPr>
        <p:spPr>
          <a:xfrm>
            <a:off x="128744" y="944949"/>
            <a:ext cx="9645804" cy="1454244"/>
          </a:xfrm>
          <a:prstGeom prst="rect">
            <a:avLst/>
          </a:prstGeom>
        </p:spPr>
        <p:txBody>
          <a:bodyPr vert="horz" wrap="square" lIns="0" tIns="0" rIns="0" bIns="0" rtlCol="0">
            <a:spAutoFit/>
          </a:bodyPr>
          <a:lstStyle/>
          <a:p>
            <a:pPr marR="0" lvl="0" defTabSz="990546" latinLnBrk="0">
              <a:lnSpc>
                <a:spcPct val="100000"/>
              </a:lnSpc>
              <a:buClrTx/>
              <a:buSzTx/>
              <a:tabLst/>
            </a:pPr>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a:t>
            </a:r>
            <a:r>
              <a:rPr kumimoji="1" lang="en-US" altLang="ja-JP"/>
              <a:t>4</a:t>
            </a:r>
            <a:r>
              <a:rPr kumimoji="1" lang="ja-JP" altLang="en-US"/>
              <a:t>レベル</a:t>
            </a:r>
          </a:p>
        </p:txBody>
      </p:sp>
      <p:sp>
        <p:nvSpPr>
          <p:cNvPr id="6" name="スライド番号プレースホルダー 7">
            <a:extLst>
              <a:ext uri="{FF2B5EF4-FFF2-40B4-BE49-F238E27FC236}">
                <a16:creationId xmlns:a16="http://schemas.microsoft.com/office/drawing/2014/main" id="{5B19B5BD-0A38-4C64-BEB3-AF8F17019E3B}"/>
              </a:ext>
            </a:extLst>
          </p:cNvPr>
          <p:cNvSpPr txBox="1">
            <a:spLocks/>
          </p:cNvSpPr>
          <p:nvPr userDrawn="1"/>
        </p:nvSpPr>
        <p:spPr>
          <a:xfrm>
            <a:off x="8562156" y="6703503"/>
            <a:ext cx="1329744" cy="138499"/>
          </a:xfrm>
          <a:prstGeom prst="rect">
            <a:avLst/>
          </a:prstGeom>
        </p:spPr>
        <p:txBody>
          <a:bodyPr lIns="36000" tIns="0" rIns="36000" bIns="0"/>
          <a:lstStyle>
            <a:defPPr>
              <a:defRPr lang="en-US"/>
            </a:defPPr>
            <a:lvl1pPr algn="r" rtl="0" fontAlgn="base">
              <a:spcBef>
                <a:spcPct val="20000"/>
              </a:spcBef>
              <a:spcAft>
                <a:spcPct val="0"/>
              </a:spcAft>
              <a:buClr>
                <a:schemeClr val="tx1"/>
              </a:buClr>
              <a:defRPr sz="1050" kern="1200">
                <a:solidFill>
                  <a:schemeClr val="tx1"/>
                </a:solidFill>
                <a:latin typeface="Arial" pitchFamily="34" charset="0"/>
                <a:ea typeface="HGPｺﾞｼｯｸE" pitchFamily="50" charset="-128"/>
                <a:cs typeface="+mn-cs"/>
              </a:defRPr>
            </a:lvl1pPr>
            <a:lvl2pPr marL="4572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2pPr>
            <a:lvl3pPr marL="9144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3pPr>
            <a:lvl4pPr marL="13716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4pPr>
            <a:lvl5pPr marL="18288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5pPr>
            <a:lvl6pPr marL="2286000" algn="l" defTabSz="914400" rtl="0" eaLnBrk="1" latinLnBrk="0" hangingPunct="1">
              <a:defRPr sz="1200" kern="1200">
                <a:solidFill>
                  <a:schemeClr val="tx1"/>
                </a:solidFill>
                <a:latin typeface="Arial" pitchFamily="34" charset="0"/>
                <a:ea typeface="HGPｺﾞｼｯｸE" pitchFamily="50" charset="-128"/>
                <a:cs typeface="+mn-cs"/>
              </a:defRPr>
            </a:lvl6pPr>
            <a:lvl7pPr marL="2743200" algn="l" defTabSz="914400" rtl="0" eaLnBrk="1" latinLnBrk="0" hangingPunct="1">
              <a:defRPr sz="1200" kern="1200">
                <a:solidFill>
                  <a:schemeClr val="tx1"/>
                </a:solidFill>
                <a:latin typeface="Arial" pitchFamily="34" charset="0"/>
                <a:ea typeface="HGPｺﾞｼｯｸE" pitchFamily="50" charset="-128"/>
                <a:cs typeface="+mn-cs"/>
              </a:defRPr>
            </a:lvl7pPr>
            <a:lvl8pPr marL="3200400" algn="l" defTabSz="914400" rtl="0" eaLnBrk="1" latinLnBrk="0" hangingPunct="1">
              <a:defRPr sz="1200" kern="1200">
                <a:solidFill>
                  <a:schemeClr val="tx1"/>
                </a:solidFill>
                <a:latin typeface="Arial" pitchFamily="34" charset="0"/>
                <a:ea typeface="HGPｺﾞｼｯｸE" pitchFamily="50" charset="-128"/>
                <a:cs typeface="+mn-cs"/>
              </a:defRPr>
            </a:lvl8pPr>
            <a:lvl9pPr marL="3657600" algn="l" defTabSz="914400" rtl="0" eaLnBrk="1" latinLnBrk="0" hangingPunct="1">
              <a:defRPr sz="1200" kern="1200">
                <a:solidFill>
                  <a:schemeClr val="tx1"/>
                </a:solidFill>
                <a:latin typeface="Arial" pitchFamily="34" charset="0"/>
                <a:ea typeface="HGPｺﾞｼｯｸE" pitchFamily="50" charset="-128"/>
                <a:cs typeface="+mn-cs"/>
              </a:defRPr>
            </a:lvl9pPr>
          </a:lstStyle>
          <a:p>
            <a:fld id="{6C902888-AF24-451D-8F2F-B8470FC31079}" type="slidenum">
              <a:rPr lang="en-US" altLang="ja-JP" sz="1050" smtClean="0"/>
              <a:pPr/>
              <a:t>‹#›</a:t>
            </a:fld>
            <a:endParaRPr lang="ja-JP" altLang="en-US" sz="1050" dirty="0"/>
          </a:p>
        </p:txBody>
      </p:sp>
    </p:spTree>
    <p:extLst>
      <p:ext uri="{BB962C8B-B14F-4D97-AF65-F5344CB8AC3E}">
        <p14:creationId xmlns:p14="http://schemas.microsoft.com/office/powerpoint/2010/main" val="1684503783"/>
      </p:ext>
    </p:extLst>
  </p:cSld>
  <p:clrMap bg1="lt1" tx1="dk1" bg2="lt2" tx2="dk2" accent1="accent1" accent2="accent2" accent3="accent3" accent4="accent4" accent5="accent5" accent6="accent6" hlink="hlink" folHlink="folHlink"/>
  <p:sldLayoutIdLst>
    <p:sldLayoutId id="2147483835" r:id="rId1"/>
    <p:sldLayoutId id="2147483713" r:id="rId2"/>
    <p:sldLayoutId id="2147483837" r:id="rId3"/>
  </p:sldLayoutIdLst>
  <p:hf sldNum="0" hdr="0" ftr="0" dt="0"/>
  <p:txStyles>
    <p:titleStyle>
      <a:lvl1pPr algn="l" rtl="0" eaLnBrk="1" fontAlgn="base" hangingPunct="1">
        <a:spcBef>
          <a:spcPct val="0"/>
        </a:spcBef>
        <a:spcAft>
          <a:spcPct val="0"/>
        </a:spcAft>
        <a:defRPr kumimoji="1" lang="ja-JP" altLang="en-US" sz="2600" b="1" kern="1200" dirty="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vl2pPr algn="l" rtl="0" eaLnBrk="1" fontAlgn="base" hangingPunct="1">
        <a:spcBef>
          <a:spcPct val="0"/>
        </a:spcBef>
        <a:spcAft>
          <a:spcPct val="0"/>
        </a:spcAft>
        <a:defRPr kumimoji="1" sz="4767" b="1">
          <a:solidFill>
            <a:schemeClr val="tx1"/>
          </a:solidFill>
          <a:latin typeface="Arial" charset="0"/>
        </a:defRPr>
      </a:lvl2pPr>
      <a:lvl3pPr algn="l" rtl="0" eaLnBrk="1" fontAlgn="base" hangingPunct="1">
        <a:spcBef>
          <a:spcPct val="0"/>
        </a:spcBef>
        <a:spcAft>
          <a:spcPct val="0"/>
        </a:spcAft>
        <a:defRPr kumimoji="1" sz="4767" b="1">
          <a:solidFill>
            <a:schemeClr val="tx1"/>
          </a:solidFill>
          <a:latin typeface="Arial" charset="0"/>
        </a:defRPr>
      </a:lvl3pPr>
      <a:lvl4pPr algn="l" rtl="0" eaLnBrk="1" fontAlgn="base" hangingPunct="1">
        <a:spcBef>
          <a:spcPct val="0"/>
        </a:spcBef>
        <a:spcAft>
          <a:spcPct val="0"/>
        </a:spcAft>
        <a:defRPr kumimoji="1" sz="4767" b="1">
          <a:solidFill>
            <a:schemeClr val="tx1"/>
          </a:solidFill>
          <a:latin typeface="Arial" charset="0"/>
        </a:defRPr>
      </a:lvl4pPr>
      <a:lvl5pPr algn="l" rtl="0" eaLnBrk="1" fontAlgn="base" hangingPunct="1">
        <a:spcBef>
          <a:spcPct val="0"/>
        </a:spcBef>
        <a:spcAft>
          <a:spcPct val="0"/>
        </a:spcAft>
        <a:defRPr kumimoji="1" sz="4767" b="1">
          <a:solidFill>
            <a:schemeClr val="tx1"/>
          </a:solidFill>
          <a:latin typeface="Arial" charset="0"/>
        </a:defRPr>
      </a:lvl5pPr>
      <a:lvl6pPr marL="495273" algn="l" rtl="0" eaLnBrk="1" fontAlgn="base" hangingPunct="1">
        <a:spcBef>
          <a:spcPct val="0"/>
        </a:spcBef>
        <a:spcAft>
          <a:spcPct val="0"/>
        </a:spcAft>
        <a:defRPr kumimoji="1" b="1">
          <a:solidFill>
            <a:schemeClr val="tx1"/>
          </a:solidFill>
          <a:latin typeface="Arial" charset="0"/>
        </a:defRPr>
      </a:lvl6pPr>
      <a:lvl7pPr marL="990546" algn="l" rtl="0" eaLnBrk="1" fontAlgn="base" hangingPunct="1">
        <a:spcBef>
          <a:spcPct val="0"/>
        </a:spcBef>
        <a:spcAft>
          <a:spcPct val="0"/>
        </a:spcAft>
        <a:defRPr kumimoji="1" b="1">
          <a:solidFill>
            <a:schemeClr val="tx1"/>
          </a:solidFill>
          <a:latin typeface="Arial" charset="0"/>
        </a:defRPr>
      </a:lvl7pPr>
      <a:lvl8pPr marL="1485818" algn="l" rtl="0" eaLnBrk="1" fontAlgn="base" hangingPunct="1">
        <a:spcBef>
          <a:spcPct val="0"/>
        </a:spcBef>
        <a:spcAft>
          <a:spcPct val="0"/>
        </a:spcAft>
        <a:defRPr kumimoji="1" b="1">
          <a:solidFill>
            <a:schemeClr val="tx1"/>
          </a:solidFill>
          <a:latin typeface="Arial" charset="0"/>
        </a:defRPr>
      </a:lvl8pPr>
      <a:lvl9pPr marL="1981089" algn="l" rtl="0" eaLnBrk="1" fontAlgn="base" hangingPunct="1">
        <a:spcBef>
          <a:spcPct val="0"/>
        </a:spcBef>
        <a:spcAft>
          <a:spcPct val="0"/>
        </a:spcAft>
        <a:defRPr kumimoji="1" b="1">
          <a:solidFill>
            <a:schemeClr val="tx1"/>
          </a:solidFill>
          <a:latin typeface="Arial" charset="0"/>
        </a:defRPr>
      </a:lvl9pPr>
    </p:titleStyle>
    <p:bodyStyle>
      <a:lvl1pPr marL="0" indent="0" algn="l" rtl="0" eaLnBrk="1" fontAlgn="base" hangingPunct="1">
        <a:lnSpc>
          <a:spcPct val="100000"/>
        </a:lnSpc>
        <a:spcBef>
          <a:spcPts val="600"/>
        </a:spcBef>
        <a:spcAft>
          <a:spcPts val="325"/>
        </a:spcAft>
        <a:buFont typeface="Arial" panose="020B0604020202020204" pitchFamily="34" charset="0"/>
        <a:buNone/>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7063" indent="-268288" algn="l" rtl="0" eaLnBrk="1" fontAlgn="base" hangingPunct="1">
        <a:lnSpc>
          <a:spcPct val="100000"/>
        </a:lnSpc>
        <a:spcBef>
          <a:spcPts val="600"/>
        </a:spcBef>
        <a:spcAft>
          <a:spcPts val="325"/>
        </a:spcAft>
        <a:buFont typeface="Wingdings" panose="05000000000000000000" pitchFamily="2" charset="2"/>
        <a:buChar char="p"/>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85838" indent="-266700" algn="l" rtl="0" eaLnBrk="1" fontAlgn="base" hangingPunct="1">
        <a:lnSpc>
          <a:spcPct val="100000"/>
        </a:lnSpc>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346200" indent="-268288" algn="l" rtl="0" eaLnBrk="1" fontAlgn="base" hangingPunct="1">
        <a:lnSpc>
          <a:spcPct val="100000"/>
        </a:lnSpc>
        <a:spcBef>
          <a:spcPts val="600"/>
        </a:spcBef>
        <a:spcAft>
          <a:spcPts val="325"/>
        </a:spcAft>
        <a:buFont typeface="Meiryo UI" panose="020B0604030504040204" pitchFamily="50" charset="-128"/>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704975" indent="-268288" algn="l" rtl="0" eaLnBrk="1" fontAlgn="base" hangingPunct="1">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9pPr>
    </p:bodyStyle>
    <p:otherStyle>
      <a:defPPr>
        <a:defRPr lang="de-DE"/>
      </a:defPPr>
      <a:lvl1pPr marL="0" algn="l" defTabSz="990546" rtl="0" eaLnBrk="1" latinLnBrk="0" hangingPunct="1">
        <a:defRPr kumimoji="1" sz="1951" kern="1200">
          <a:solidFill>
            <a:schemeClr val="tx1"/>
          </a:solidFill>
          <a:latin typeface="+mn-lt"/>
          <a:ea typeface="+mn-ea"/>
          <a:cs typeface="+mn-cs"/>
        </a:defRPr>
      </a:lvl1pPr>
      <a:lvl2pPr marL="495273" algn="l" defTabSz="990546" rtl="0" eaLnBrk="1" latinLnBrk="0" hangingPunct="1">
        <a:defRPr kumimoji="1" sz="1951" kern="1200">
          <a:solidFill>
            <a:schemeClr val="tx1"/>
          </a:solidFill>
          <a:latin typeface="+mn-lt"/>
          <a:ea typeface="+mn-ea"/>
          <a:cs typeface="+mn-cs"/>
        </a:defRPr>
      </a:lvl2pPr>
      <a:lvl3pPr marL="990546" algn="l" defTabSz="990546" rtl="0" eaLnBrk="1" latinLnBrk="0" hangingPunct="1">
        <a:defRPr kumimoji="1" sz="1951" kern="1200">
          <a:solidFill>
            <a:schemeClr val="tx1"/>
          </a:solidFill>
          <a:latin typeface="+mn-lt"/>
          <a:ea typeface="+mn-ea"/>
          <a:cs typeface="+mn-cs"/>
        </a:defRPr>
      </a:lvl3pPr>
      <a:lvl4pPr marL="1485818" algn="l" defTabSz="990546" rtl="0" eaLnBrk="1" latinLnBrk="0" hangingPunct="1">
        <a:defRPr kumimoji="1" sz="1951" kern="1200">
          <a:solidFill>
            <a:schemeClr val="tx1"/>
          </a:solidFill>
          <a:latin typeface="+mn-lt"/>
          <a:ea typeface="+mn-ea"/>
          <a:cs typeface="+mn-cs"/>
        </a:defRPr>
      </a:lvl4pPr>
      <a:lvl5pPr marL="1981089" algn="l" defTabSz="990546" rtl="0" eaLnBrk="1" latinLnBrk="0" hangingPunct="1">
        <a:defRPr kumimoji="1" sz="1951" kern="1200">
          <a:solidFill>
            <a:schemeClr val="tx1"/>
          </a:solidFill>
          <a:latin typeface="+mn-lt"/>
          <a:ea typeface="+mn-ea"/>
          <a:cs typeface="+mn-cs"/>
        </a:defRPr>
      </a:lvl5pPr>
      <a:lvl6pPr marL="2476362" algn="l" defTabSz="990546" rtl="0" eaLnBrk="1" latinLnBrk="0" hangingPunct="1">
        <a:defRPr kumimoji="1" sz="1951" kern="1200">
          <a:solidFill>
            <a:schemeClr val="tx1"/>
          </a:solidFill>
          <a:latin typeface="+mn-lt"/>
          <a:ea typeface="+mn-ea"/>
          <a:cs typeface="+mn-cs"/>
        </a:defRPr>
      </a:lvl6pPr>
      <a:lvl7pPr marL="2971635" algn="l" defTabSz="990546" rtl="0" eaLnBrk="1" latinLnBrk="0" hangingPunct="1">
        <a:defRPr kumimoji="1" sz="1951" kern="1200">
          <a:solidFill>
            <a:schemeClr val="tx1"/>
          </a:solidFill>
          <a:latin typeface="+mn-lt"/>
          <a:ea typeface="+mn-ea"/>
          <a:cs typeface="+mn-cs"/>
        </a:defRPr>
      </a:lvl7pPr>
      <a:lvl8pPr marL="3466907" algn="l" defTabSz="990546" rtl="0" eaLnBrk="1" latinLnBrk="0" hangingPunct="1">
        <a:defRPr kumimoji="1" sz="1951" kern="1200">
          <a:solidFill>
            <a:schemeClr val="tx1"/>
          </a:solidFill>
          <a:latin typeface="+mn-lt"/>
          <a:ea typeface="+mn-ea"/>
          <a:cs typeface="+mn-cs"/>
        </a:defRPr>
      </a:lvl8pPr>
      <a:lvl9pPr marL="3962180" algn="l" defTabSz="990546" rtl="0" eaLnBrk="1" latinLnBrk="0" hangingPunct="1">
        <a:defRPr kumimoji="1" sz="19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p15:clr>
            <a:srgbClr val="F26B43"/>
          </p15:clr>
        </p15:guide>
        <p15:guide id="2" pos="308">
          <p15:clr>
            <a:srgbClr val="F26B43"/>
          </p15:clr>
        </p15:guide>
        <p15:guide id="3" pos="5932">
          <p15:clr>
            <a:srgbClr val="F26B43"/>
          </p15:clr>
        </p15:guide>
        <p15:guide id="4" orient="horz" pos="415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6.emf"/><Relationship Id="rId4"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6.emf"/><Relationship Id="rId4"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6.emf"/><Relationship Id="rId4" Type="http://schemas.openxmlformats.org/officeDocument/2006/relationships/oleObject" Target="../embeddings/oleObject7.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6.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6.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3">
            <a:extLst>
              <a:ext uri="{FF2B5EF4-FFF2-40B4-BE49-F238E27FC236}">
                <a16:creationId xmlns:a16="http://schemas.microsoft.com/office/drawing/2014/main" id="{3C1EB604-99C3-47FF-8CFF-016B00DB9C5F}"/>
              </a:ext>
            </a:extLst>
          </p:cNvPr>
          <p:cNvSpPr txBox="1">
            <a:spLocks/>
          </p:cNvSpPr>
          <p:nvPr/>
        </p:nvSpPr>
        <p:spPr>
          <a:xfrm>
            <a:off x="309562" y="5591840"/>
            <a:ext cx="4643438" cy="631973"/>
          </a:xfrm>
          <a:prstGeom prst="rect">
            <a:avLst/>
          </a:prstGeom>
        </p:spPr>
        <p:txBody>
          <a:bodyPr/>
          <a:lstStyle>
            <a:lvl1pPr marL="0" indent="0" algn="l" rtl="0" eaLnBrk="1" fontAlgn="base" hangingPunct="1">
              <a:lnSpc>
                <a:spcPct val="100000"/>
              </a:lnSpc>
              <a:spcBef>
                <a:spcPts val="600"/>
              </a:spcBef>
              <a:spcAft>
                <a:spcPts val="325"/>
              </a:spcAft>
              <a:buFont typeface="Arial" panose="020B0604020202020204" pitchFamily="34" charset="0"/>
              <a:buNone/>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7063" indent="-268288" algn="l" rtl="0" eaLnBrk="1" fontAlgn="base" hangingPunct="1">
              <a:lnSpc>
                <a:spcPct val="100000"/>
              </a:lnSpc>
              <a:spcBef>
                <a:spcPts val="600"/>
              </a:spcBef>
              <a:spcAft>
                <a:spcPts val="325"/>
              </a:spcAft>
              <a:buFont typeface="Wingdings" panose="05000000000000000000" pitchFamily="2" charset="2"/>
              <a:buChar char="p"/>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85838" indent="-266700" algn="l" rtl="0" eaLnBrk="1" fontAlgn="base" hangingPunct="1">
              <a:lnSpc>
                <a:spcPct val="100000"/>
              </a:lnSpc>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346200" indent="-268288" algn="l" rtl="0" eaLnBrk="1" fontAlgn="base" hangingPunct="1">
              <a:lnSpc>
                <a:spcPct val="100000"/>
              </a:lnSpc>
              <a:spcBef>
                <a:spcPts val="600"/>
              </a:spcBef>
              <a:spcAft>
                <a:spcPts val="325"/>
              </a:spcAft>
              <a:buFont typeface="Meiryo UI" panose="020B0604030504040204" pitchFamily="50" charset="-128"/>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704975" indent="-268288" algn="l" rtl="0" eaLnBrk="1" fontAlgn="base" hangingPunct="1">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9pPr>
          </a:lstStyle>
          <a:p>
            <a:r>
              <a:rPr lang="en-US" altLang="ja-JP" dirty="0"/>
              <a:t>2022</a:t>
            </a:r>
            <a:r>
              <a:rPr lang="ja-JP" altLang="en-US" dirty="0"/>
              <a:t>年</a:t>
            </a:r>
            <a:r>
              <a:rPr lang="en-US" altLang="ja-JP" dirty="0"/>
              <a:t>10</a:t>
            </a:r>
            <a:r>
              <a:rPr lang="ja-JP" altLang="en-US" dirty="0"/>
              <a:t>月</a:t>
            </a:r>
            <a:r>
              <a:rPr lang="en-US" altLang="ja-JP" dirty="0"/>
              <a:t>21</a:t>
            </a:r>
            <a:r>
              <a:rPr lang="ja-JP" altLang="en-US" dirty="0"/>
              <a:t>日</a:t>
            </a:r>
          </a:p>
          <a:p>
            <a:r>
              <a:rPr lang="ja-JP" altLang="en-US" dirty="0"/>
              <a:t>アクセンチュア株式会社</a:t>
            </a:r>
          </a:p>
        </p:txBody>
      </p:sp>
      <p:sp>
        <p:nvSpPr>
          <p:cNvPr id="8" name="テキスト プレースホルダー 2">
            <a:extLst>
              <a:ext uri="{FF2B5EF4-FFF2-40B4-BE49-F238E27FC236}">
                <a16:creationId xmlns:a16="http://schemas.microsoft.com/office/drawing/2014/main" id="{79114958-0566-40A5-868D-4F21AED8A52A}"/>
              </a:ext>
            </a:extLst>
          </p:cNvPr>
          <p:cNvSpPr txBox="1">
            <a:spLocks/>
          </p:cNvSpPr>
          <p:nvPr/>
        </p:nvSpPr>
        <p:spPr>
          <a:xfrm>
            <a:off x="286116" y="352667"/>
            <a:ext cx="7964283" cy="350096"/>
          </a:xfrm>
          <a:prstGeom prst="rect">
            <a:avLst/>
          </a:prstGeom>
        </p:spPr>
        <p:txBody>
          <a:bodyPr vert="horz" wrap="square" lIns="0" tIns="0" rIns="0" bIns="0" rtlCol="0">
            <a:spAutoFit/>
          </a:bodyPr>
          <a:lstStyle>
            <a:lvl1pPr marL="0" indent="0" algn="l" rtl="0" eaLnBrk="1" fontAlgn="base" hangingPunct="1">
              <a:lnSpc>
                <a:spcPct val="100000"/>
              </a:lnSpc>
              <a:spcBef>
                <a:spcPts val="600"/>
              </a:spcBef>
              <a:spcAft>
                <a:spcPts val="325"/>
              </a:spcAft>
              <a:buFont typeface="Arial" panose="020B0604020202020204" pitchFamily="34" charset="0"/>
              <a:buNone/>
              <a:defRPr kumimoji="1" lang="ja-JP" altLang="en-US" sz="2275" b="1" kern="1200">
                <a:solidFill>
                  <a:schemeClr val="accent6"/>
                </a:solidFill>
                <a:latin typeface="+mn-lt"/>
                <a:ea typeface="Meiryo UI" panose="020B0604030504040204" pitchFamily="50" charset="-128"/>
                <a:cs typeface="+mn-cs"/>
                <a:sym typeface="Meiryo UI" panose="020B0604030504040204" pitchFamily="50" charset="-128"/>
              </a:defRPr>
            </a:lvl1pPr>
            <a:lvl2pPr marL="0" indent="0" algn="l" rtl="0" eaLnBrk="1" fontAlgn="base" hangingPunct="1">
              <a:lnSpc>
                <a:spcPct val="90000"/>
              </a:lnSpc>
              <a:spcBef>
                <a:spcPts val="600"/>
              </a:spcBef>
              <a:spcAft>
                <a:spcPts val="0"/>
              </a:spcAft>
              <a:buFont typeface="Wingdings" panose="05000000000000000000" pitchFamily="2" charset="2"/>
              <a:buChar char="p"/>
              <a:defRPr kumimoji="1" lang="ja-JP" altLang="en-US" sz="1787" kern="1200">
                <a:solidFill>
                  <a:schemeClr val="bg1"/>
                </a:solidFill>
                <a:latin typeface="+mn-lt"/>
                <a:ea typeface="Meiryo UI" panose="020B0604030504040204" pitchFamily="50" charset="-128"/>
                <a:cs typeface="+mn-cs"/>
                <a:sym typeface="Meiryo UI" panose="020B0604030504040204" pitchFamily="50" charset="-128"/>
              </a:defRPr>
            </a:lvl2pPr>
            <a:lvl3pPr marL="0" indent="0" algn="l" rtl="0" eaLnBrk="1" fontAlgn="base" hangingPunct="1">
              <a:lnSpc>
                <a:spcPct val="90000"/>
              </a:lnSpc>
              <a:spcBef>
                <a:spcPts val="600"/>
              </a:spcBef>
              <a:spcAft>
                <a:spcPts val="0"/>
              </a:spcAft>
              <a:buFont typeface="Arial" panose="020B0604020202020204" pitchFamily="34" charset="0"/>
              <a:buNone/>
              <a:defRPr kumimoji="1" lang="ja-JP" altLang="en-US" sz="1462" kern="1200">
                <a:solidFill>
                  <a:schemeClr val="bg1"/>
                </a:solidFill>
                <a:latin typeface="+mn-lt"/>
                <a:ea typeface="Meiryo UI" panose="020B0604030504040204" pitchFamily="50" charset="-128"/>
                <a:cs typeface="+mn-cs"/>
                <a:sym typeface="Meiryo UI" panose="020B0604030504040204" pitchFamily="50" charset="-128"/>
              </a:defRPr>
            </a:lvl3pPr>
            <a:lvl4pPr marL="0" indent="0" algn="l" rtl="0" eaLnBrk="1" fontAlgn="base" hangingPunct="1">
              <a:lnSpc>
                <a:spcPct val="90000"/>
              </a:lnSpc>
              <a:spcBef>
                <a:spcPts val="975"/>
              </a:spcBef>
              <a:spcAft>
                <a:spcPts val="325"/>
              </a:spcAft>
              <a:buFont typeface="Meiryo UI" panose="020B0604030504040204" pitchFamily="50" charset="-128"/>
              <a:buNone/>
              <a:defRPr kumimoji="1" lang="ja-JP" altLang="en-US" sz="1138" kern="1200">
                <a:solidFill>
                  <a:schemeClr val="bg1"/>
                </a:solidFill>
                <a:latin typeface="+mn-lt"/>
                <a:ea typeface="Meiryo UI" panose="020B0604030504040204" pitchFamily="50" charset="-128"/>
                <a:cs typeface="+mn-cs"/>
                <a:sym typeface="Meiryo UI" panose="020B0604030504040204" pitchFamily="50" charset="-128"/>
              </a:defRPr>
            </a:lvl4pPr>
            <a:lvl5pPr marL="0" indent="0" algn="l" rtl="0" eaLnBrk="1" fontAlgn="base" hangingPunct="1">
              <a:spcBef>
                <a:spcPts val="600"/>
              </a:spcBef>
              <a:spcAft>
                <a:spcPts val="325"/>
              </a:spcAft>
              <a:buFont typeface="Arial" panose="020B0604020202020204" pitchFamily="34" charset="0"/>
              <a:buNone/>
              <a:defRPr kumimoji="1" lang="ja-JP" altLang="en-US" sz="1625" kern="1200">
                <a:solidFill>
                  <a:schemeClr val="bg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9874" indent="-140582" algn="l" defTabSz="990546" rtl="0" eaLnBrk="1" latinLnBrk="0" hangingPunct="1">
              <a:spcBef>
                <a:spcPct val="20000"/>
              </a:spcBef>
              <a:buFont typeface="Graphik" panose="020B0503030202060203" pitchFamily="34" charset="0"/>
              <a:buChar char="–"/>
              <a:defRPr kumimoji="1" sz="1300" kern="1200">
                <a:solidFill>
                  <a:schemeClr val="bg1"/>
                </a:solidFill>
                <a:latin typeface="+mn-lt"/>
                <a:ea typeface="+mn-ea"/>
                <a:cs typeface="+mn-cs"/>
              </a:defRPr>
            </a:lvl6pPr>
            <a:lvl7pPr marL="0" indent="0" algn="l" defTabSz="990546" rtl="0" eaLnBrk="1" latinLnBrk="0" hangingPunct="1">
              <a:spcBef>
                <a:spcPct val="20000"/>
              </a:spcBef>
              <a:buFont typeface="Arial" pitchFamily="34" charset="0"/>
              <a:buChar char="•"/>
              <a:defRPr kumimoji="1" sz="1138" b="1" kern="1200">
                <a:solidFill>
                  <a:schemeClr val="bg1"/>
                </a:solidFill>
                <a:latin typeface="+mj-lt"/>
                <a:ea typeface="+mn-ea"/>
                <a:cs typeface="+mn-cs"/>
              </a:defRPr>
            </a:lvl7pPr>
            <a:lvl8pPr marL="0" indent="0" algn="l" defTabSz="990546" rtl="0" eaLnBrk="1" latinLnBrk="0" hangingPunct="1">
              <a:spcBef>
                <a:spcPct val="20000"/>
              </a:spcBef>
              <a:buFont typeface="Arial" pitchFamily="34" charset="0"/>
              <a:buChar char="•"/>
              <a:defRPr kumimoji="1" sz="1138" kern="1200" baseline="0">
                <a:solidFill>
                  <a:schemeClr val="bg1"/>
                </a:solidFill>
                <a:latin typeface="+mn-lt"/>
                <a:ea typeface="+mn-ea"/>
                <a:cs typeface="+mn-cs"/>
              </a:defRPr>
            </a:lvl8pPr>
            <a:lvl9pPr marL="0" indent="0" algn="l" defTabSz="990546" rtl="0" eaLnBrk="1" latinLnBrk="0" hangingPunct="1">
              <a:lnSpc>
                <a:spcPct val="100000"/>
              </a:lnSpc>
              <a:spcBef>
                <a:spcPct val="20000"/>
              </a:spcBef>
              <a:spcAft>
                <a:spcPts val="650"/>
              </a:spcAft>
              <a:buFont typeface="Arial" pitchFamily="34" charset="0"/>
              <a:buChar char="•"/>
              <a:defRPr kumimoji="1" sz="1138" kern="1200">
                <a:solidFill>
                  <a:schemeClr val="bg1"/>
                </a:solidFill>
                <a:latin typeface="+mn-lt"/>
                <a:ea typeface="+mn-ea"/>
                <a:cs typeface="+mn-cs"/>
              </a:defRPr>
            </a:lvl9pPr>
          </a:lstStyle>
          <a:p>
            <a:r>
              <a:rPr lang="en-US" altLang="ja-JP" dirty="0">
                <a:solidFill>
                  <a:schemeClr val="tx1">
                    <a:lumMod val="75000"/>
                    <a:lumOff val="25000"/>
                  </a:schemeClr>
                </a:solidFill>
              </a:rPr>
              <a:t>Trust Base </a:t>
            </a:r>
            <a:r>
              <a:rPr lang="ja-JP" altLang="en-US" dirty="0">
                <a:solidFill>
                  <a:schemeClr val="tx1">
                    <a:lumMod val="75000"/>
                    <a:lumOff val="25000"/>
                  </a:schemeClr>
                </a:solidFill>
              </a:rPr>
              <a:t>株式会社 </a:t>
            </a:r>
            <a:r>
              <a:rPr lang="zh-TW" altLang="en-US" dirty="0">
                <a:solidFill>
                  <a:schemeClr val="tx1">
                    <a:lumMod val="75000"/>
                    <a:lumOff val="25000"/>
                  </a:schemeClr>
                </a:solidFill>
              </a:rPr>
              <a:t>御中</a:t>
            </a:r>
          </a:p>
        </p:txBody>
      </p:sp>
      <p:sp>
        <p:nvSpPr>
          <p:cNvPr id="9" name="テキスト プレースホルダー 1">
            <a:extLst>
              <a:ext uri="{FF2B5EF4-FFF2-40B4-BE49-F238E27FC236}">
                <a16:creationId xmlns:a16="http://schemas.microsoft.com/office/drawing/2014/main" id="{65AC5001-365C-422F-97CF-B0C7F64AF932}"/>
              </a:ext>
            </a:extLst>
          </p:cNvPr>
          <p:cNvSpPr txBox="1">
            <a:spLocks/>
          </p:cNvSpPr>
          <p:nvPr/>
        </p:nvSpPr>
        <p:spPr>
          <a:xfrm>
            <a:off x="309561" y="1845278"/>
            <a:ext cx="4643438" cy="1603886"/>
          </a:xfrm>
          <a:prstGeom prst="rect">
            <a:avLst/>
          </a:prstGeom>
        </p:spPr>
        <p:txBody>
          <a:bodyPr vert="horz" wrap="square" lIns="0" tIns="0" rIns="0" bIns="0" rtlCol="0">
            <a:noAutofit/>
          </a:bodyPr>
          <a:lstStyle>
            <a:lvl1pPr marL="0" indent="0" algn="l" rtl="0" eaLnBrk="1" fontAlgn="base" hangingPunct="1">
              <a:lnSpc>
                <a:spcPct val="80000"/>
              </a:lnSpc>
              <a:spcBef>
                <a:spcPts val="600"/>
              </a:spcBef>
              <a:spcAft>
                <a:spcPts val="325"/>
              </a:spcAft>
              <a:buFont typeface="Arial" panose="020B0604020202020204" pitchFamily="34" charset="0"/>
              <a:buNone/>
              <a:defRPr kumimoji="1" lang="ja-JP" altLang="en-US" sz="2600" b="0" kern="1200" baseline="0">
                <a:solidFill>
                  <a:schemeClr val="tx1"/>
                </a:solidFill>
                <a:latin typeface="+mn-lt"/>
                <a:ea typeface="Meiryo UI" panose="020B0604030504040204" pitchFamily="50" charset="-128"/>
                <a:cs typeface="+mn-cs"/>
                <a:sym typeface="Meiryo UI" panose="020B0604030504040204" pitchFamily="50" charset="-128"/>
              </a:defRPr>
            </a:lvl1pPr>
            <a:lvl2pPr marL="0" indent="0" algn="l" rtl="0" eaLnBrk="1" fontAlgn="base" hangingPunct="1">
              <a:lnSpc>
                <a:spcPct val="75000"/>
              </a:lnSpc>
              <a:spcBef>
                <a:spcPts val="600"/>
              </a:spcBef>
              <a:spcAft>
                <a:spcPts val="0"/>
              </a:spcAft>
              <a:buFont typeface="Wingdings" panose="05000000000000000000" pitchFamily="2" charset="2"/>
              <a:buChar char="p"/>
              <a:defRPr kumimoji="1" lang="ja-JP" altLang="en-US" sz="1950" b="1" kern="1200" cap="all" baseline="0">
                <a:solidFill>
                  <a:schemeClr val="accent5"/>
                </a:solidFill>
                <a:latin typeface="+mn-lt"/>
                <a:ea typeface="Meiryo UI" panose="020B0604030504040204" pitchFamily="50" charset="-128"/>
                <a:cs typeface="+mn-cs"/>
                <a:sym typeface="Meiryo UI" panose="020B0604030504040204" pitchFamily="50" charset="-128"/>
              </a:defRPr>
            </a:lvl2pPr>
            <a:lvl3pPr marL="0" indent="0" algn="l" rtl="0" eaLnBrk="1" fontAlgn="base" hangingPunct="1">
              <a:lnSpc>
                <a:spcPct val="80000"/>
              </a:lnSpc>
              <a:spcBef>
                <a:spcPts val="600"/>
              </a:spcBef>
              <a:spcAft>
                <a:spcPts val="0"/>
              </a:spcAft>
              <a:buFont typeface="Arial" panose="020B0604020202020204" pitchFamily="34" charset="0"/>
              <a:buChar char="•"/>
              <a:defRPr kumimoji="1" lang="ja-JP" altLang="en-US" sz="1300" b="1" kern="1200" cap="all" baseline="0">
                <a:solidFill>
                  <a:schemeClr val="accent5"/>
                </a:solidFill>
                <a:latin typeface="+mn-lt"/>
                <a:ea typeface="Meiryo UI" panose="020B0604030504040204" pitchFamily="50" charset="-128"/>
                <a:cs typeface="+mn-cs"/>
                <a:sym typeface="Meiryo UI" panose="020B0604030504040204" pitchFamily="50" charset="-128"/>
              </a:defRPr>
            </a:lvl3pPr>
            <a:lvl4pPr marL="0" indent="0" algn="l" rtl="0" eaLnBrk="1" fontAlgn="base" hangingPunct="1">
              <a:lnSpc>
                <a:spcPct val="80000"/>
              </a:lnSpc>
              <a:spcBef>
                <a:spcPts val="600"/>
              </a:spcBef>
              <a:spcAft>
                <a:spcPts val="325"/>
              </a:spcAft>
              <a:buFont typeface="Meiryo UI" panose="020B0604030504040204" pitchFamily="50" charset="-128"/>
              <a:buNone/>
              <a:defRPr kumimoji="1" lang="ja-JP" altLang="en-US" sz="1138" b="1" kern="1200" cap="all" baseline="0">
                <a:solidFill>
                  <a:schemeClr val="accent5"/>
                </a:solidFill>
                <a:latin typeface="+mn-lt"/>
                <a:ea typeface="Meiryo UI" panose="020B0604030504040204" pitchFamily="50" charset="-128"/>
                <a:cs typeface="+mn-cs"/>
                <a:sym typeface="Meiryo UI" panose="020B0604030504040204" pitchFamily="50" charset="-128"/>
              </a:defRPr>
            </a:lvl4pPr>
            <a:lvl5pPr marL="0" indent="0" algn="l" rtl="0" eaLnBrk="1" fontAlgn="base" hangingPunct="1">
              <a:lnSpc>
                <a:spcPct val="90000"/>
              </a:lnSpc>
              <a:spcBef>
                <a:spcPts val="600"/>
              </a:spcBef>
              <a:spcAft>
                <a:spcPts val="325"/>
              </a:spcAft>
              <a:buFont typeface="Arial" panose="020B0604020202020204" pitchFamily="34" charset="0"/>
              <a:buNone/>
              <a:defRPr kumimoji="1" lang="ja-JP" altLang="en-US" sz="894" b="1" kern="1200" cap="all" baseline="0">
                <a:solidFill>
                  <a:schemeClr val="accent5"/>
                </a:solidFill>
                <a:latin typeface="+mn-lt"/>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bg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bg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bg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bg1"/>
                </a:solidFill>
                <a:latin typeface="+mn-lt"/>
                <a:ea typeface="+mn-ea"/>
                <a:cs typeface="+mn-cs"/>
              </a:defRPr>
            </a:lvl9pPr>
          </a:lstStyle>
          <a:p>
            <a:pPr>
              <a:lnSpc>
                <a:spcPct val="120000"/>
              </a:lnSpc>
              <a:spcBef>
                <a:spcPct val="60000"/>
              </a:spcBef>
              <a:spcAft>
                <a:spcPct val="0"/>
              </a:spcAft>
            </a:pPr>
            <a:r>
              <a:rPr lang="en-US" altLang="ja-JP" sz="2400" b="1" dirty="0"/>
              <a:t>Web3.0</a:t>
            </a:r>
            <a:r>
              <a:rPr lang="ja-JP" altLang="en-US" sz="2400" b="1" dirty="0"/>
              <a:t>起点での次世代型信託ビジネスを見据えた次期中計策定支援のご提案</a:t>
            </a:r>
          </a:p>
        </p:txBody>
      </p:sp>
    </p:spTree>
    <p:extLst>
      <p:ext uri="{BB962C8B-B14F-4D97-AF65-F5344CB8AC3E}">
        <p14:creationId xmlns:p14="http://schemas.microsoft.com/office/powerpoint/2010/main" val="481488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A73581-CBDA-4474-968E-F6D108894521}"/>
              </a:ext>
            </a:extLst>
          </p:cNvPr>
          <p:cNvSpPr>
            <a:spLocks noGrp="1"/>
          </p:cNvSpPr>
          <p:nvPr>
            <p:ph type="title"/>
          </p:nvPr>
        </p:nvSpPr>
        <p:spPr>
          <a:xfrm>
            <a:off x="173709" y="476672"/>
            <a:ext cx="9584887" cy="420752"/>
          </a:xfrm>
        </p:spPr>
        <p:txBody>
          <a:bodyPr/>
          <a:lstStyle/>
          <a:p>
            <a:r>
              <a:rPr kumimoji="1" lang="ja-JP" altLang="en-US" dirty="0">
                <a:latin typeface="+mj-lt"/>
              </a:rPr>
              <a:t>ご挨拶</a:t>
            </a:r>
          </a:p>
        </p:txBody>
      </p:sp>
      <p:sp>
        <p:nvSpPr>
          <p:cNvPr id="5" name="Rectangle 3">
            <a:extLst>
              <a:ext uri="{FF2B5EF4-FFF2-40B4-BE49-F238E27FC236}">
                <a16:creationId xmlns:a16="http://schemas.microsoft.com/office/drawing/2014/main" id="{48F54CFA-E159-4F69-8198-C59C88899DAC}"/>
              </a:ext>
            </a:extLst>
          </p:cNvPr>
          <p:cNvSpPr>
            <a:spLocks noChangeArrowheads="1"/>
          </p:cNvSpPr>
          <p:nvPr/>
        </p:nvSpPr>
        <p:spPr bwMode="gray">
          <a:xfrm>
            <a:off x="7152258" y="1956765"/>
            <a:ext cx="2513476" cy="1170177"/>
          </a:xfrm>
          <a:prstGeom prst="rect">
            <a:avLst/>
          </a:prstGeom>
        </p:spPr>
        <p:txBody>
          <a:bodyPr wrap="none" lIns="92059" tIns="46030" rIns="92059" bIns="46030">
            <a:spAutoFit/>
          </a:bodyPr>
          <a:lstStyle/>
          <a:p>
            <a:pPr algn="r" defTabSz="762000" eaLnBrk="0" hangingPunct="0">
              <a:spcBef>
                <a:spcPct val="0"/>
              </a:spcBef>
              <a:buClrTx/>
            </a:pPr>
            <a:r>
              <a:rPr kumimoji="1" lang="en-US" altLang="ja-JP" sz="1400" dirty="0">
                <a:latin typeface="+mj-lt"/>
                <a:ea typeface="Meiryo UI" panose="020B0604030504040204" pitchFamily="50" charset="-128"/>
                <a:cs typeface="Meiryo UI" panose="020B0604030504040204" pitchFamily="50" charset="-128"/>
              </a:rPr>
              <a:t>2022</a:t>
            </a:r>
            <a:r>
              <a:rPr kumimoji="1" lang="ja-JP" altLang="en-US" sz="1400" dirty="0">
                <a:latin typeface="+mj-lt"/>
                <a:ea typeface="Meiryo UI" panose="020B0604030504040204" pitchFamily="50" charset="-128"/>
                <a:cs typeface="Meiryo UI" panose="020B0604030504040204" pitchFamily="50" charset="-128"/>
              </a:rPr>
              <a:t>年</a:t>
            </a:r>
            <a:r>
              <a:rPr kumimoji="1" lang="en-US" altLang="ja-JP" sz="1400" dirty="0">
                <a:latin typeface="+mj-lt"/>
                <a:ea typeface="Meiryo UI" panose="020B0604030504040204" pitchFamily="50" charset="-128"/>
                <a:cs typeface="Meiryo UI" panose="020B0604030504040204" pitchFamily="50" charset="-128"/>
              </a:rPr>
              <a:t>10</a:t>
            </a:r>
            <a:r>
              <a:rPr kumimoji="1" lang="ja-JP" altLang="en-US" sz="1400" dirty="0">
                <a:latin typeface="+mj-lt"/>
                <a:ea typeface="Meiryo UI" panose="020B0604030504040204" pitchFamily="50" charset="-128"/>
                <a:cs typeface="Meiryo UI" panose="020B0604030504040204" pitchFamily="50" charset="-128"/>
              </a:rPr>
              <a:t>月</a:t>
            </a:r>
            <a:r>
              <a:rPr kumimoji="1" lang="en-US" altLang="ja-JP" sz="1400" dirty="0">
                <a:latin typeface="+mj-lt"/>
                <a:ea typeface="Meiryo UI" panose="020B0604030504040204" pitchFamily="50" charset="-128"/>
                <a:cs typeface="Meiryo UI" panose="020B0604030504040204" pitchFamily="50" charset="-128"/>
              </a:rPr>
              <a:t>21</a:t>
            </a:r>
            <a:r>
              <a:rPr kumimoji="1" lang="ja-JP" altLang="en-US" sz="1400" dirty="0">
                <a:latin typeface="+mj-lt"/>
                <a:ea typeface="Meiryo UI" panose="020B0604030504040204" pitchFamily="50" charset="-128"/>
                <a:cs typeface="Meiryo UI" panose="020B0604030504040204" pitchFamily="50" charset="-128"/>
              </a:rPr>
              <a:t>日</a:t>
            </a:r>
          </a:p>
          <a:p>
            <a:pPr algn="r" defTabSz="762000" eaLnBrk="0" hangingPunct="0">
              <a:spcBef>
                <a:spcPct val="0"/>
              </a:spcBef>
              <a:buClrTx/>
            </a:pPr>
            <a:endParaRPr kumimoji="1" lang="ja-JP" altLang="en-US" sz="1400" dirty="0">
              <a:latin typeface="+mj-lt"/>
              <a:ea typeface="Meiryo UI" panose="020B0604030504040204" pitchFamily="50" charset="-128"/>
              <a:cs typeface="Meiryo UI" panose="020B0604030504040204" pitchFamily="50" charset="-128"/>
            </a:endParaRPr>
          </a:p>
          <a:p>
            <a:pPr algn="r" defTabSz="762000" eaLnBrk="0" hangingPunct="0">
              <a:spcBef>
                <a:spcPct val="0"/>
              </a:spcBef>
              <a:buClrTx/>
            </a:pPr>
            <a:r>
              <a:rPr kumimoji="1" lang="ja-JP" altLang="en-US" sz="1400" dirty="0">
                <a:solidFill>
                  <a:prstClr val="black"/>
                </a:solidFill>
                <a:latin typeface="+mj-lt"/>
                <a:ea typeface="Meiryo UI" panose="020B0604030504040204" pitchFamily="50" charset="-128"/>
                <a:cs typeface="Meiryo UI" panose="020B0604030504040204" pitchFamily="50" charset="-128"/>
              </a:rPr>
              <a:t>アクセンチュア株式会社</a:t>
            </a:r>
          </a:p>
          <a:p>
            <a:pPr algn="r" defTabSz="762000" eaLnBrk="0" hangingPunct="0">
              <a:spcBef>
                <a:spcPct val="0"/>
              </a:spcBef>
              <a:buClrTx/>
            </a:pPr>
            <a:r>
              <a:rPr kumimoji="1" lang="ja-JP" altLang="en-US" sz="1400" dirty="0">
                <a:latin typeface="+mj-lt"/>
                <a:ea typeface="Meiryo UI" panose="020B0604030504040204" pitchFamily="50" charset="-128"/>
                <a:cs typeface="Meiryo UI" panose="020B0604030504040204" pitchFamily="50" charset="-128"/>
              </a:rPr>
              <a:t>金融サービス本部 統括本部長</a:t>
            </a:r>
            <a:endParaRPr kumimoji="1" lang="en-US" altLang="ja-JP" sz="1400" dirty="0">
              <a:latin typeface="+mj-lt"/>
              <a:ea typeface="Meiryo UI" panose="020B0604030504040204" pitchFamily="50" charset="-128"/>
              <a:cs typeface="Meiryo UI" panose="020B0604030504040204" pitchFamily="50" charset="-128"/>
            </a:endParaRPr>
          </a:p>
          <a:p>
            <a:pPr algn="r" defTabSz="762000" eaLnBrk="0" hangingPunct="0">
              <a:spcBef>
                <a:spcPct val="0"/>
              </a:spcBef>
              <a:buClrTx/>
            </a:pPr>
            <a:r>
              <a:rPr kumimoji="1" lang="ja-JP" altLang="en-US" sz="1400" dirty="0">
                <a:solidFill>
                  <a:prstClr val="black"/>
                </a:solidFill>
                <a:latin typeface="+mj-lt"/>
                <a:ea typeface="Meiryo UI" panose="020B0604030504040204" pitchFamily="50" charset="-128"/>
                <a:cs typeface="Meiryo UI" panose="020B0604030504040204" pitchFamily="50" charset="-128"/>
              </a:rPr>
              <a:t>中野将志</a:t>
            </a:r>
          </a:p>
        </p:txBody>
      </p:sp>
      <p:sp>
        <p:nvSpPr>
          <p:cNvPr id="6" name="Rectangle 4">
            <a:extLst>
              <a:ext uri="{FF2B5EF4-FFF2-40B4-BE49-F238E27FC236}">
                <a16:creationId xmlns:a16="http://schemas.microsoft.com/office/drawing/2014/main" id="{80F52728-EE82-4789-AD25-6027238CB008}"/>
              </a:ext>
            </a:extLst>
          </p:cNvPr>
          <p:cNvSpPr>
            <a:spLocks noChangeArrowheads="1"/>
          </p:cNvSpPr>
          <p:nvPr/>
        </p:nvSpPr>
        <p:spPr bwMode="gray">
          <a:xfrm>
            <a:off x="418010" y="2924523"/>
            <a:ext cx="9247724" cy="3701449"/>
          </a:xfrm>
          <a:prstGeom prst="rect">
            <a:avLst/>
          </a:prstGeom>
        </p:spPr>
        <p:txBody>
          <a:bodyPr lIns="92059" tIns="46030" rIns="92059" bIns="46030"/>
          <a:lstStyle/>
          <a:p>
            <a:pPr algn="l" eaLnBrk="0" hangingPunct="0">
              <a:lnSpc>
                <a:spcPct val="145000"/>
              </a:lnSpc>
              <a:spcBef>
                <a:spcPct val="0"/>
              </a:spcBef>
              <a:buClrTx/>
            </a:pPr>
            <a:r>
              <a:rPr kumimoji="1" lang="ja-JP" altLang="en-US" sz="1400" dirty="0">
                <a:solidFill>
                  <a:prstClr val="black"/>
                </a:solidFill>
                <a:latin typeface="+mj-lt"/>
                <a:ea typeface="Meiryo UI" panose="020B0604030504040204" pitchFamily="50" charset="-128"/>
                <a:cs typeface="Meiryo UI" panose="020B0604030504040204" pitchFamily="50" charset="-128"/>
              </a:rPr>
              <a:t>拝啓　貴社益々ご清栄のこととお慶び申し上げます。</a:t>
            </a:r>
          </a:p>
          <a:p>
            <a:pPr algn="l" eaLnBrk="0" hangingPunct="0">
              <a:lnSpc>
                <a:spcPct val="145000"/>
              </a:lnSpc>
              <a:spcBef>
                <a:spcPct val="0"/>
              </a:spcBef>
              <a:buClrTx/>
            </a:pPr>
            <a:endParaRPr kumimoji="1" lang="ja-JP" altLang="en-US" sz="1400" dirty="0">
              <a:solidFill>
                <a:prstClr val="black"/>
              </a:solidFill>
              <a:latin typeface="+mj-lt"/>
              <a:ea typeface="Meiryo UI" panose="020B0604030504040204" pitchFamily="50" charset="-128"/>
              <a:cs typeface="Meiryo UI" panose="020B0604030504040204" pitchFamily="50" charset="-128"/>
            </a:endParaRPr>
          </a:p>
          <a:p>
            <a:pPr eaLnBrk="0" hangingPunct="0">
              <a:lnSpc>
                <a:spcPct val="145000"/>
              </a:lnSpc>
            </a:pPr>
            <a:r>
              <a:rPr kumimoji="1" lang="ja-JP" altLang="en-US" sz="1400" dirty="0">
                <a:solidFill>
                  <a:prstClr val="black"/>
                </a:solidFill>
                <a:latin typeface="+mj-lt"/>
                <a:ea typeface="Meiryo UI" panose="020B0604030504040204" pitchFamily="50" charset="-128"/>
                <a:cs typeface="Meiryo UI" panose="020B0604030504040204" pitchFamily="50" charset="-128"/>
              </a:rPr>
              <a:t>この度は、「</a:t>
            </a:r>
            <a:r>
              <a:rPr lang="en-US" altLang="ja-JP" sz="1400" dirty="0">
                <a:latin typeface="+mj-lt"/>
              </a:rPr>
              <a:t>Web3.0</a:t>
            </a:r>
            <a:r>
              <a:rPr lang="ja-JP" altLang="en-US" sz="1400" dirty="0">
                <a:latin typeface="+mj-lt"/>
              </a:rPr>
              <a:t>起点での次世代型信託ビジネスを見据えた次期中計策定支援のご提案」のご提案</a:t>
            </a:r>
            <a:r>
              <a:rPr kumimoji="1" lang="ja-JP" altLang="en-US" sz="1400" dirty="0">
                <a:solidFill>
                  <a:prstClr val="black"/>
                </a:solidFill>
                <a:latin typeface="+mj-lt"/>
                <a:ea typeface="Meiryo UI" panose="020B0604030504040204" pitchFamily="50" charset="-128"/>
                <a:cs typeface="Meiryo UI" panose="020B0604030504040204" pitchFamily="50" charset="-128"/>
              </a:rPr>
              <a:t>の機会を賜わり、誠にありがとうございます。本提案は、今後の更なる貴社の発展において非常に重要な位置付けにあるものと認識いたしております。国内外における弊社の経験を最大限に活用し、成功のため全力を尽くさせて戴く所存でございます。</a:t>
            </a:r>
          </a:p>
          <a:p>
            <a:pPr algn="l" eaLnBrk="0" hangingPunct="0">
              <a:lnSpc>
                <a:spcPct val="150000"/>
              </a:lnSpc>
              <a:spcBef>
                <a:spcPct val="0"/>
              </a:spcBef>
              <a:buClrTx/>
            </a:pPr>
            <a:r>
              <a:rPr kumimoji="1" lang="ja-JP" altLang="en-US" sz="1400" dirty="0">
                <a:solidFill>
                  <a:prstClr val="black"/>
                </a:solidFill>
                <a:latin typeface="+mj-lt"/>
                <a:ea typeface="Meiryo UI" panose="020B0604030504040204" pitchFamily="50" charset="-128"/>
                <a:cs typeface="Meiryo UI" panose="020B0604030504040204" pitchFamily="50" charset="-128"/>
              </a:rPr>
              <a:t>宜しくご査収の上、ご検討をお願い申し上げます。</a:t>
            </a:r>
          </a:p>
          <a:p>
            <a:pPr algn="l" eaLnBrk="0" hangingPunct="0">
              <a:lnSpc>
                <a:spcPct val="150000"/>
              </a:lnSpc>
              <a:spcBef>
                <a:spcPct val="0"/>
              </a:spcBef>
              <a:buClrTx/>
            </a:pPr>
            <a:endParaRPr kumimoji="1" lang="ja-JP" altLang="en-US" sz="1400" dirty="0">
              <a:solidFill>
                <a:prstClr val="black"/>
              </a:solidFill>
              <a:latin typeface="+mj-lt"/>
              <a:ea typeface="Meiryo UI" panose="020B0604030504040204" pitchFamily="50" charset="-128"/>
              <a:cs typeface="Meiryo UI" panose="020B0604030504040204" pitchFamily="50" charset="-128"/>
            </a:endParaRPr>
          </a:p>
          <a:p>
            <a:pPr eaLnBrk="0" hangingPunct="0">
              <a:lnSpc>
                <a:spcPct val="150000"/>
              </a:lnSpc>
            </a:pPr>
            <a:r>
              <a:rPr kumimoji="1" lang="ja-JP" altLang="en-US" sz="1400" dirty="0">
                <a:solidFill>
                  <a:prstClr val="black"/>
                </a:solidFill>
                <a:latin typeface="+mj-lt"/>
                <a:ea typeface="Meiryo UI" panose="020B0604030504040204" pitchFamily="50" charset="-128"/>
                <a:cs typeface="Meiryo UI" panose="020B0604030504040204" pitchFamily="50" charset="-128"/>
              </a:rPr>
              <a:t>なお、本提案の内容につきましてご不明な点がございましたら、</a:t>
            </a:r>
            <a:br>
              <a:rPr kumimoji="1" lang="en-US" altLang="ja-JP" sz="1400" dirty="0">
                <a:solidFill>
                  <a:prstClr val="black"/>
                </a:solidFill>
                <a:latin typeface="+mj-lt"/>
                <a:ea typeface="Meiryo UI" panose="020B0604030504040204" pitchFamily="50" charset="-128"/>
                <a:cs typeface="Meiryo UI" panose="020B0604030504040204" pitchFamily="50" charset="-128"/>
              </a:rPr>
            </a:br>
            <a:r>
              <a:rPr kumimoji="1" lang="ja-JP" altLang="en-US" sz="1400" dirty="0">
                <a:solidFill>
                  <a:srgbClr val="000000"/>
                </a:solidFill>
                <a:latin typeface="+mj-lt"/>
                <a:ea typeface="Meiryo UI" panose="020B0604030504040204" pitchFamily="50" charset="-128"/>
                <a:cs typeface="Meiryo UI" panose="020B0604030504040204" pitchFamily="50" charset="-128"/>
              </a:rPr>
              <a:t>弊社の </a:t>
            </a:r>
            <a:r>
              <a:rPr kumimoji="1" lang="ja-JP" altLang="en-US" sz="1400" dirty="0">
                <a:solidFill>
                  <a:prstClr val="black"/>
                </a:solidFill>
                <a:latin typeface="+mj-lt"/>
                <a:ea typeface="Meiryo UI" panose="020B0604030504040204" pitchFamily="50" charset="-128"/>
                <a:cs typeface="Meiryo UI" panose="020B0604030504040204" pitchFamily="50" charset="-128"/>
              </a:rPr>
              <a:t>藤瀬 秀平</a:t>
            </a:r>
            <a:r>
              <a:rPr kumimoji="1" lang="ja-JP" altLang="en-US" sz="1400" dirty="0">
                <a:solidFill>
                  <a:schemeClr val="accent3"/>
                </a:solidFill>
                <a:latin typeface="+mj-lt"/>
                <a:ea typeface="Meiryo UI" panose="020B0604030504040204" pitchFamily="50" charset="-128"/>
                <a:cs typeface="Meiryo UI" panose="020B0604030504040204" pitchFamily="50" charset="-128"/>
              </a:rPr>
              <a:t>（</a:t>
            </a:r>
            <a:r>
              <a:rPr kumimoji="1" lang="en-US" altLang="ja-JP" sz="1400" dirty="0">
                <a:solidFill>
                  <a:schemeClr val="accent3"/>
                </a:solidFill>
                <a:latin typeface="+mj-lt"/>
                <a:ea typeface="Meiryo UI" panose="020B0604030504040204" pitchFamily="50" charset="-128"/>
                <a:cs typeface="Meiryo UI" panose="020B0604030504040204" pitchFamily="50" charset="-128"/>
              </a:rPr>
              <a:t>shuhei.fujise@accenture.com)</a:t>
            </a:r>
            <a:r>
              <a:rPr kumimoji="1" lang="ja-JP" altLang="en-US" sz="1400" dirty="0">
                <a:solidFill>
                  <a:srgbClr val="000000"/>
                </a:solidFill>
                <a:latin typeface="+mj-lt"/>
                <a:ea typeface="Meiryo UI" panose="020B0604030504040204" pitchFamily="50" charset="-128"/>
                <a:cs typeface="Meiryo UI" panose="020B0604030504040204" pitchFamily="50" charset="-128"/>
              </a:rPr>
              <a:t>までご連絡下さいますようお願いいたします。</a:t>
            </a:r>
            <a:br>
              <a:rPr kumimoji="1" lang="en-US" altLang="ja-JP" sz="1400" dirty="0">
                <a:solidFill>
                  <a:srgbClr val="000000"/>
                </a:solidFill>
                <a:latin typeface="+mj-lt"/>
                <a:ea typeface="Meiryo UI" panose="020B0604030504040204" pitchFamily="50" charset="-128"/>
                <a:cs typeface="Meiryo UI" panose="020B0604030504040204" pitchFamily="50" charset="-128"/>
              </a:rPr>
            </a:br>
            <a:r>
              <a:rPr kumimoji="1" lang="ja-JP" altLang="en-US" sz="1400" dirty="0">
                <a:solidFill>
                  <a:srgbClr val="000000"/>
                </a:solidFill>
                <a:latin typeface="+mj-lt"/>
                <a:ea typeface="Meiryo UI" panose="020B0604030504040204" pitchFamily="50" charset="-128"/>
                <a:cs typeface="Meiryo UI" panose="020B0604030504040204" pitchFamily="50" charset="-128"/>
              </a:rPr>
              <a:t>また、誠に勝手ながら本提案の有効</a:t>
            </a:r>
            <a:r>
              <a:rPr kumimoji="1" lang="ja-JP" altLang="en-US" sz="1400" dirty="0">
                <a:solidFill>
                  <a:prstClr val="black"/>
                </a:solidFill>
                <a:latin typeface="+mj-lt"/>
                <a:ea typeface="Meiryo UI" panose="020B0604030504040204" pitchFamily="50" charset="-128"/>
                <a:cs typeface="Meiryo UI" panose="020B0604030504040204" pitchFamily="50" charset="-128"/>
              </a:rPr>
              <a:t>期限を</a:t>
            </a:r>
            <a:r>
              <a:rPr kumimoji="1" lang="en-US" altLang="ja-JP" sz="1400" dirty="0">
                <a:latin typeface="+mj-lt"/>
                <a:ea typeface="Meiryo UI" panose="020B0604030504040204" pitchFamily="50" charset="-128"/>
                <a:cs typeface="Meiryo UI" panose="020B0604030504040204" pitchFamily="50" charset="-128"/>
              </a:rPr>
              <a:t>2022</a:t>
            </a:r>
            <a:r>
              <a:rPr kumimoji="1" lang="ja-JP" altLang="en-US" sz="1400" dirty="0">
                <a:latin typeface="+mj-lt"/>
                <a:ea typeface="Meiryo UI" panose="020B0604030504040204" pitchFamily="50" charset="-128"/>
                <a:cs typeface="Meiryo UI" panose="020B0604030504040204" pitchFamily="50" charset="-128"/>
              </a:rPr>
              <a:t>年</a:t>
            </a:r>
            <a:r>
              <a:rPr kumimoji="1" lang="en-US" altLang="ja-JP" sz="1400" dirty="0">
                <a:latin typeface="+mj-lt"/>
                <a:ea typeface="Meiryo UI" panose="020B0604030504040204" pitchFamily="50" charset="-128"/>
                <a:cs typeface="Meiryo UI" panose="020B0604030504040204" pitchFamily="50" charset="-128"/>
              </a:rPr>
              <a:t>10</a:t>
            </a:r>
            <a:r>
              <a:rPr kumimoji="1" lang="ja-JP" altLang="en-US" sz="1400" dirty="0">
                <a:latin typeface="+mj-lt"/>
                <a:ea typeface="Meiryo UI" panose="020B0604030504040204" pitchFamily="50" charset="-128"/>
                <a:cs typeface="Meiryo UI" panose="020B0604030504040204" pitchFamily="50" charset="-128"/>
              </a:rPr>
              <a:t>月</a:t>
            </a:r>
            <a:r>
              <a:rPr kumimoji="1" lang="en-US" altLang="ja-JP" sz="1400" dirty="0">
                <a:latin typeface="+mj-lt"/>
                <a:ea typeface="Meiryo UI" panose="020B0604030504040204" pitchFamily="50" charset="-128"/>
                <a:cs typeface="Meiryo UI" panose="020B0604030504040204" pitchFamily="50" charset="-128"/>
              </a:rPr>
              <a:t>28</a:t>
            </a:r>
            <a:r>
              <a:rPr kumimoji="1" lang="ja-JP" altLang="en-US" sz="1400" dirty="0">
                <a:latin typeface="+mj-lt"/>
                <a:ea typeface="Meiryo UI" panose="020B0604030504040204" pitchFamily="50" charset="-128"/>
                <a:cs typeface="Meiryo UI" panose="020B0604030504040204" pitchFamily="50" charset="-128"/>
              </a:rPr>
              <a:t>日</a:t>
            </a:r>
            <a:r>
              <a:rPr kumimoji="1" lang="ja-JP" altLang="en-US" sz="1400" dirty="0">
                <a:solidFill>
                  <a:prstClr val="black"/>
                </a:solidFill>
                <a:latin typeface="+mj-lt"/>
                <a:ea typeface="Meiryo UI" panose="020B0604030504040204" pitchFamily="50" charset="-128"/>
                <a:cs typeface="Meiryo UI" panose="020B0604030504040204" pitchFamily="50" charset="-128"/>
              </a:rPr>
              <a:t>までとさせて戴きます。</a:t>
            </a:r>
          </a:p>
          <a:p>
            <a:pPr algn="r" eaLnBrk="0" hangingPunct="0">
              <a:lnSpc>
                <a:spcPct val="150000"/>
              </a:lnSpc>
              <a:spcBef>
                <a:spcPct val="0"/>
              </a:spcBef>
              <a:buClrTx/>
            </a:pPr>
            <a:r>
              <a:rPr kumimoji="1" lang="ja-JP" altLang="en-US" sz="1400" dirty="0">
                <a:solidFill>
                  <a:prstClr val="black"/>
                </a:solidFill>
                <a:latin typeface="+mj-lt"/>
                <a:ea typeface="Meiryo UI" panose="020B0604030504040204" pitchFamily="50" charset="-128"/>
                <a:cs typeface="Meiryo UI" panose="020B0604030504040204" pitchFamily="50" charset="-128"/>
              </a:rPr>
              <a:t>敬具</a:t>
            </a:r>
          </a:p>
        </p:txBody>
      </p:sp>
      <p:sp>
        <p:nvSpPr>
          <p:cNvPr id="7" name="Rectangle 5">
            <a:extLst>
              <a:ext uri="{FF2B5EF4-FFF2-40B4-BE49-F238E27FC236}">
                <a16:creationId xmlns:a16="http://schemas.microsoft.com/office/drawing/2014/main" id="{C4946968-DBF6-49E5-9EF5-355250CC63C4}"/>
              </a:ext>
            </a:extLst>
          </p:cNvPr>
          <p:cNvSpPr>
            <a:spLocks noChangeArrowheads="1"/>
          </p:cNvSpPr>
          <p:nvPr/>
        </p:nvSpPr>
        <p:spPr bwMode="gray">
          <a:xfrm>
            <a:off x="7379734" y="1332878"/>
            <a:ext cx="2286000" cy="646957"/>
          </a:xfrm>
          <a:prstGeom prst="rect">
            <a:avLst/>
          </a:prstGeom>
        </p:spPr>
        <p:txBody>
          <a:bodyPr lIns="92059" tIns="46030" rIns="92059" bIns="46030">
            <a:spAutoFit/>
          </a:bodyPr>
          <a:lstStyle/>
          <a:p>
            <a:pPr algn="r" defTabSz="762000" eaLnBrk="0" hangingPunct="0">
              <a:spcBef>
                <a:spcPct val="0"/>
              </a:spcBef>
              <a:buClrTx/>
            </a:pPr>
            <a:r>
              <a:rPr kumimoji="1" lang="ja-JP" altLang="en-US" sz="900" dirty="0">
                <a:solidFill>
                  <a:prstClr val="black"/>
                </a:solidFill>
                <a:latin typeface="+mj-lt"/>
                <a:ea typeface="Meiryo UI" panose="020B0604030504040204" pitchFamily="50" charset="-128"/>
                <a:cs typeface="Meiryo UI" panose="020B0604030504040204" pitchFamily="50" charset="-128"/>
              </a:rPr>
              <a:t>〒</a:t>
            </a:r>
            <a:r>
              <a:rPr kumimoji="1" lang="en-US" altLang="ja-JP" sz="900" dirty="0">
                <a:solidFill>
                  <a:prstClr val="black"/>
                </a:solidFill>
                <a:latin typeface="+mj-lt"/>
                <a:ea typeface="Meiryo UI" panose="020B0604030504040204" pitchFamily="50" charset="-128"/>
                <a:cs typeface="Meiryo UI" panose="020B0604030504040204" pitchFamily="50" charset="-128"/>
              </a:rPr>
              <a:t>107-8672</a:t>
            </a:r>
            <a:r>
              <a:rPr kumimoji="1" lang="ja-JP" altLang="en-US" sz="900" dirty="0">
                <a:solidFill>
                  <a:prstClr val="black"/>
                </a:solidFill>
                <a:latin typeface="+mj-lt"/>
                <a:ea typeface="Meiryo UI" panose="020B0604030504040204" pitchFamily="50" charset="-128"/>
                <a:cs typeface="Meiryo UI" panose="020B0604030504040204" pitchFamily="50" charset="-128"/>
              </a:rPr>
              <a:t>　東京都港区赤坂</a:t>
            </a:r>
            <a:r>
              <a:rPr kumimoji="1" lang="en-US" altLang="ja-JP" sz="900" dirty="0">
                <a:solidFill>
                  <a:prstClr val="black"/>
                </a:solidFill>
                <a:latin typeface="+mj-lt"/>
                <a:ea typeface="Meiryo UI" panose="020B0604030504040204" pitchFamily="50" charset="-128"/>
                <a:cs typeface="Meiryo UI" panose="020B0604030504040204" pitchFamily="50" charset="-128"/>
              </a:rPr>
              <a:t>1-8-1</a:t>
            </a:r>
          </a:p>
          <a:p>
            <a:pPr algn="r" defTabSz="762000" eaLnBrk="0" hangingPunct="0">
              <a:spcBef>
                <a:spcPct val="0"/>
              </a:spcBef>
              <a:buClrTx/>
            </a:pPr>
            <a:r>
              <a:rPr kumimoji="1" lang="ja-JP" altLang="en-US" sz="900" dirty="0">
                <a:solidFill>
                  <a:prstClr val="black"/>
                </a:solidFill>
                <a:latin typeface="+mj-lt"/>
                <a:ea typeface="Meiryo UI" panose="020B0604030504040204" pitchFamily="50" charset="-128"/>
                <a:cs typeface="Meiryo UI" panose="020B0604030504040204" pitchFamily="50" charset="-128"/>
              </a:rPr>
              <a:t>赤坂インターシティ</a:t>
            </a:r>
            <a:r>
              <a:rPr kumimoji="1" lang="en-US" altLang="ja-JP" sz="900" dirty="0">
                <a:solidFill>
                  <a:prstClr val="black"/>
                </a:solidFill>
                <a:latin typeface="+mj-lt"/>
                <a:ea typeface="Meiryo UI" panose="020B0604030504040204" pitchFamily="50" charset="-128"/>
                <a:cs typeface="Meiryo UI" panose="020B0604030504040204" pitchFamily="50" charset="-128"/>
              </a:rPr>
              <a:t>AIR</a:t>
            </a:r>
            <a:endParaRPr kumimoji="1" lang="ja-JP" altLang="en-US" sz="900" dirty="0">
              <a:solidFill>
                <a:prstClr val="black"/>
              </a:solidFill>
              <a:latin typeface="+mj-lt"/>
              <a:ea typeface="Meiryo UI" panose="020B0604030504040204" pitchFamily="50" charset="-128"/>
              <a:cs typeface="Meiryo UI" panose="020B0604030504040204" pitchFamily="50" charset="-128"/>
            </a:endParaRPr>
          </a:p>
          <a:p>
            <a:pPr algn="r" defTabSz="762000" eaLnBrk="0" hangingPunct="0">
              <a:spcBef>
                <a:spcPct val="0"/>
              </a:spcBef>
              <a:buClrTx/>
            </a:pPr>
            <a:r>
              <a:rPr kumimoji="1" lang="en-US" altLang="ja-JP" sz="900" dirty="0">
                <a:solidFill>
                  <a:prstClr val="black"/>
                </a:solidFill>
                <a:latin typeface="+mj-lt"/>
                <a:ea typeface="Meiryo UI" panose="020B0604030504040204" pitchFamily="50" charset="-128"/>
                <a:cs typeface="Meiryo UI" panose="020B0604030504040204" pitchFamily="50" charset="-128"/>
              </a:rPr>
              <a:t>TEL (03)3588-3000</a:t>
            </a:r>
          </a:p>
          <a:p>
            <a:pPr algn="r" defTabSz="762000" eaLnBrk="0" hangingPunct="0">
              <a:spcBef>
                <a:spcPct val="0"/>
              </a:spcBef>
              <a:buClrTx/>
            </a:pPr>
            <a:r>
              <a:rPr kumimoji="1" lang="en-US" altLang="ja-JP" sz="900" dirty="0">
                <a:solidFill>
                  <a:prstClr val="black"/>
                </a:solidFill>
                <a:latin typeface="+mj-lt"/>
                <a:ea typeface="Meiryo UI" panose="020B0604030504040204" pitchFamily="50" charset="-128"/>
                <a:cs typeface="Meiryo UI" panose="020B0604030504040204" pitchFamily="50" charset="-128"/>
              </a:rPr>
              <a:t>FAX (03)3588-3001</a:t>
            </a:r>
          </a:p>
        </p:txBody>
      </p:sp>
      <p:sp>
        <p:nvSpPr>
          <p:cNvPr id="8" name="Rectangle 6">
            <a:extLst>
              <a:ext uri="{FF2B5EF4-FFF2-40B4-BE49-F238E27FC236}">
                <a16:creationId xmlns:a16="http://schemas.microsoft.com/office/drawing/2014/main" id="{4510B231-2A8E-4B1D-9BD4-0F609C2401B5}"/>
              </a:ext>
            </a:extLst>
          </p:cNvPr>
          <p:cNvSpPr>
            <a:spLocks noChangeArrowheads="1"/>
          </p:cNvSpPr>
          <p:nvPr/>
        </p:nvSpPr>
        <p:spPr bwMode="gray">
          <a:xfrm>
            <a:off x="8084584" y="1104278"/>
            <a:ext cx="1581150" cy="231458"/>
          </a:xfrm>
          <a:prstGeom prst="rect">
            <a:avLst/>
          </a:prstGeom>
        </p:spPr>
        <p:txBody>
          <a:bodyPr lIns="92059" tIns="46030" rIns="92059" bIns="46030">
            <a:spAutoFit/>
          </a:bodyPr>
          <a:lstStyle/>
          <a:p>
            <a:pPr algn="r" defTabSz="762000" eaLnBrk="0" hangingPunct="0">
              <a:spcBef>
                <a:spcPct val="0"/>
              </a:spcBef>
              <a:buClrTx/>
            </a:pPr>
            <a:r>
              <a:rPr kumimoji="1" lang="ja-JP" altLang="en-US" sz="900">
                <a:solidFill>
                  <a:prstClr val="black"/>
                </a:solidFill>
                <a:latin typeface="+mj-lt"/>
                <a:ea typeface="Meiryo UI" panose="020B0604030504040204" pitchFamily="50" charset="-128"/>
                <a:cs typeface="Meiryo UI" panose="020B0604030504040204" pitchFamily="50" charset="-128"/>
              </a:rPr>
              <a:t>アクセンチュア株式会社</a:t>
            </a:r>
          </a:p>
        </p:txBody>
      </p:sp>
      <p:sp>
        <p:nvSpPr>
          <p:cNvPr id="9" name="Rectangle 2">
            <a:extLst>
              <a:ext uri="{FF2B5EF4-FFF2-40B4-BE49-F238E27FC236}">
                <a16:creationId xmlns:a16="http://schemas.microsoft.com/office/drawing/2014/main" id="{98DB2897-2878-4D71-8511-3CB32F5433CF}"/>
              </a:ext>
            </a:extLst>
          </p:cNvPr>
          <p:cNvSpPr>
            <a:spLocks noChangeArrowheads="1"/>
          </p:cNvSpPr>
          <p:nvPr/>
        </p:nvSpPr>
        <p:spPr bwMode="gray">
          <a:xfrm>
            <a:off x="292800" y="1065407"/>
            <a:ext cx="2359781" cy="308403"/>
          </a:xfrm>
          <a:prstGeom prst="rect">
            <a:avLst/>
          </a:prstGeom>
        </p:spPr>
        <p:txBody>
          <a:bodyPr wrap="none" lIns="92059" tIns="46030" rIns="92059" bIns="46030">
            <a:spAutoFit/>
          </a:bodyPr>
          <a:lstStyle/>
          <a:p>
            <a:pPr defTabSz="952500" eaLnBrk="0" hangingPunct="0"/>
            <a:r>
              <a:rPr kumimoji="1" lang="en-US" altLang="ja-JP" sz="1400" dirty="0">
                <a:latin typeface="+mj-lt"/>
                <a:ea typeface="Meiryo UI" panose="020B0604030504040204" pitchFamily="50" charset="-128"/>
                <a:cs typeface="Meiryo UI" panose="020B0604030504040204" pitchFamily="50" charset="-128"/>
              </a:rPr>
              <a:t>Trust Base</a:t>
            </a:r>
            <a:r>
              <a:rPr kumimoji="1" lang="ja-JP" altLang="en-US" sz="1400" dirty="0">
                <a:latin typeface="+mj-lt"/>
                <a:ea typeface="Meiryo UI" panose="020B0604030504040204" pitchFamily="50" charset="-128"/>
                <a:cs typeface="Meiryo UI" panose="020B0604030504040204" pitchFamily="50" charset="-128"/>
              </a:rPr>
              <a:t>　株式会社 </a:t>
            </a:r>
            <a:r>
              <a:rPr kumimoji="1" lang="ja-JP" altLang="en-US" sz="1400" dirty="0">
                <a:solidFill>
                  <a:prstClr val="black"/>
                </a:solidFill>
                <a:latin typeface="+mj-lt"/>
                <a:ea typeface="Meiryo UI" panose="020B0604030504040204" pitchFamily="50" charset="-128"/>
                <a:cs typeface="Meiryo UI" panose="020B0604030504040204" pitchFamily="50" charset="-128"/>
              </a:rPr>
              <a:t>御中</a:t>
            </a:r>
          </a:p>
        </p:txBody>
      </p:sp>
    </p:spTree>
    <p:extLst>
      <p:ext uri="{BB962C8B-B14F-4D97-AF65-F5344CB8AC3E}">
        <p14:creationId xmlns:p14="http://schemas.microsoft.com/office/powerpoint/2010/main" val="2460023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B20C91-4B7F-4164-8F16-1B3D300732AD}"/>
              </a:ext>
            </a:extLst>
          </p:cNvPr>
          <p:cNvSpPr>
            <a:spLocks noGrp="1"/>
          </p:cNvSpPr>
          <p:nvPr>
            <p:ph type="title"/>
          </p:nvPr>
        </p:nvSpPr>
        <p:spPr>
          <a:xfrm>
            <a:off x="173709" y="476672"/>
            <a:ext cx="9584887" cy="420752"/>
          </a:xfrm>
        </p:spPr>
        <p:txBody>
          <a:bodyPr/>
          <a:lstStyle/>
          <a:p>
            <a:r>
              <a:rPr kumimoji="1" lang="en-US" altLang="ja-JP" dirty="0"/>
              <a:t>Agenda</a:t>
            </a:r>
            <a:endParaRPr kumimoji="1" lang="ja-JP" altLang="en-US" dirty="0"/>
          </a:p>
        </p:txBody>
      </p:sp>
      <p:sp>
        <p:nvSpPr>
          <p:cNvPr id="20" name="コンテンツ プレースホルダー 3">
            <a:extLst>
              <a:ext uri="{FF2B5EF4-FFF2-40B4-BE49-F238E27FC236}">
                <a16:creationId xmlns:a16="http://schemas.microsoft.com/office/drawing/2014/main" id="{E0F468E3-CBF3-42F8-840B-95B8039A5267}"/>
              </a:ext>
            </a:extLst>
          </p:cNvPr>
          <p:cNvSpPr txBox="1">
            <a:spLocks/>
          </p:cNvSpPr>
          <p:nvPr/>
        </p:nvSpPr>
        <p:spPr bwMode="auto">
          <a:xfrm>
            <a:off x="1653521" y="1524272"/>
            <a:ext cx="7049398" cy="4434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ts val="1200"/>
              </a:spcBef>
              <a:spcAft>
                <a:spcPct val="0"/>
              </a:spcAft>
              <a:buClr>
                <a:schemeClr val="tx1"/>
              </a:buClr>
              <a:buSzPct val="80000"/>
              <a:buFont typeface="Arial" panose="020B0604020202020204" pitchFamily="34" charset="0"/>
              <a:buNone/>
              <a:defRPr sz="16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225425" indent="0" algn="l" rtl="0" eaLnBrk="0" fontAlgn="base" hangingPunct="0">
              <a:spcBef>
                <a:spcPts val="625"/>
              </a:spcBef>
              <a:spcAft>
                <a:spcPct val="0"/>
              </a:spcAft>
              <a:buClr>
                <a:schemeClr val="tx1"/>
              </a:buClr>
              <a:buSzPct val="80000"/>
              <a:buFont typeface="Arial" charset="0"/>
              <a:buNone/>
              <a:defRPr sz="1600" kern="1200">
                <a:solidFill>
                  <a:srgbClr val="000000"/>
                </a:solidFill>
                <a:latin typeface="Meiryo UI" panose="020B0604030504040204" pitchFamily="50" charset="-128"/>
                <a:ea typeface="Meiryo UI" panose="020B0604030504040204" pitchFamily="50" charset="-128"/>
                <a:cs typeface="Meiryo UI" panose="020B0604030504040204" pitchFamily="50" charset="-128"/>
              </a:defRPr>
            </a:lvl2pPr>
            <a:lvl3pPr marL="457200" indent="0" algn="l" rtl="0" eaLnBrk="0" fontAlgn="base" hangingPunct="0">
              <a:spcBef>
                <a:spcPts val="575"/>
              </a:spcBef>
              <a:spcAft>
                <a:spcPct val="0"/>
              </a:spcAft>
              <a:buClr>
                <a:schemeClr val="tx1"/>
              </a:buClr>
              <a:buSzPct val="80000"/>
              <a:buFont typeface="Arial" charset="0"/>
              <a:buNone/>
              <a:defRPr sz="1600" kern="1200">
                <a:solidFill>
                  <a:srgbClr val="000000"/>
                </a:solidFill>
                <a:latin typeface="Meiryo UI" panose="020B0604030504040204" pitchFamily="50" charset="-128"/>
                <a:ea typeface="Meiryo UI" panose="020B0604030504040204" pitchFamily="50" charset="-128"/>
                <a:cs typeface="Meiryo UI" panose="020B0604030504040204" pitchFamily="50" charset="-128"/>
              </a:defRPr>
            </a:lvl3pPr>
            <a:lvl4pPr marL="688975" indent="0" algn="l" rtl="0" eaLnBrk="0" fontAlgn="base" hangingPunct="0">
              <a:spcBef>
                <a:spcPts val="525"/>
              </a:spcBef>
              <a:spcAft>
                <a:spcPct val="0"/>
              </a:spcAft>
              <a:buClr>
                <a:schemeClr val="tx1"/>
              </a:buClr>
              <a:buSzPct val="80000"/>
              <a:buFont typeface="Arial" charset="0"/>
              <a:buNone/>
              <a:defRPr sz="1600" kern="1200">
                <a:solidFill>
                  <a:srgbClr val="000000"/>
                </a:solidFill>
                <a:latin typeface="Meiryo UI" panose="020B0604030504040204" pitchFamily="50" charset="-128"/>
                <a:ea typeface="Meiryo UI" panose="020B0604030504040204" pitchFamily="50" charset="-128"/>
                <a:cs typeface="Meiryo UI" panose="020B0604030504040204" pitchFamily="50" charset="-128"/>
              </a:defRPr>
            </a:lvl4pPr>
            <a:lvl5pPr marL="914400" indent="0" algn="l" rtl="0" eaLnBrk="0" fontAlgn="base" hangingPunct="0">
              <a:spcBef>
                <a:spcPts val="475"/>
              </a:spcBef>
              <a:spcAft>
                <a:spcPct val="0"/>
              </a:spcAft>
              <a:buClr>
                <a:schemeClr val="tx1"/>
              </a:buClr>
              <a:buSzPct val="80000"/>
              <a:buFont typeface="Arial" charset="0"/>
              <a:buNone/>
              <a:defRPr sz="1600" kern="1200">
                <a:solidFill>
                  <a:srgbClr val="000000"/>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25475" lvl="0" indent="-355600">
              <a:lnSpc>
                <a:spcPct val="150000"/>
              </a:lnSpc>
              <a:spcBef>
                <a:spcPct val="20000"/>
              </a:spcBef>
              <a:buClr>
                <a:schemeClr val="tx1">
                  <a:lumMod val="75000"/>
                  <a:lumOff val="25000"/>
                </a:schemeClr>
              </a:buClr>
              <a:buSzPct val="100000"/>
              <a:buFont typeface="+mj-lt"/>
              <a:buAutoNum type="arabicPeriod"/>
              <a:defRPr/>
            </a:pPr>
            <a:r>
              <a:rPr lang="ja-JP" altLang="en-US" sz="1800" b="1" dirty="0">
                <a:solidFill>
                  <a:schemeClr val="tx1">
                    <a:lumMod val="75000"/>
                    <a:lumOff val="25000"/>
                  </a:schemeClr>
                </a:solidFill>
              </a:rPr>
              <a:t>本取組の背景と弊社理解</a:t>
            </a:r>
            <a:endParaRPr lang="en-US" altLang="ja-JP" sz="1800" b="1" dirty="0">
              <a:solidFill>
                <a:schemeClr val="tx1">
                  <a:lumMod val="75000"/>
                  <a:lumOff val="25000"/>
                </a:schemeClr>
              </a:solidFill>
            </a:endParaRPr>
          </a:p>
          <a:p>
            <a:pPr marL="625475" lvl="0" indent="-355600">
              <a:lnSpc>
                <a:spcPct val="150000"/>
              </a:lnSpc>
              <a:spcBef>
                <a:spcPct val="20000"/>
              </a:spcBef>
              <a:buClr>
                <a:schemeClr val="tx1">
                  <a:lumMod val="75000"/>
                  <a:lumOff val="25000"/>
                </a:schemeClr>
              </a:buClr>
              <a:buSzPct val="100000"/>
              <a:buFont typeface="+mj-lt"/>
              <a:buAutoNum type="arabicPeriod"/>
              <a:defRPr/>
            </a:pPr>
            <a:r>
              <a:rPr lang="ja-JP" altLang="en-US" sz="1800" b="1" dirty="0">
                <a:solidFill>
                  <a:schemeClr val="tx1">
                    <a:lumMod val="75000"/>
                    <a:lumOff val="25000"/>
                  </a:schemeClr>
                </a:solidFill>
              </a:rPr>
              <a:t>本取組の位置づけ</a:t>
            </a:r>
          </a:p>
          <a:p>
            <a:pPr marL="625475" lvl="0" indent="-355600">
              <a:lnSpc>
                <a:spcPct val="150000"/>
              </a:lnSpc>
              <a:spcBef>
                <a:spcPct val="20000"/>
              </a:spcBef>
              <a:buClr>
                <a:schemeClr val="tx1">
                  <a:lumMod val="75000"/>
                  <a:lumOff val="25000"/>
                </a:schemeClr>
              </a:buClr>
              <a:buSzPct val="100000"/>
              <a:buFont typeface="+mj-lt"/>
              <a:buAutoNum type="arabicPeriod"/>
              <a:defRPr/>
            </a:pPr>
            <a:r>
              <a:rPr lang="ja-JP" altLang="en-US" sz="1800" b="1" dirty="0">
                <a:solidFill>
                  <a:schemeClr val="tx1">
                    <a:lumMod val="75000"/>
                    <a:lumOff val="25000"/>
                  </a:schemeClr>
                </a:solidFill>
              </a:rPr>
              <a:t>本取組のゴール</a:t>
            </a:r>
            <a:endParaRPr lang="en-US" altLang="ja-JP" sz="1800" b="1" dirty="0">
              <a:solidFill>
                <a:schemeClr val="tx1">
                  <a:lumMod val="75000"/>
                  <a:lumOff val="25000"/>
                </a:schemeClr>
              </a:solidFill>
            </a:endParaRPr>
          </a:p>
          <a:p>
            <a:pPr marL="625475" lvl="0" indent="-355600">
              <a:lnSpc>
                <a:spcPct val="150000"/>
              </a:lnSpc>
              <a:spcBef>
                <a:spcPct val="20000"/>
              </a:spcBef>
              <a:buClr>
                <a:schemeClr val="tx1">
                  <a:lumMod val="75000"/>
                  <a:lumOff val="25000"/>
                </a:schemeClr>
              </a:buClr>
              <a:buSzPct val="100000"/>
              <a:buFont typeface="+mj-lt"/>
              <a:buAutoNum type="arabicPeriod"/>
              <a:defRPr/>
            </a:pPr>
            <a:r>
              <a:rPr lang="ja-JP" altLang="en-US" sz="1800" b="1" dirty="0">
                <a:solidFill>
                  <a:schemeClr val="tx1">
                    <a:lumMod val="75000"/>
                    <a:lumOff val="25000"/>
                  </a:schemeClr>
                </a:solidFill>
              </a:rPr>
              <a:t>本取組の想定アプローチ</a:t>
            </a:r>
          </a:p>
          <a:p>
            <a:pPr marL="625475" lvl="0" indent="-355600">
              <a:lnSpc>
                <a:spcPct val="150000"/>
              </a:lnSpc>
              <a:spcBef>
                <a:spcPct val="20000"/>
              </a:spcBef>
              <a:buClr>
                <a:schemeClr val="tx1">
                  <a:lumMod val="75000"/>
                  <a:lumOff val="25000"/>
                </a:schemeClr>
              </a:buClr>
              <a:buSzPct val="100000"/>
              <a:buFont typeface="+mj-lt"/>
              <a:buAutoNum type="arabicPeriod"/>
              <a:defRPr/>
            </a:pPr>
            <a:r>
              <a:rPr lang="ja-JP" altLang="en-US" sz="1800" b="1" dirty="0">
                <a:solidFill>
                  <a:schemeClr val="tx1">
                    <a:lumMod val="75000"/>
                    <a:lumOff val="25000"/>
                  </a:schemeClr>
                </a:solidFill>
              </a:rPr>
              <a:t>プロジェクトの想定会議体</a:t>
            </a:r>
          </a:p>
          <a:p>
            <a:pPr marL="625475" lvl="0" indent="-355600">
              <a:lnSpc>
                <a:spcPct val="150000"/>
              </a:lnSpc>
              <a:spcBef>
                <a:spcPct val="20000"/>
              </a:spcBef>
              <a:buClr>
                <a:schemeClr val="tx1">
                  <a:lumMod val="75000"/>
                  <a:lumOff val="25000"/>
                </a:schemeClr>
              </a:buClr>
              <a:buSzPct val="100000"/>
              <a:buFont typeface="+mj-lt"/>
              <a:buAutoNum type="arabicPeriod"/>
              <a:defRPr/>
            </a:pPr>
            <a:r>
              <a:rPr lang="ja-JP" altLang="en-US" sz="1800" b="1" dirty="0">
                <a:solidFill>
                  <a:schemeClr val="tx1">
                    <a:lumMod val="75000"/>
                    <a:lumOff val="25000"/>
                  </a:schemeClr>
                </a:solidFill>
              </a:rPr>
              <a:t>プロジェクト推進体制</a:t>
            </a:r>
            <a:endParaRPr lang="en-US" altLang="ja-JP" sz="1800" b="1" dirty="0">
              <a:solidFill>
                <a:schemeClr val="tx1">
                  <a:lumMod val="75000"/>
                  <a:lumOff val="25000"/>
                </a:schemeClr>
              </a:solidFill>
            </a:endParaRPr>
          </a:p>
          <a:p>
            <a:pPr marL="625475" lvl="0" indent="-355600">
              <a:lnSpc>
                <a:spcPct val="150000"/>
              </a:lnSpc>
              <a:spcBef>
                <a:spcPct val="20000"/>
              </a:spcBef>
              <a:buClr>
                <a:schemeClr val="tx1">
                  <a:lumMod val="75000"/>
                  <a:lumOff val="25000"/>
                </a:schemeClr>
              </a:buClr>
              <a:buSzPct val="100000"/>
              <a:buFont typeface="+mj-lt"/>
              <a:buAutoNum type="arabicPeriod"/>
              <a:defRPr/>
            </a:pPr>
            <a:r>
              <a:rPr lang="ja-JP" altLang="en-US" sz="1800" b="1" dirty="0">
                <a:solidFill>
                  <a:schemeClr val="tx1">
                    <a:lumMod val="75000"/>
                    <a:lumOff val="25000"/>
                  </a:schemeClr>
                </a:solidFill>
              </a:rPr>
              <a:t>報酬お見積り</a:t>
            </a:r>
          </a:p>
          <a:p>
            <a:pPr marL="625475" lvl="0" indent="-355600">
              <a:lnSpc>
                <a:spcPct val="150000"/>
              </a:lnSpc>
              <a:spcBef>
                <a:spcPct val="20000"/>
              </a:spcBef>
              <a:buClr>
                <a:schemeClr val="tx1">
                  <a:lumMod val="75000"/>
                  <a:lumOff val="25000"/>
                </a:schemeClr>
              </a:buClr>
              <a:buSzPct val="100000"/>
              <a:buFont typeface="+mj-lt"/>
              <a:buAutoNum type="arabicPeriod"/>
              <a:defRPr/>
            </a:pPr>
            <a:r>
              <a:rPr lang="ja-JP" altLang="en-US" sz="1800" b="1" dirty="0">
                <a:solidFill>
                  <a:schemeClr val="tx1">
                    <a:lumMod val="75000"/>
                    <a:lumOff val="25000"/>
                  </a:schemeClr>
                </a:solidFill>
              </a:rPr>
              <a:t>お見積り前提事項</a:t>
            </a:r>
            <a:endParaRPr lang="en-US" altLang="ja-JP" sz="1800" b="1" dirty="0">
              <a:solidFill>
                <a:schemeClr val="tx1">
                  <a:lumMod val="75000"/>
                  <a:lumOff val="25000"/>
                </a:schemeClr>
              </a:solidFill>
            </a:endParaRPr>
          </a:p>
          <a:p>
            <a:pPr marL="625475" lvl="0" indent="-355600">
              <a:lnSpc>
                <a:spcPct val="150000"/>
              </a:lnSpc>
              <a:spcBef>
                <a:spcPct val="20000"/>
              </a:spcBef>
              <a:buClr>
                <a:schemeClr val="tx1">
                  <a:lumMod val="75000"/>
                  <a:lumOff val="25000"/>
                </a:schemeClr>
              </a:buClr>
              <a:buSzPct val="100000"/>
              <a:buFont typeface="+mj-lt"/>
              <a:buAutoNum type="arabicPeriod"/>
              <a:defRPr/>
            </a:pPr>
            <a:r>
              <a:rPr lang="ja-JP" altLang="en-US" sz="1800" b="1" dirty="0">
                <a:solidFill>
                  <a:schemeClr val="tx1">
                    <a:lumMod val="75000"/>
                    <a:lumOff val="25000"/>
                  </a:schemeClr>
                </a:solidFill>
              </a:rPr>
              <a:t>免責事項</a:t>
            </a:r>
            <a:endParaRPr lang="en-US" altLang="ja-JP" sz="1800" b="1" dirty="0">
              <a:solidFill>
                <a:schemeClr val="tx1">
                  <a:lumMod val="75000"/>
                  <a:lumOff val="25000"/>
                </a:schemeClr>
              </a:solidFill>
            </a:endParaRPr>
          </a:p>
        </p:txBody>
      </p:sp>
    </p:spTree>
    <p:extLst>
      <p:ext uri="{BB962C8B-B14F-4D97-AF65-F5344CB8AC3E}">
        <p14:creationId xmlns:p14="http://schemas.microsoft.com/office/powerpoint/2010/main" val="1069452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オブジェクト 11" hidden="1">
            <a:extLst>
              <a:ext uri="{FF2B5EF4-FFF2-40B4-BE49-F238E27FC236}">
                <a16:creationId xmlns:a16="http://schemas.microsoft.com/office/drawing/2014/main" id="{58E8C260-6D22-4E74-95A1-DA9D5A5FB99B}"/>
              </a:ext>
            </a:extLst>
          </p:cNvPr>
          <p:cNvGraphicFramePr>
            <a:graphicFrameLocks noChangeAspect="1"/>
          </p:cNvGraphicFramePr>
          <p:nvPr>
            <p:custDataLst>
              <p:tags r:id="rId1"/>
            </p:custDataLst>
            <p:extLst>
              <p:ext uri="{D42A27DB-BD31-4B8C-83A1-F6EECF244321}">
                <p14:modId xmlns:p14="http://schemas.microsoft.com/office/powerpoint/2010/main" val="5112104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499" imgH="499" progId="TCLayout.ActiveDocument.1">
                  <p:embed/>
                </p:oleObj>
              </mc:Choice>
              <mc:Fallback>
                <p:oleObj name="think-cell スライド" r:id="rId4" imgW="499" imgH="499" progId="TCLayout.ActiveDocument.1">
                  <p:embed/>
                  <p:pic>
                    <p:nvPicPr>
                      <p:cNvPr id="12" name="オブジェクト 11" hidden="1">
                        <a:extLst>
                          <a:ext uri="{FF2B5EF4-FFF2-40B4-BE49-F238E27FC236}">
                            <a16:creationId xmlns:a16="http://schemas.microsoft.com/office/drawing/2014/main" id="{58E8C260-6D22-4E74-95A1-DA9D5A5FB99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2F05C7F2-6953-437A-9478-C5EBEF7E1B21}"/>
              </a:ext>
            </a:extLst>
          </p:cNvPr>
          <p:cNvSpPr>
            <a:spLocks noGrp="1"/>
          </p:cNvSpPr>
          <p:nvPr>
            <p:ph type="title"/>
          </p:nvPr>
        </p:nvSpPr>
        <p:spPr>
          <a:xfrm>
            <a:off x="173709" y="476672"/>
            <a:ext cx="9584887" cy="420752"/>
          </a:xfrm>
        </p:spPr>
        <p:txBody>
          <a:bodyPr vert="horz"/>
          <a:lstStyle/>
          <a:p>
            <a:r>
              <a:rPr lang="ja-JP" altLang="en-US" dirty="0">
                <a:latin typeface="+mj-lt"/>
              </a:rPr>
              <a:t>本取組の背景と</a:t>
            </a:r>
            <a:r>
              <a:rPr kumimoji="1" lang="ja-JP" altLang="en-US" dirty="0">
                <a:latin typeface="+mj-lt"/>
              </a:rPr>
              <a:t>弊社理解</a:t>
            </a:r>
            <a:endParaRPr kumimoji="1" lang="ja-JP" altLang="en-US" dirty="0"/>
          </a:p>
        </p:txBody>
      </p:sp>
      <p:sp>
        <p:nvSpPr>
          <p:cNvPr id="4" name="テキスト プレースホルダー 3">
            <a:extLst>
              <a:ext uri="{FF2B5EF4-FFF2-40B4-BE49-F238E27FC236}">
                <a16:creationId xmlns:a16="http://schemas.microsoft.com/office/drawing/2014/main" id="{E77708E2-DD17-4117-AA5F-D91F0AE46CA4}"/>
              </a:ext>
            </a:extLst>
          </p:cNvPr>
          <p:cNvSpPr>
            <a:spLocks noGrp="1"/>
          </p:cNvSpPr>
          <p:nvPr>
            <p:ph type="body" sz="quarter" idx="13"/>
          </p:nvPr>
        </p:nvSpPr>
        <p:spPr/>
        <p:txBody>
          <a:bodyPr/>
          <a:lstStyle/>
          <a:p>
            <a:r>
              <a:rPr lang="en-US" altLang="ja-JP" dirty="0"/>
              <a:t>1. </a:t>
            </a:r>
            <a:r>
              <a:rPr lang="ja-JP" altLang="en-US" dirty="0"/>
              <a:t>本取組の背景と弊社理解</a:t>
            </a:r>
          </a:p>
        </p:txBody>
      </p:sp>
      <p:sp>
        <p:nvSpPr>
          <p:cNvPr id="21" name="テキスト プレースホルダー 2">
            <a:extLst>
              <a:ext uri="{FF2B5EF4-FFF2-40B4-BE49-F238E27FC236}">
                <a16:creationId xmlns:a16="http://schemas.microsoft.com/office/drawing/2014/main" id="{77A01BE9-E842-42A5-BB9F-4D619A8A3412}"/>
              </a:ext>
            </a:extLst>
          </p:cNvPr>
          <p:cNvSpPr>
            <a:spLocks noGrp="1"/>
          </p:cNvSpPr>
          <p:nvPr>
            <p:ph type="body" idx="12"/>
          </p:nvPr>
        </p:nvSpPr>
        <p:spPr>
          <a:xfrm>
            <a:off x="173709" y="944949"/>
            <a:ext cx="9584887" cy="669414"/>
          </a:xfrm>
        </p:spPr>
        <p:txBody>
          <a:bodyPr/>
          <a:lstStyle/>
          <a:p>
            <a:r>
              <a:rPr kumimoji="1" lang="ja-JP" altLang="en-US" dirty="0"/>
              <a:t>貴社はテクノロジ</a:t>
            </a:r>
            <a:r>
              <a:rPr kumimoji="1" lang="en-US" altLang="ja-JP" dirty="0"/>
              <a:t>―</a:t>
            </a:r>
            <a:r>
              <a:rPr kumimoji="1" lang="ja-JP" altLang="en-US" dirty="0"/>
              <a:t>起点で信託ビジネスの可能性を拡げるべく、持続可能な未来と社会的価値・顧客価値共創に向けた取り組みを進めている。次期中計策定に向けては、デジタルアセットビジネス</a:t>
            </a:r>
            <a:r>
              <a:rPr lang="ja-JP" altLang="en-US" dirty="0"/>
              <a:t>に限定せず、</a:t>
            </a:r>
            <a:r>
              <a:rPr kumimoji="1" lang="ja-JP" altLang="en-US" dirty="0"/>
              <a:t>上位概念である</a:t>
            </a:r>
            <a:r>
              <a:rPr kumimoji="1" lang="en-US" altLang="ja-JP" dirty="0"/>
              <a:t>Web3.0</a:t>
            </a:r>
            <a:r>
              <a:rPr kumimoji="1" lang="ja-JP" altLang="en-US" dirty="0"/>
              <a:t>を見据えた</a:t>
            </a:r>
            <a:r>
              <a:rPr lang="ja-JP" altLang="en-US" dirty="0"/>
              <a:t>次世代型信託ビジネス構想の立案を計画している。</a:t>
            </a:r>
            <a:endParaRPr kumimoji="1" lang="ja-JP" altLang="en-US" dirty="0"/>
          </a:p>
        </p:txBody>
      </p:sp>
      <p:sp>
        <p:nvSpPr>
          <p:cNvPr id="24" name="テキスト ボックス 23">
            <a:extLst>
              <a:ext uri="{FF2B5EF4-FFF2-40B4-BE49-F238E27FC236}">
                <a16:creationId xmlns:a16="http://schemas.microsoft.com/office/drawing/2014/main" id="{A4F54C3C-8A86-4D7D-BFFC-0EA12A52EFF1}"/>
              </a:ext>
            </a:extLst>
          </p:cNvPr>
          <p:cNvSpPr txBox="1"/>
          <p:nvPr/>
        </p:nvSpPr>
        <p:spPr>
          <a:xfrm>
            <a:off x="5262116" y="2572596"/>
            <a:ext cx="4427582" cy="3888937"/>
          </a:xfrm>
          <a:prstGeom prst="rect">
            <a:avLst/>
          </a:prstGeom>
          <a:noFill/>
        </p:spPr>
        <p:txBody>
          <a:bodyPr wrap="square" rtlCol="0" anchor="t">
            <a:noAutofit/>
          </a:bodyPr>
          <a:lstStyle/>
          <a:p>
            <a:pPr marL="342831" indent="-342831">
              <a:spcBef>
                <a:spcPts val="0"/>
              </a:spcBef>
              <a:spcAft>
                <a:spcPts val="1100"/>
              </a:spcAft>
              <a:buFont typeface="Wingdings" panose="05000000000000000000" pitchFamily="2" charset="2"/>
              <a:buChar char="ü"/>
            </a:pPr>
            <a:r>
              <a:rPr kumimoji="1" lang="ja-JP" altLang="en-US" sz="1600" dirty="0">
                <a:latin typeface="+mj-lt"/>
                <a:ea typeface="Meiryo UI"/>
                <a:cs typeface="Arial"/>
              </a:rPr>
              <a:t>次世代型デジタル信託構想を進めるために、貴社と弊社は、</a:t>
            </a:r>
            <a:r>
              <a:rPr kumimoji="1" lang="ja-JP" altLang="en-US" sz="1600" b="1" u="sng" dirty="0">
                <a:latin typeface="+mj-lt"/>
                <a:ea typeface="Meiryo UI"/>
                <a:cs typeface="Arial"/>
              </a:rPr>
              <a:t>第</a:t>
            </a:r>
            <a:r>
              <a:rPr kumimoji="1" lang="en-US" altLang="ja-JP" sz="1600" b="1" u="sng" dirty="0">
                <a:latin typeface="+mj-lt"/>
                <a:ea typeface="Meiryo UI"/>
                <a:cs typeface="Arial"/>
              </a:rPr>
              <a:t>1</a:t>
            </a:r>
            <a:r>
              <a:rPr kumimoji="1" lang="ja-JP" altLang="en-US" sz="1600" b="1" u="sng" dirty="0">
                <a:latin typeface="+mj-lt"/>
                <a:ea typeface="Meiryo UI"/>
                <a:cs typeface="Arial"/>
              </a:rPr>
              <a:t>フェーズで</a:t>
            </a:r>
            <a:r>
              <a:rPr kumimoji="1" lang="ja-JP" altLang="en-US" sz="1600" b="1" u="sng" dirty="0">
                <a:solidFill>
                  <a:schemeClr val="tx1">
                    <a:lumMod val="75000"/>
                    <a:lumOff val="25000"/>
                  </a:schemeClr>
                </a:solidFill>
                <a:latin typeface="+mj-lt"/>
                <a:ea typeface="Meiryo UI"/>
                <a:cs typeface="Arial"/>
              </a:rPr>
              <a:t>Ⓐデジタルアセットビジネスの将来像策定およびロードマップ作成</a:t>
            </a:r>
            <a:r>
              <a:rPr kumimoji="1" lang="ja-JP" altLang="en-US" sz="1600" dirty="0">
                <a:latin typeface="+mj-lt"/>
                <a:ea typeface="Meiryo UI"/>
                <a:cs typeface="Arial"/>
              </a:rPr>
              <a:t>を実施し、</a:t>
            </a:r>
            <a:r>
              <a:rPr kumimoji="1" lang="ja-JP" altLang="en-US" sz="1600" b="1" u="sng" dirty="0">
                <a:latin typeface="+mj-lt"/>
                <a:ea typeface="Meiryo UI"/>
                <a:cs typeface="Arial"/>
              </a:rPr>
              <a:t>第</a:t>
            </a:r>
            <a:r>
              <a:rPr kumimoji="1" lang="en-US" altLang="ja-JP" sz="1600" b="1" u="sng" dirty="0">
                <a:latin typeface="+mj-lt"/>
                <a:ea typeface="Meiryo UI"/>
                <a:cs typeface="Arial"/>
              </a:rPr>
              <a:t>2</a:t>
            </a:r>
            <a:r>
              <a:rPr kumimoji="1" lang="ja-JP" altLang="en-US" sz="1600" b="1" u="sng" dirty="0">
                <a:latin typeface="+mj-lt"/>
                <a:ea typeface="Meiryo UI"/>
                <a:cs typeface="Arial"/>
              </a:rPr>
              <a:t>フェーズで</a:t>
            </a:r>
            <a:r>
              <a:rPr kumimoji="1" lang="ja-JP" altLang="en-US" sz="1600" b="1" u="sng" dirty="0">
                <a:solidFill>
                  <a:schemeClr val="tx1">
                    <a:lumMod val="75000"/>
                    <a:lumOff val="25000"/>
                  </a:schemeClr>
                </a:solidFill>
                <a:latin typeface="+mj-lt"/>
                <a:ea typeface="Meiryo UI"/>
                <a:cs typeface="Arial"/>
              </a:rPr>
              <a:t>Ⓑ主要デジタルアセット</a:t>
            </a:r>
            <a:r>
              <a:rPr kumimoji="1" lang="en-US" altLang="ja-JP" sz="1600" b="1" u="sng" dirty="0">
                <a:solidFill>
                  <a:schemeClr val="tx1">
                    <a:lumMod val="75000"/>
                    <a:lumOff val="25000"/>
                  </a:schemeClr>
                </a:solidFill>
                <a:latin typeface="+mj-lt"/>
                <a:ea typeface="Meiryo UI"/>
                <a:cs typeface="Arial"/>
              </a:rPr>
              <a:t>PF</a:t>
            </a:r>
            <a:r>
              <a:rPr kumimoji="1" lang="ja-JP" altLang="en-US" sz="1600" b="1" u="sng" dirty="0">
                <a:solidFill>
                  <a:schemeClr val="tx1">
                    <a:lumMod val="75000"/>
                    <a:lumOff val="25000"/>
                  </a:schemeClr>
                </a:solidFill>
                <a:latin typeface="+mj-lt"/>
                <a:ea typeface="Meiryo UI"/>
                <a:cs typeface="Arial"/>
              </a:rPr>
              <a:t>のビジネス・テクノロジー評価</a:t>
            </a:r>
            <a:r>
              <a:rPr kumimoji="1" lang="ja-JP" altLang="en-US" sz="1600" dirty="0">
                <a:latin typeface="+mj-lt"/>
                <a:ea typeface="Meiryo UI"/>
                <a:cs typeface="Arial"/>
              </a:rPr>
              <a:t>を実施した。</a:t>
            </a:r>
            <a:endParaRPr lang="en-US" altLang="ja-JP" sz="1600" dirty="0">
              <a:latin typeface="+mj-lt"/>
            </a:endParaRPr>
          </a:p>
          <a:p>
            <a:pPr marL="342831" indent="-342831">
              <a:spcBef>
                <a:spcPts val="0"/>
              </a:spcBef>
              <a:spcAft>
                <a:spcPts val="1100"/>
              </a:spcAft>
              <a:buFont typeface="Wingdings" panose="05000000000000000000" pitchFamily="2" charset="2"/>
              <a:buChar char="ü"/>
            </a:pPr>
            <a:r>
              <a:rPr lang="ja-JP" altLang="en-US" sz="1600" dirty="0">
                <a:latin typeface="+mj-lt"/>
              </a:rPr>
              <a:t>次フェーズでは、これまでの取り組みをもう一段具体化すべく、</a:t>
            </a:r>
            <a:r>
              <a:rPr lang="ja-JP" altLang="en-US" sz="1600" b="1" u="sng" dirty="0">
                <a:solidFill>
                  <a:srgbClr val="A100FF"/>
                </a:solidFill>
                <a:latin typeface="+mj-lt"/>
              </a:rPr>
              <a:t>デジタルアセットビジネスの上位概念である</a:t>
            </a:r>
            <a:r>
              <a:rPr lang="en-US" altLang="ja-JP" sz="1600" b="1" u="sng" dirty="0">
                <a:solidFill>
                  <a:srgbClr val="A100FF"/>
                </a:solidFill>
                <a:latin typeface="+mj-lt"/>
              </a:rPr>
              <a:t>Web3.0</a:t>
            </a:r>
            <a:r>
              <a:rPr lang="ja-JP" altLang="en-US" sz="1600" b="1" u="sng" dirty="0">
                <a:solidFill>
                  <a:srgbClr val="A100FF"/>
                </a:solidFill>
                <a:latin typeface="+mj-lt"/>
              </a:rPr>
              <a:t>視点での信託銀行の新たな役割・ビジネス機会創出を踏まえた次期中計策定</a:t>
            </a:r>
            <a:r>
              <a:rPr lang="ja-JP" altLang="en-US" sz="1600" dirty="0">
                <a:latin typeface="+mj-lt"/>
              </a:rPr>
              <a:t>が求められる。</a:t>
            </a:r>
            <a:endParaRPr lang="en-US" altLang="ja-JP" sz="1600" dirty="0">
              <a:latin typeface="+mj-lt"/>
            </a:endParaRPr>
          </a:p>
          <a:p>
            <a:pPr marL="342831" indent="-342831">
              <a:spcBef>
                <a:spcPts val="0"/>
              </a:spcBef>
              <a:spcAft>
                <a:spcPts val="1100"/>
              </a:spcAft>
              <a:buFont typeface="Wingdings" panose="05000000000000000000" pitchFamily="2" charset="2"/>
              <a:buChar char="ü"/>
            </a:pPr>
            <a:r>
              <a:rPr kumimoji="1" lang="ja-JP" altLang="en-US" sz="1600" dirty="0">
                <a:latin typeface="+mj-lt"/>
                <a:ea typeface="Meiryo UI"/>
                <a:cs typeface="Arial"/>
              </a:rPr>
              <a:t>尚、次期中計策定にあたっては、</a:t>
            </a:r>
            <a:r>
              <a:rPr kumimoji="1" lang="ja-JP" altLang="en-US" sz="1600" b="1" u="sng" dirty="0">
                <a:latin typeface="+mj-lt"/>
                <a:ea typeface="Meiryo UI"/>
                <a:cs typeface="Arial"/>
              </a:rPr>
              <a:t>岸田政権が進める</a:t>
            </a:r>
            <a:r>
              <a:rPr kumimoji="1" lang="en-US" altLang="ja-JP" sz="1600" b="1" u="sng" dirty="0">
                <a:latin typeface="+mj-lt"/>
                <a:ea typeface="Meiryo UI"/>
                <a:cs typeface="Arial"/>
              </a:rPr>
              <a:t>Web3.0</a:t>
            </a:r>
            <a:r>
              <a:rPr kumimoji="1" lang="ja-JP" altLang="en-US" sz="1600" b="1" u="sng" dirty="0">
                <a:latin typeface="+mj-lt"/>
                <a:ea typeface="Meiryo UI"/>
                <a:cs typeface="Arial"/>
              </a:rPr>
              <a:t>国家戦略構想のタイムライン</a:t>
            </a:r>
            <a:r>
              <a:rPr kumimoji="1" lang="ja-JP" altLang="en-US" sz="1600" dirty="0">
                <a:latin typeface="+mj-lt"/>
                <a:ea typeface="Meiryo UI"/>
                <a:cs typeface="Arial"/>
              </a:rPr>
              <a:t>やそれに伴う</a:t>
            </a:r>
            <a:r>
              <a:rPr kumimoji="1" lang="ja-JP" altLang="en-US" sz="1600" b="1" u="sng" dirty="0">
                <a:latin typeface="+mj-lt"/>
                <a:ea typeface="Meiryo UI"/>
                <a:cs typeface="Arial"/>
              </a:rPr>
              <a:t>規制当局・業界の動き</a:t>
            </a:r>
            <a:r>
              <a:rPr kumimoji="1" lang="ja-JP" altLang="en-US" sz="1600" dirty="0">
                <a:latin typeface="+mj-lt"/>
                <a:ea typeface="Meiryo UI"/>
                <a:cs typeface="Arial"/>
              </a:rPr>
              <a:t>を十分に考慮する必要性がある</a:t>
            </a:r>
            <a:r>
              <a:rPr lang="ja-JP" altLang="en-US" sz="1600" dirty="0">
                <a:latin typeface="+mj-lt"/>
              </a:rPr>
              <a:t>。</a:t>
            </a:r>
            <a:endParaRPr lang="en-US" altLang="ja-JP" sz="1600" dirty="0">
              <a:latin typeface="+mj-lt"/>
            </a:endParaRPr>
          </a:p>
        </p:txBody>
      </p:sp>
      <p:grpSp>
        <p:nvGrpSpPr>
          <p:cNvPr id="29" name="グループ化 28">
            <a:extLst>
              <a:ext uri="{FF2B5EF4-FFF2-40B4-BE49-F238E27FC236}">
                <a16:creationId xmlns:a16="http://schemas.microsoft.com/office/drawing/2014/main" id="{DCB02EC0-A619-4B4F-A552-6E5BD6C44E8C}"/>
              </a:ext>
            </a:extLst>
          </p:cNvPr>
          <p:cNvGrpSpPr/>
          <p:nvPr/>
        </p:nvGrpSpPr>
        <p:grpSpPr>
          <a:xfrm>
            <a:off x="467122" y="2033395"/>
            <a:ext cx="3887377" cy="360284"/>
            <a:chOff x="1208480" y="1772535"/>
            <a:chExt cx="1368000" cy="360284"/>
          </a:xfrm>
        </p:grpSpPr>
        <p:sp>
          <p:nvSpPr>
            <p:cNvPr id="30" name="AutoShape 20">
              <a:extLst>
                <a:ext uri="{FF2B5EF4-FFF2-40B4-BE49-F238E27FC236}">
                  <a16:creationId xmlns:a16="http://schemas.microsoft.com/office/drawing/2014/main" id="{8669D42F-B50D-476D-B7D9-B1F6BBBFDB3E}"/>
                </a:ext>
              </a:extLst>
            </p:cNvPr>
            <p:cNvSpPr>
              <a:spLocks noChangeArrowheads="1"/>
            </p:cNvSpPr>
            <p:nvPr/>
          </p:nvSpPr>
          <p:spPr bwMode="gray">
            <a:xfrm rot="10800000" flipV="1">
              <a:off x="1208480" y="1772535"/>
              <a:ext cx="1368000" cy="359942"/>
            </a:xfrm>
            <a:prstGeom prst="leftRightArrow">
              <a:avLst>
                <a:gd name="adj1" fmla="val 100000"/>
                <a:gd name="adj2" fmla="val 0"/>
              </a:avLst>
            </a:prstGeom>
            <a:solidFill>
              <a:srgbClr val="FFFFFF"/>
            </a:solidFill>
            <a:ln w="9525">
              <a:solidFill>
                <a:srgbClr val="FFFFFF"/>
              </a:solidFill>
            </a:ln>
            <a:effectLst/>
          </p:spPr>
          <p:txBody>
            <a:bodyPr wrap="none" lIns="71988" tIns="35994" rIns="71988" bIns="35994" anchor="ctr">
              <a:noAutofit/>
            </a:bodyPr>
            <a:lstStyle/>
            <a:p>
              <a:pPr algn="ctr" fontAlgn="auto">
                <a:spcBef>
                  <a:spcPts val="0"/>
                </a:spcBef>
                <a:spcAft>
                  <a:spcPts val="0"/>
                </a:spcAft>
                <a:buClrTx/>
                <a:defRPr/>
              </a:pPr>
              <a:r>
                <a:rPr kumimoji="1" lang="ja-JP" altLang="en-US" sz="1600" kern="0" dirty="0">
                  <a:solidFill>
                    <a:prstClr val="black"/>
                  </a:solidFill>
                  <a:latin typeface="+mj-lt"/>
                  <a:ea typeface="Meiryo UI"/>
                  <a:cs typeface="Meiryo UI" panose="020B0604030504040204" pitchFamily="50" charset="-128"/>
                </a:rPr>
                <a:t>取組の背景</a:t>
              </a:r>
              <a:endParaRPr kumimoji="1" lang="en-US" altLang="ja-JP" sz="1600" kern="0" dirty="0">
                <a:latin typeface="+mj-lt"/>
                <a:ea typeface="Meiryo UI"/>
                <a:cs typeface="Meiryo UI" panose="020B0604030504040204" pitchFamily="50" charset="-128"/>
              </a:endParaRPr>
            </a:p>
          </p:txBody>
        </p:sp>
        <p:cxnSp>
          <p:nvCxnSpPr>
            <p:cNvPr id="31" name="直線コネクタ 30">
              <a:extLst>
                <a:ext uri="{FF2B5EF4-FFF2-40B4-BE49-F238E27FC236}">
                  <a16:creationId xmlns:a16="http://schemas.microsoft.com/office/drawing/2014/main" id="{191A5C3B-59B5-4FC7-BB9C-57208DC58F56}"/>
                </a:ext>
              </a:extLst>
            </p:cNvPr>
            <p:cNvCxnSpPr/>
            <p:nvPr/>
          </p:nvCxnSpPr>
          <p:spPr bwMode="auto">
            <a:xfrm rot="5400000" flipV="1">
              <a:off x="1892480" y="1448819"/>
              <a:ext cx="0" cy="1368000"/>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sp>
        <p:nvSpPr>
          <p:cNvPr id="32" name="ホームベース 7">
            <a:extLst>
              <a:ext uri="{FF2B5EF4-FFF2-40B4-BE49-F238E27FC236}">
                <a16:creationId xmlns:a16="http://schemas.microsoft.com/office/drawing/2014/main" id="{E78E9843-8183-4DC6-B505-3E4726DBF00E}"/>
              </a:ext>
            </a:extLst>
          </p:cNvPr>
          <p:cNvSpPr/>
          <p:nvPr/>
        </p:nvSpPr>
        <p:spPr bwMode="auto">
          <a:xfrm>
            <a:off x="216302" y="2033395"/>
            <a:ext cx="4880714" cy="4446013"/>
          </a:xfrm>
          <a:prstGeom prst="homePlate">
            <a:avLst>
              <a:gd name="adj" fmla="val 8786"/>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1988" tIns="35994" rIns="71988" bIns="35994" numCol="1" rtlCol="0" anchor="ctr" anchorCtr="0" compatLnSpc="1">
            <a:prstTxWarp prst="textNoShape">
              <a:avLst/>
            </a:prstTxWarp>
          </a:bodyPr>
          <a:lstStyle/>
          <a:p>
            <a:pPr marL="171450" indent="-171450" algn="l" defTabSz="914217" fontAlgn="auto">
              <a:spcBef>
                <a:spcPts val="0"/>
              </a:spcBef>
              <a:spcAft>
                <a:spcPts val="0"/>
              </a:spcAft>
              <a:buClr>
                <a:prstClr val="black"/>
              </a:buClr>
              <a:buFont typeface="Wingdings" panose="05000000000000000000" pitchFamily="2" charset="2"/>
              <a:buChar char="ü"/>
              <a:defRPr/>
            </a:pPr>
            <a:endParaRPr lang="ja-JP" altLang="en-US" sz="1000" kern="0" dirty="0">
              <a:solidFill>
                <a:prstClr val="black"/>
              </a:solidFill>
              <a:latin typeface="+mj-lt"/>
              <a:ea typeface="Meiryo UI"/>
              <a:cs typeface="Arial" pitchFamily="34" charset="0"/>
            </a:endParaRPr>
          </a:p>
        </p:txBody>
      </p:sp>
      <p:sp>
        <p:nvSpPr>
          <p:cNvPr id="33" name="テキスト ボックス 32">
            <a:extLst>
              <a:ext uri="{FF2B5EF4-FFF2-40B4-BE49-F238E27FC236}">
                <a16:creationId xmlns:a16="http://schemas.microsoft.com/office/drawing/2014/main" id="{91AA6BCA-038A-411D-A288-615836ABD23D}"/>
              </a:ext>
            </a:extLst>
          </p:cNvPr>
          <p:cNvSpPr txBox="1"/>
          <p:nvPr/>
        </p:nvSpPr>
        <p:spPr>
          <a:xfrm>
            <a:off x="167419" y="2547196"/>
            <a:ext cx="4486782" cy="3807947"/>
          </a:xfrm>
          <a:prstGeom prst="rect">
            <a:avLst/>
          </a:prstGeom>
          <a:noFill/>
        </p:spPr>
        <p:txBody>
          <a:bodyPr wrap="square" lIns="72000" tIns="72000" rIns="72000" bIns="72000" rtlCol="0" anchor="t">
            <a:spAutoFit/>
          </a:bodyPr>
          <a:lstStyle/>
          <a:p>
            <a:pPr marL="534670" lvl="1" indent="-360045">
              <a:spcBef>
                <a:spcPts val="0"/>
              </a:spcBef>
              <a:spcAft>
                <a:spcPts val="1800"/>
              </a:spcAft>
              <a:buFont typeface="Wingdings" panose="05000000000000000000" pitchFamily="2" charset="2"/>
              <a:buChar char="ü"/>
            </a:pPr>
            <a:r>
              <a:rPr kumimoji="1" lang="ja-JP" altLang="en-US" sz="1600" dirty="0">
                <a:latin typeface="+mj-lt"/>
                <a:ea typeface="Meiryo UI"/>
                <a:cs typeface="Arial"/>
              </a:rPr>
              <a:t>貴社は</a:t>
            </a:r>
            <a:r>
              <a:rPr kumimoji="1" lang="ja-JP" altLang="en-US" sz="1600" b="1" u="sng" dirty="0">
                <a:solidFill>
                  <a:schemeClr val="tx1">
                    <a:lumMod val="75000"/>
                    <a:lumOff val="25000"/>
                  </a:schemeClr>
                </a:solidFill>
                <a:latin typeface="+mj-lt"/>
                <a:ea typeface="Meiryo UI"/>
                <a:cs typeface="Arial"/>
              </a:rPr>
              <a:t>テクノロジ</a:t>
            </a:r>
            <a:r>
              <a:rPr kumimoji="1" lang="en-US" altLang="ja-JP" sz="1600" b="1" u="sng" dirty="0">
                <a:solidFill>
                  <a:schemeClr val="tx1">
                    <a:lumMod val="75000"/>
                    <a:lumOff val="25000"/>
                  </a:schemeClr>
                </a:solidFill>
                <a:latin typeface="+mj-lt"/>
                <a:ea typeface="Meiryo UI"/>
                <a:cs typeface="Arial"/>
              </a:rPr>
              <a:t>―</a:t>
            </a:r>
            <a:r>
              <a:rPr kumimoji="1" lang="ja-JP" altLang="en-US" sz="1600" b="1" u="sng" dirty="0">
                <a:solidFill>
                  <a:schemeClr val="tx1">
                    <a:lumMod val="75000"/>
                    <a:lumOff val="25000"/>
                  </a:schemeClr>
                </a:solidFill>
                <a:latin typeface="+mj-lt"/>
                <a:ea typeface="Meiryo UI"/>
                <a:cs typeface="Arial"/>
              </a:rPr>
              <a:t>起点で信託ビジネスの可能性を拡げ</a:t>
            </a:r>
            <a:r>
              <a:rPr kumimoji="1" lang="ja-JP" altLang="en-US" sz="1600" dirty="0">
                <a:solidFill>
                  <a:schemeClr val="tx1">
                    <a:lumMod val="75000"/>
                    <a:lumOff val="25000"/>
                  </a:schemeClr>
                </a:solidFill>
                <a:latin typeface="+mj-lt"/>
                <a:ea typeface="Meiryo UI"/>
                <a:cs typeface="Arial"/>
              </a:rPr>
              <a:t>、持続可能な未来と社会的価値・顧客価値共創に向けた取り組み</a:t>
            </a:r>
            <a:r>
              <a:rPr kumimoji="1" lang="ja-JP" altLang="en-US" sz="1600" dirty="0">
                <a:latin typeface="+mj-lt"/>
                <a:ea typeface="Meiryo UI"/>
                <a:cs typeface="Arial"/>
              </a:rPr>
              <a:t>を進めている。</a:t>
            </a:r>
            <a:endParaRPr kumimoji="1" lang="en-US" altLang="ja-JP" sz="1600" dirty="0">
              <a:latin typeface="+mj-lt"/>
              <a:ea typeface="Meiryo UI"/>
              <a:cs typeface="Arial"/>
            </a:endParaRPr>
          </a:p>
          <a:p>
            <a:pPr marL="534670" lvl="1" indent="-360045">
              <a:spcBef>
                <a:spcPts val="0"/>
              </a:spcBef>
              <a:spcAft>
                <a:spcPts val="1800"/>
              </a:spcAft>
              <a:buFont typeface="Wingdings" panose="05000000000000000000" pitchFamily="2" charset="2"/>
              <a:buChar char="ü"/>
            </a:pPr>
            <a:r>
              <a:rPr kumimoji="1" lang="ja-JP" altLang="en-US" sz="1600" dirty="0">
                <a:latin typeface="+mj-lt"/>
                <a:ea typeface="Meiryo UI"/>
                <a:cs typeface="Arial"/>
              </a:rPr>
              <a:t>上記構想の第一段として、</a:t>
            </a:r>
            <a:r>
              <a:rPr kumimoji="1" lang="ja-JP" altLang="en-US" sz="1600" b="1" u="sng" dirty="0">
                <a:solidFill>
                  <a:schemeClr val="tx1">
                    <a:lumMod val="75000"/>
                    <a:lumOff val="25000"/>
                  </a:schemeClr>
                </a:solidFill>
                <a:latin typeface="+mj-lt"/>
                <a:ea typeface="Meiryo UI"/>
                <a:cs typeface="Arial"/>
              </a:rPr>
              <a:t>デジタルアセットビジネス構築に向けた取り組み</a:t>
            </a:r>
            <a:r>
              <a:rPr kumimoji="1" lang="ja-JP" altLang="en-US" sz="1600" dirty="0">
                <a:latin typeface="+mj-lt"/>
                <a:ea typeface="Meiryo UI"/>
                <a:cs typeface="Arial"/>
              </a:rPr>
              <a:t>を進めており、</a:t>
            </a:r>
            <a:r>
              <a:rPr kumimoji="1" lang="en-US" altLang="ja-JP" sz="1600" dirty="0">
                <a:latin typeface="+mj-lt"/>
                <a:ea typeface="Meiryo UI"/>
                <a:cs typeface="Arial"/>
              </a:rPr>
              <a:t>2022</a:t>
            </a:r>
            <a:r>
              <a:rPr kumimoji="1" lang="ja-JP" altLang="en-US" sz="1600" dirty="0">
                <a:latin typeface="+mj-lt"/>
                <a:ea typeface="Meiryo UI"/>
                <a:cs typeface="Arial"/>
              </a:rPr>
              <a:t>年</a:t>
            </a:r>
            <a:r>
              <a:rPr kumimoji="1" lang="en-US" altLang="ja-JP" sz="1600" dirty="0">
                <a:latin typeface="+mj-lt"/>
                <a:ea typeface="Meiryo UI"/>
                <a:cs typeface="Arial"/>
              </a:rPr>
              <a:t>3</a:t>
            </a:r>
            <a:r>
              <a:rPr kumimoji="1" lang="ja-JP" altLang="en-US" sz="1600" dirty="0">
                <a:latin typeface="+mj-lt"/>
                <a:ea typeface="Meiryo UI"/>
                <a:cs typeface="Arial"/>
              </a:rPr>
              <a:t>月に規制のサンドボックスを実証した他、同年</a:t>
            </a:r>
            <a:r>
              <a:rPr kumimoji="1" lang="en-US" altLang="ja-JP" sz="1600" dirty="0">
                <a:latin typeface="+mj-lt"/>
                <a:ea typeface="Meiryo UI"/>
                <a:cs typeface="Arial"/>
              </a:rPr>
              <a:t>9</a:t>
            </a:r>
            <a:r>
              <a:rPr kumimoji="1" lang="ja-JP" altLang="en-US" sz="1600" dirty="0">
                <a:latin typeface="+mj-lt"/>
                <a:ea typeface="Meiryo UI"/>
                <a:cs typeface="Arial"/>
              </a:rPr>
              <a:t>月には不動産セキュリティトークンの公募発行も実現した。</a:t>
            </a:r>
            <a:endParaRPr kumimoji="1" lang="en-US" altLang="ja-JP" sz="1600" dirty="0">
              <a:latin typeface="+mj-lt"/>
              <a:ea typeface="Meiryo UI"/>
              <a:cs typeface="Arial"/>
            </a:endParaRPr>
          </a:p>
          <a:p>
            <a:pPr marL="534670" lvl="1" indent="-360045">
              <a:spcBef>
                <a:spcPts val="0"/>
              </a:spcBef>
              <a:spcAft>
                <a:spcPts val="1800"/>
              </a:spcAft>
              <a:buFont typeface="Wingdings" panose="05000000000000000000" pitchFamily="2" charset="2"/>
              <a:buChar char="ü"/>
            </a:pPr>
            <a:r>
              <a:rPr kumimoji="1" lang="ja-JP" altLang="en-US" sz="1600" dirty="0">
                <a:solidFill>
                  <a:prstClr val="black"/>
                </a:solidFill>
                <a:latin typeface="+mj-lt"/>
                <a:ea typeface="Meiryo UI"/>
              </a:rPr>
              <a:t>金融業界のパラダイムシフトが近づく中、</a:t>
            </a:r>
            <a:r>
              <a:rPr kumimoji="1" lang="ja-JP" altLang="en-US" sz="1600" b="1" u="sng" dirty="0">
                <a:solidFill>
                  <a:schemeClr val="tx1">
                    <a:lumMod val="75000"/>
                    <a:lumOff val="25000"/>
                  </a:schemeClr>
                </a:solidFill>
                <a:latin typeface="+mj-lt"/>
                <a:ea typeface="Meiryo UI"/>
                <a:cs typeface="Arial"/>
              </a:rPr>
              <a:t>デジタルアセットビジネスに限定せず、広く</a:t>
            </a:r>
            <a:r>
              <a:rPr kumimoji="1" lang="ja-JP" altLang="en-US" sz="1600" b="1" u="sng" dirty="0">
                <a:solidFill>
                  <a:schemeClr val="tx1">
                    <a:lumMod val="75000"/>
                    <a:lumOff val="25000"/>
                  </a:schemeClr>
                </a:solidFill>
                <a:latin typeface="+mj-lt"/>
                <a:ea typeface="Meiryo UI"/>
              </a:rPr>
              <a:t>分散化された</a:t>
            </a:r>
            <a:r>
              <a:rPr kumimoji="1" lang="en-US" altLang="ja-JP" sz="1600" b="1" u="sng" dirty="0">
                <a:solidFill>
                  <a:schemeClr val="tx1">
                    <a:lumMod val="75000"/>
                    <a:lumOff val="25000"/>
                  </a:schemeClr>
                </a:solidFill>
                <a:latin typeface="+mj-lt"/>
                <a:ea typeface="Meiryo UI"/>
              </a:rPr>
              <a:t>Web3.0</a:t>
            </a:r>
            <a:r>
              <a:rPr kumimoji="1" lang="ja-JP" altLang="en-US" sz="1600" b="1" u="sng" dirty="0">
                <a:solidFill>
                  <a:schemeClr val="tx1">
                    <a:lumMod val="75000"/>
                    <a:lumOff val="25000"/>
                  </a:schemeClr>
                </a:solidFill>
                <a:latin typeface="+mj-lt"/>
                <a:ea typeface="Meiryo UI"/>
              </a:rPr>
              <a:t>起点の信託銀行の新たな役割・ビジネス機会創出に向けた構想整理</a:t>
            </a:r>
            <a:r>
              <a:rPr kumimoji="1" lang="ja-JP" altLang="en-US" sz="1600" dirty="0">
                <a:latin typeface="+mj-lt"/>
                <a:ea typeface="Meiryo UI"/>
              </a:rPr>
              <a:t>を企図している。</a:t>
            </a:r>
            <a:endParaRPr kumimoji="1" lang="en-US" altLang="ja-JP" sz="1600" dirty="0">
              <a:latin typeface="+mj-lt"/>
            </a:endParaRPr>
          </a:p>
        </p:txBody>
      </p:sp>
      <p:grpSp>
        <p:nvGrpSpPr>
          <p:cNvPr id="34" name="グループ化 33">
            <a:extLst>
              <a:ext uri="{FF2B5EF4-FFF2-40B4-BE49-F238E27FC236}">
                <a16:creationId xmlns:a16="http://schemas.microsoft.com/office/drawing/2014/main" id="{9A0E5905-E86F-458C-87DB-0A93FB52BE5B}"/>
              </a:ext>
            </a:extLst>
          </p:cNvPr>
          <p:cNvGrpSpPr/>
          <p:nvPr/>
        </p:nvGrpSpPr>
        <p:grpSpPr>
          <a:xfrm>
            <a:off x="5262116" y="2033397"/>
            <a:ext cx="4320000" cy="359942"/>
            <a:chOff x="1208480" y="1772819"/>
            <a:chExt cx="1368000" cy="360000"/>
          </a:xfrm>
        </p:grpSpPr>
        <p:sp>
          <p:nvSpPr>
            <p:cNvPr id="35" name="AutoShape 20">
              <a:extLst>
                <a:ext uri="{FF2B5EF4-FFF2-40B4-BE49-F238E27FC236}">
                  <a16:creationId xmlns:a16="http://schemas.microsoft.com/office/drawing/2014/main" id="{B6522C2C-10B5-4E9A-A906-6AF3554E92BE}"/>
                </a:ext>
              </a:extLst>
            </p:cNvPr>
            <p:cNvSpPr>
              <a:spLocks noChangeArrowheads="1"/>
            </p:cNvSpPr>
            <p:nvPr/>
          </p:nvSpPr>
          <p:spPr bwMode="gray">
            <a:xfrm rot="10800000" flipV="1">
              <a:off x="1208480" y="1772819"/>
              <a:ext cx="1368000" cy="360000"/>
            </a:xfrm>
            <a:prstGeom prst="leftRightArrow">
              <a:avLst>
                <a:gd name="adj1" fmla="val 100000"/>
                <a:gd name="adj2" fmla="val 0"/>
              </a:avLst>
            </a:prstGeom>
            <a:solidFill>
              <a:srgbClr val="FFFFFF"/>
            </a:solidFill>
            <a:ln w="9525">
              <a:solidFill>
                <a:srgbClr val="FFFFFF"/>
              </a:solidFill>
            </a:ln>
            <a:effectLst/>
          </p:spPr>
          <p:txBody>
            <a:bodyPr wrap="none" lIns="71988" tIns="35994" rIns="71988" bIns="35994" anchor="ctr">
              <a:noAutofit/>
            </a:bodyPr>
            <a:lstStyle/>
            <a:p>
              <a:pPr algn="ctr" fontAlgn="auto">
                <a:spcBef>
                  <a:spcPts val="0"/>
                </a:spcBef>
                <a:spcAft>
                  <a:spcPts val="0"/>
                </a:spcAft>
                <a:buClrTx/>
                <a:defRPr/>
              </a:pPr>
              <a:r>
                <a:rPr kumimoji="1" lang="ja-JP" altLang="en-US" sz="1600" kern="0" dirty="0">
                  <a:latin typeface="+mj-lt"/>
                  <a:ea typeface="Meiryo UI"/>
                  <a:cs typeface="Meiryo UI" panose="020B0604030504040204" pitchFamily="50" charset="-128"/>
                </a:rPr>
                <a:t>取組の方向性</a:t>
              </a:r>
              <a:r>
                <a:rPr kumimoji="1" lang="ja-JP" altLang="en-US" sz="1600" kern="0" dirty="0">
                  <a:solidFill>
                    <a:prstClr val="black"/>
                  </a:solidFill>
                  <a:latin typeface="+mj-lt"/>
                  <a:ea typeface="Meiryo UI"/>
                  <a:cs typeface="Meiryo UI" panose="020B0604030504040204" pitchFamily="50" charset="-128"/>
                </a:rPr>
                <a:t>（弊社理解）</a:t>
              </a:r>
              <a:endParaRPr kumimoji="1" lang="en-US" altLang="ja-JP" sz="1600" kern="0" dirty="0">
                <a:solidFill>
                  <a:prstClr val="black"/>
                </a:solidFill>
                <a:latin typeface="+mj-lt"/>
                <a:ea typeface="Meiryo UI"/>
                <a:cs typeface="Meiryo UI" panose="020B0604030504040204" pitchFamily="50" charset="-128"/>
              </a:endParaRPr>
            </a:p>
          </p:txBody>
        </p:sp>
        <p:cxnSp>
          <p:nvCxnSpPr>
            <p:cNvPr id="36" name="直線コネクタ 35">
              <a:extLst>
                <a:ext uri="{FF2B5EF4-FFF2-40B4-BE49-F238E27FC236}">
                  <a16:creationId xmlns:a16="http://schemas.microsoft.com/office/drawing/2014/main" id="{7004E706-0104-4751-9325-2AE059DBCA92}"/>
                </a:ext>
              </a:extLst>
            </p:cNvPr>
            <p:cNvCxnSpPr/>
            <p:nvPr/>
          </p:nvCxnSpPr>
          <p:spPr bwMode="auto">
            <a:xfrm rot="5400000" flipV="1">
              <a:off x="1892480" y="1448819"/>
              <a:ext cx="0" cy="1368000"/>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spTree>
    <p:extLst>
      <p:ext uri="{BB962C8B-B14F-4D97-AF65-F5344CB8AC3E}">
        <p14:creationId xmlns:p14="http://schemas.microsoft.com/office/powerpoint/2010/main" val="1297093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7A1798B-0D81-47B4-A596-5C15129BC259}"/>
              </a:ext>
            </a:extLst>
          </p:cNvPr>
          <p:cNvSpPr/>
          <p:nvPr/>
        </p:nvSpPr>
        <p:spPr bwMode="auto">
          <a:xfrm>
            <a:off x="221789" y="1993900"/>
            <a:ext cx="5312079" cy="4604493"/>
          </a:xfrm>
          <a:prstGeom prst="rect">
            <a:avLst/>
          </a:prstGeom>
          <a:solidFill>
            <a:schemeClr val="bg1"/>
          </a:solidFill>
          <a:ln w="6350" algn="ctr">
            <a:solidFill>
              <a:schemeClr val="bg1">
                <a:lumMod val="75000"/>
              </a:schemeClr>
            </a:solidFill>
            <a:round/>
            <a:headEnd/>
            <a:tailEnd/>
          </a:ln>
        </p:spPr>
        <p:txBody>
          <a:bodyPr wrap="square" lIns="0" tIns="108000" rIns="0" bIns="0" rtlCol="0" anchor="t" anchorCtr="0"/>
          <a:lstStyle/>
          <a:p>
            <a:pPr algn="ctr">
              <a:spcBef>
                <a:spcPct val="20000"/>
              </a:spcBef>
            </a:pPr>
            <a:endParaRPr kumimoji="1" lang="ja-JP" altLang="en-US" sz="1400" b="1" dirty="0">
              <a:latin typeface="Meiryo UI" panose="020B0604030504040204" pitchFamily="50" charset="-128"/>
              <a:ea typeface="Meiryo UI" panose="020B0604030504040204" pitchFamily="50" charset="-128"/>
            </a:endParaRPr>
          </a:p>
        </p:txBody>
      </p:sp>
      <p:graphicFrame>
        <p:nvGraphicFramePr>
          <p:cNvPr id="6" name="オブジェクト 5" hidden="1">
            <a:extLst>
              <a:ext uri="{FF2B5EF4-FFF2-40B4-BE49-F238E27FC236}">
                <a16:creationId xmlns:a16="http://schemas.microsoft.com/office/drawing/2014/main" id="{8371F099-8D2B-4C1A-80E9-79754C6F19E1}"/>
              </a:ext>
            </a:extLst>
          </p:cNvPr>
          <p:cNvGraphicFramePr>
            <a:graphicFrameLocks noChangeAspect="1"/>
          </p:cNvGraphicFramePr>
          <p:nvPr>
            <p:custDataLst>
              <p:tags r:id="rId1"/>
            </p:custDataLst>
            <p:extLst>
              <p:ext uri="{D42A27DB-BD31-4B8C-83A1-F6EECF244321}">
                <p14:modId xmlns:p14="http://schemas.microsoft.com/office/powerpoint/2010/main" val="24838301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499" imgH="499" progId="TCLayout.ActiveDocument.1">
                  <p:embed/>
                </p:oleObj>
              </mc:Choice>
              <mc:Fallback>
                <p:oleObj name="think-cell スライド" r:id="rId3" imgW="499" imgH="499" progId="TCLayout.ActiveDocument.1">
                  <p:embed/>
                  <p:pic>
                    <p:nvPicPr>
                      <p:cNvPr id="6" name="オブジェクト 5" hidden="1">
                        <a:extLst>
                          <a:ext uri="{FF2B5EF4-FFF2-40B4-BE49-F238E27FC236}">
                            <a16:creationId xmlns:a16="http://schemas.microsoft.com/office/drawing/2014/main" id="{8371F099-8D2B-4C1A-80E9-79754C6F19E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1ACC6C50-D644-4AB1-94E8-A9F2EDA9714E}"/>
              </a:ext>
            </a:extLst>
          </p:cNvPr>
          <p:cNvSpPr>
            <a:spLocks noGrp="1"/>
          </p:cNvSpPr>
          <p:nvPr>
            <p:ph type="title"/>
          </p:nvPr>
        </p:nvSpPr>
        <p:spPr>
          <a:xfrm>
            <a:off x="173709" y="476672"/>
            <a:ext cx="9584887" cy="420752"/>
          </a:xfrm>
        </p:spPr>
        <p:txBody>
          <a:bodyPr vert="horz"/>
          <a:lstStyle/>
          <a:p>
            <a:r>
              <a:rPr lang="ja-JP" altLang="en-US" dirty="0">
                <a:latin typeface="+mj-lt"/>
              </a:rPr>
              <a:t>本取組の位置づけ</a:t>
            </a:r>
            <a:endParaRPr kumimoji="1" lang="ja-JP" altLang="en-US" dirty="0"/>
          </a:p>
        </p:txBody>
      </p:sp>
      <p:sp>
        <p:nvSpPr>
          <p:cNvPr id="3" name="テキスト プレースホルダー 2">
            <a:extLst>
              <a:ext uri="{FF2B5EF4-FFF2-40B4-BE49-F238E27FC236}">
                <a16:creationId xmlns:a16="http://schemas.microsoft.com/office/drawing/2014/main" id="{FF235883-299E-4185-88E7-C9EC83752F59}"/>
              </a:ext>
            </a:extLst>
          </p:cNvPr>
          <p:cNvSpPr>
            <a:spLocks noGrp="1"/>
          </p:cNvSpPr>
          <p:nvPr>
            <p:ph type="body" idx="12"/>
          </p:nvPr>
        </p:nvSpPr>
        <p:spPr/>
        <p:txBody>
          <a:bodyPr/>
          <a:lstStyle/>
          <a:p>
            <a:r>
              <a:rPr lang="ja-JP" altLang="en-US" dirty="0"/>
              <a:t>第</a:t>
            </a:r>
            <a:r>
              <a:rPr lang="en-US" altLang="ja-JP" dirty="0"/>
              <a:t>1</a:t>
            </a:r>
            <a:r>
              <a:rPr lang="ja-JP" altLang="en-US" dirty="0"/>
              <a:t>フェーズ、第</a:t>
            </a:r>
            <a:r>
              <a:rPr lang="en-US" altLang="ja-JP" dirty="0"/>
              <a:t>2</a:t>
            </a:r>
            <a:r>
              <a:rPr lang="ja-JP" altLang="en-US" dirty="0"/>
              <a:t>フェーズは</a:t>
            </a:r>
            <a:r>
              <a:rPr kumimoji="1" lang="ja-JP" altLang="en-US" dirty="0"/>
              <a:t>、デジタルアセットビジネスに特化した将来像策定やロードマップ作成、主要プラットフォームのビジネス・テクノロジ評価を実施したが、次フェーズでは、デジタルアセットビジネスの上位概念である</a:t>
            </a:r>
            <a:r>
              <a:rPr kumimoji="1" lang="en-US" altLang="ja-JP" dirty="0"/>
              <a:t>W</a:t>
            </a:r>
            <a:r>
              <a:rPr lang="en-US" altLang="ja-JP" dirty="0"/>
              <a:t>eb3.0</a:t>
            </a:r>
            <a:r>
              <a:rPr kumimoji="1" lang="ja-JP" altLang="en-US" dirty="0"/>
              <a:t>起点での</a:t>
            </a:r>
            <a:r>
              <a:rPr lang="ja-JP" altLang="en-US" dirty="0"/>
              <a:t>次世代型信託ビジネス構想を含めた次期中計策定が支援スコープとなる。</a:t>
            </a:r>
            <a:endParaRPr kumimoji="1" lang="ja-JP" altLang="en-US" dirty="0"/>
          </a:p>
        </p:txBody>
      </p:sp>
      <p:sp>
        <p:nvSpPr>
          <p:cNvPr id="4" name="テキスト プレースホルダー 3">
            <a:extLst>
              <a:ext uri="{FF2B5EF4-FFF2-40B4-BE49-F238E27FC236}">
                <a16:creationId xmlns:a16="http://schemas.microsoft.com/office/drawing/2014/main" id="{147AF355-0B03-4FAE-8B39-6304F171BD0F}"/>
              </a:ext>
            </a:extLst>
          </p:cNvPr>
          <p:cNvSpPr>
            <a:spLocks noGrp="1"/>
          </p:cNvSpPr>
          <p:nvPr>
            <p:ph type="body" sz="quarter" idx="13"/>
          </p:nvPr>
        </p:nvSpPr>
        <p:spPr/>
        <p:txBody>
          <a:bodyPr/>
          <a:lstStyle/>
          <a:p>
            <a:r>
              <a:rPr lang="en-US" altLang="ja-JP" dirty="0"/>
              <a:t>2. </a:t>
            </a:r>
            <a:r>
              <a:rPr lang="ja-JP" altLang="en-US" dirty="0"/>
              <a:t>本取組の位置づけ</a:t>
            </a:r>
          </a:p>
        </p:txBody>
      </p:sp>
      <p:sp>
        <p:nvSpPr>
          <p:cNvPr id="11" name="四角形: 角を丸くする 10">
            <a:extLst>
              <a:ext uri="{FF2B5EF4-FFF2-40B4-BE49-F238E27FC236}">
                <a16:creationId xmlns:a16="http://schemas.microsoft.com/office/drawing/2014/main" id="{0B642007-05ED-431E-BD56-BDFB4BF39216}"/>
              </a:ext>
            </a:extLst>
          </p:cNvPr>
          <p:cNvSpPr/>
          <p:nvPr/>
        </p:nvSpPr>
        <p:spPr bwMode="auto">
          <a:xfrm>
            <a:off x="6938575" y="1993899"/>
            <a:ext cx="2736000" cy="1476000"/>
          </a:xfrm>
          <a:prstGeom prst="rect">
            <a:avLst/>
          </a:prstGeom>
          <a:solidFill>
            <a:srgbClr val="FFFFFF"/>
          </a:solidFill>
          <a:ln w="6350" algn="ctr">
            <a:solidFill>
              <a:schemeClr val="bg1">
                <a:lumMod val="85000"/>
              </a:schemeClr>
            </a:solidFill>
            <a:round/>
            <a:headEnd/>
            <a:tailEnd/>
          </a:ln>
        </p:spPr>
        <p:txBody>
          <a:bodyPr wrap="square" lIns="72000" tIns="36000" rIns="72000" bIns="36000" rtlCol="0" anchor="ctr" anchorCtr="0"/>
          <a:lstStyle/>
          <a:p>
            <a:pPr marL="285750" indent="-285750">
              <a:spcBef>
                <a:spcPct val="20000"/>
              </a:spcBef>
              <a:buFont typeface="Wingdings" panose="05000000000000000000" pitchFamily="2" charset="2"/>
              <a:buChar char="ü"/>
            </a:pP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デジタル信託構想の第一歩として、デジタルアセットビジネスのサービスローンチに向けた</a:t>
            </a:r>
            <a:r>
              <a:rPr kumimoji="1" lang="ja-JP" altLang="en-US" sz="1400" b="1" u="sng" dirty="0">
                <a:solidFill>
                  <a:schemeClr val="tx1">
                    <a:lumMod val="75000"/>
                    <a:lumOff val="25000"/>
                  </a:schemeClr>
                </a:solidFill>
                <a:latin typeface="Meiryo UI" panose="020B0604030504040204" pitchFamily="50" charset="-128"/>
                <a:ea typeface="Meiryo UI" panose="020B0604030504040204" pitchFamily="50" charset="-128"/>
              </a:rPr>
              <a:t>ビジネス将来像及びビジネス・テクノロジ双方のロードマップ作成</a:t>
            </a: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を実施</a:t>
            </a:r>
          </a:p>
        </p:txBody>
      </p:sp>
      <p:sp>
        <p:nvSpPr>
          <p:cNvPr id="84" name="四角形: 角を丸くする 83">
            <a:extLst>
              <a:ext uri="{FF2B5EF4-FFF2-40B4-BE49-F238E27FC236}">
                <a16:creationId xmlns:a16="http://schemas.microsoft.com/office/drawing/2014/main" id="{15B00106-0561-478B-A316-2D43872E417D}"/>
              </a:ext>
            </a:extLst>
          </p:cNvPr>
          <p:cNvSpPr/>
          <p:nvPr/>
        </p:nvSpPr>
        <p:spPr bwMode="auto">
          <a:xfrm>
            <a:off x="5664202" y="1993899"/>
            <a:ext cx="1202177" cy="1476000"/>
          </a:xfrm>
          <a:prstGeom prst="rect">
            <a:avLst/>
          </a:prstGeom>
          <a:solidFill>
            <a:schemeClr val="accent5"/>
          </a:solidFill>
          <a:ln w="6350" algn="ctr">
            <a:solidFill>
              <a:schemeClr val="bg1">
                <a:lumMod val="85000"/>
              </a:schemeClr>
            </a:solidFill>
            <a:round/>
            <a:headEnd/>
            <a:tailEnd/>
          </a:ln>
        </p:spPr>
        <p:txBody>
          <a:bodyPr wrap="square" lIns="72000" tIns="36000" rIns="72000" bIns="36000" rtlCol="0" anchor="ctr" anchorCtr="0"/>
          <a:lstStyle/>
          <a:p>
            <a:pPr algn="ctr">
              <a:spcBef>
                <a:spcPct val="20000"/>
              </a:spcBef>
            </a:pPr>
            <a:r>
              <a:rPr kumimoji="1" lang="ja-JP" altLang="en-US" sz="1400" dirty="0">
                <a:solidFill>
                  <a:schemeClr val="bg1"/>
                </a:solidFill>
                <a:latin typeface="Meiryo UI" panose="020B0604030504040204" pitchFamily="50" charset="-128"/>
                <a:ea typeface="Meiryo UI" panose="020B0604030504040204" pitchFamily="50" charset="-128"/>
              </a:rPr>
              <a:t>第</a:t>
            </a:r>
            <a:r>
              <a:rPr kumimoji="1" lang="en-US" altLang="ja-JP" sz="1400" dirty="0">
                <a:solidFill>
                  <a:schemeClr val="bg1"/>
                </a:solidFill>
                <a:latin typeface="Meiryo UI" panose="020B0604030504040204" pitchFamily="50" charset="-128"/>
                <a:ea typeface="Meiryo UI" panose="020B0604030504040204" pitchFamily="50" charset="-128"/>
              </a:rPr>
              <a:t>1</a:t>
            </a:r>
            <a:r>
              <a:rPr kumimoji="1" lang="ja-JP" altLang="en-US" sz="1400" dirty="0">
                <a:solidFill>
                  <a:schemeClr val="bg1"/>
                </a:solidFill>
                <a:latin typeface="Meiryo UI" panose="020B0604030504040204" pitchFamily="50" charset="-128"/>
                <a:ea typeface="Meiryo UI" panose="020B0604030504040204" pitchFamily="50" charset="-128"/>
              </a:rPr>
              <a:t>フェーズ</a:t>
            </a:r>
            <a:br>
              <a:rPr kumimoji="1" lang="en-US" altLang="ja-JP" sz="1400" dirty="0">
                <a:solidFill>
                  <a:schemeClr val="bg1"/>
                </a:solidFill>
                <a:latin typeface="Meiryo UI" panose="020B0604030504040204" pitchFamily="50" charset="-128"/>
                <a:ea typeface="Meiryo UI" panose="020B0604030504040204" pitchFamily="50" charset="-128"/>
              </a:rPr>
            </a:br>
            <a:r>
              <a:rPr kumimoji="1" lang="en-US" altLang="ja-JP" sz="1400" dirty="0">
                <a:solidFill>
                  <a:schemeClr val="bg1"/>
                </a:solidFill>
                <a:latin typeface="Meiryo UI" panose="020B0604030504040204" pitchFamily="50" charset="-128"/>
                <a:ea typeface="Meiryo UI" panose="020B0604030504040204" pitchFamily="50" charset="-128"/>
              </a:rPr>
              <a:t>(4-7</a:t>
            </a:r>
            <a:r>
              <a:rPr kumimoji="1" lang="ja-JP" altLang="en-US" sz="1400" dirty="0">
                <a:solidFill>
                  <a:schemeClr val="bg1"/>
                </a:solidFill>
                <a:latin typeface="Meiryo UI" panose="020B0604030504040204" pitchFamily="50" charset="-128"/>
                <a:ea typeface="Meiryo UI" panose="020B0604030504040204" pitchFamily="50" charset="-128"/>
              </a:rPr>
              <a:t>月</a:t>
            </a:r>
            <a:r>
              <a:rPr kumimoji="1" lang="en-US" altLang="ja-JP" sz="1400" dirty="0">
                <a:solidFill>
                  <a:schemeClr val="bg1"/>
                </a:solidFill>
                <a:latin typeface="Meiryo UI" panose="020B0604030504040204" pitchFamily="50" charset="-128"/>
                <a:ea typeface="Meiryo UI" panose="020B0604030504040204" pitchFamily="50" charset="-128"/>
              </a:rPr>
              <a:t>)</a:t>
            </a:r>
            <a:endParaRPr kumimoji="1" lang="ja-JP" altLang="en-US" sz="1400" dirty="0">
              <a:solidFill>
                <a:schemeClr val="bg1"/>
              </a:solidFill>
              <a:latin typeface="Meiryo UI" panose="020B0604030504040204" pitchFamily="50" charset="-128"/>
              <a:ea typeface="Meiryo UI" panose="020B0604030504040204" pitchFamily="50" charset="-128"/>
            </a:endParaRPr>
          </a:p>
        </p:txBody>
      </p:sp>
      <p:sp>
        <p:nvSpPr>
          <p:cNvPr id="88" name="四角形: 角を丸くする 87">
            <a:extLst>
              <a:ext uri="{FF2B5EF4-FFF2-40B4-BE49-F238E27FC236}">
                <a16:creationId xmlns:a16="http://schemas.microsoft.com/office/drawing/2014/main" id="{4C639076-3836-4B74-93B4-AC41E427C303}"/>
              </a:ext>
            </a:extLst>
          </p:cNvPr>
          <p:cNvSpPr/>
          <p:nvPr/>
        </p:nvSpPr>
        <p:spPr bwMode="auto">
          <a:xfrm>
            <a:off x="6938575" y="3558146"/>
            <a:ext cx="2736000" cy="1476000"/>
          </a:xfrm>
          <a:prstGeom prst="rect">
            <a:avLst/>
          </a:prstGeom>
          <a:solidFill>
            <a:srgbClr val="FFFFFF"/>
          </a:solidFill>
          <a:ln w="6350" algn="ctr">
            <a:solidFill>
              <a:schemeClr val="bg1">
                <a:lumMod val="85000"/>
              </a:schemeClr>
            </a:solidFill>
            <a:round/>
            <a:headEnd/>
            <a:tailEnd/>
          </a:ln>
        </p:spPr>
        <p:txBody>
          <a:bodyPr wrap="square" lIns="72000" tIns="36000" rIns="72000" bIns="36000" rtlCol="0" anchor="ctr" anchorCtr="0"/>
          <a:lstStyle/>
          <a:p>
            <a:pPr marL="285750" indent="-285750">
              <a:spcBef>
                <a:spcPct val="20000"/>
              </a:spcBef>
              <a:buFont typeface="Wingdings" panose="05000000000000000000" pitchFamily="2" charset="2"/>
              <a:buChar char="ü"/>
            </a:pP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国内の主要デジタルアセット発行プラットフォームの利用に向けて、</a:t>
            </a:r>
            <a:r>
              <a:rPr kumimoji="1" lang="ja-JP" altLang="en-US" sz="1400" b="1" u="sng" dirty="0">
                <a:solidFill>
                  <a:schemeClr val="tx1">
                    <a:lumMod val="75000"/>
                    <a:lumOff val="25000"/>
                  </a:schemeClr>
                </a:solidFill>
                <a:latin typeface="Meiryo UI" panose="020B0604030504040204" pitchFamily="50" charset="-128"/>
                <a:ea typeface="Meiryo UI" panose="020B0604030504040204" pitchFamily="50" charset="-128"/>
              </a:rPr>
              <a:t>各社プラットフォームの現状分析を、ビジネス・テクノロジ双方の観点</a:t>
            </a: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で実施</a:t>
            </a:r>
          </a:p>
        </p:txBody>
      </p:sp>
      <p:sp>
        <p:nvSpPr>
          <p:cNvPr id="89" name="四角形: 角を丸くする 88">
            <a:extLst>
              <a:ext uri="{FF2B5EF4-FFF2-40B4-BE49-F238E27FC236}">
                <a16:creationId xmlns:a16="http://schemas.microsoft.com/office/drawing/2014/main" id="{4368B34F-1F5C-4342-A336-DED3E3CAB594}"/>
              </a:ext>
            </a:extLst>
          </p:cNvPr>
          <p:cNvSpPr/>
          <p:nvPr/>
        </p:nvSpPr>
        <p:spPr bwMode="auto">
          <a:xfrm>
            <a:off x="5664202" y="3558146"/>
            <a:ext cx="1202177" cy="1476000"/>
          </a:xfrm>
          <a:prstGeom prst="rect">
            <a:avLst/>
          </a:prstGeom>
          <a:solidFill>
            <a:schemeClr val="accent5"/>
          </a:solidFill>
          <a:ln w="6350" algn="ctr">
            <a:solidFill>
              <a:schemeClr val="bg1">
                <a:lumMod val="85000"/>
              </a:schemeClr>
            </a:solidFill>
            <a:round/>
            <a:headEnd/>
            <a:tailEnd/>
          </a:ln>
        </p:spPr>
        <p:txBody>
          <a:bodyPr wrap="square" lIns="72000" tIns="36000" rIns="72000" bIns="36000" rtlCol="0" anchor="ctr" anchorCtr="0"/>
          <a:lstStyle/>
          <a:p>
            <a:pPr algn="ctr">
              <a:spcBef>
                <a:spcPct val="20000"/>
              </a:spcBef>
            </a:pPr>
            <a:r>
              <a:rPr kumimoji="1" lang="ja-JP" altLang="en-US" sz="1400" dirty="0">
                <a:solidFill>
                  <a:schemeClr val="bg1"/>
                </a:solidFill>
                <a:latin typeface="Meiryo UI" panose="020B0604030504040204" pitchFamily="50" charset="-128"/>
                <a:ea typeface="Meiryo UI" panose="020B0604030504040204" pitchFamily="50" charset="-128"/>
              </a:rPr>
              <a:t>第</a:t>
            </a:r>
            <a:r>
              <a:rPr kumimoji="1" lang="en-US" altLang="ja-JP" sz="1400" dirty="0">
                <a:solidFill>
                  <a:schemeClr val="bg1"/>
                </a:solidFill>
                <a:latin typeface="Meiryo UI" panose="020B0604030504040204" pitchFamily="50" charset="-128"/>
                <a:ea typeface="Meiryo UI" panose="020B0604030504040204" pitchFamily="50" charset="-128"/>
              </a:rPr>
              <a:t>2</a:t>
            </a:r>
            <a:r>
              <a:rPr kumimoji="1" lang="ja-JP" altLang="en-US" sz="1400" dirty="0">
                <a:solidFill>
                  <a:schemeClr val="bg1"/>
                </a:solidFill>
                <a:latin typeface="Meiryo UI" panose="020B0604030504040204" pitchFamily="50" charset="-128"/>
                <a:ea typeface="Meiryo UI" panose="020B0604030504040204" pitchFamily="50" charset="-128"/>
              </a:rPr>
              <a:t>フェーズ</a:t>
            </a:r>
            <a:br>
              <a:rPr kumimoji="1" lang="en-US" altLang="ja-JP" sz="1400" dirty="0">
                <a:solidFill>
                  <a:schemeClr val="bg1"/>
                </a:solidFill>
                <a:latin typeface="Meiryo UI" panose="020B0604030504040204" pitchFamily="50" charset="-128"/>
                <a:ea typeface="Meiryo UI" panose="020B0604030504040204" pitchFamily="50" charset="-128"/>
              </a:rPr>
            </a:br>
            <a:r>
              <a:rPr kumimoji="1" lang="en-US" altLang="ja-JP" sz="1400" dirty="0">
                <a:solidFill>
                  <a:schemeClr val="bg1"/>
                </a:solidFill>
                <a:latin typeface="Meiryo UI" panose="020B0604030504040204" pitchFamily="50" charset="-128"/>
                <a:ea typeface="Meiryo UI" panose="020B0604030504040204" pitchFamily="50" charset="-128"/>
              </a:rPr>
              <a:t>(7-10</a:t>
            </a:r>
            <a:r>
              <a:rPr kumimoji="1" lang="ja-JP" altLang="en-US" sz="1400" dirty="0">
                <a:solidFill>
                  <a:schemeClr val="bg1"/>
                </a:solidFill>
                <a:latin typeface="Meiryo UI" panose="020B0604030504040204" pitchFamily="50" charset="-128"/>
                <a:ea typeface="Meiryo UI" panose="020B0604030504040204" pitchFamily="50" charset="-128"/>
              </a:rPr>
              <a:t>月</a:t>
            </a:r>
            <a:r>
              <a:rPr kumimoji="1" lang="en-US" altLang="ja-JP" sz="1400" dirty="0">
                <a:solidFill>
                  <a:schemeClr val="bg1"/>
                </a:solidFill>
                <a:latin typeface="Meiryo UI" panose="020B0604030504040204" pitchFamily="50" charset="-128"/>
                <a:ea typeface="Meiryo UI" panose="020B0604030504040204" pitchFamily="50" charset="-128"/>
              </a:rPr>
              <a:t>)</a:t>
            </a:r>
            <a:endParaRPr kumimoji="1" lang="ja-JP" altLang="en-US" sz="1400" dirty="0">
              <a:solidFill>
                <a:schemeClr val="bg1"/>
              </a:solidFill>
              <a:latin typeface="Meiryo UI" panose="020B0604030504040204" pitchFamily="50" charset="-128"/>
              <a:ea typeface="Meiryo UI" panose="020B0604030504040204" pitchFamily="50" charset="-128"/>
            </a:endParaRPr>
          </a:p>
        </p:txBody>
      </p:sp>
      <p:sp>
        <p:nvSpPr>
          <p:cNvPr id="94" name="四角形: 角を丸くする 93">
            <a:extLst>
              <a:ext uri="{FF2B5EF4-FFF2-40B4-BE49-F238E27FC236}">
                <a16:creationId xmlns:a16="http://schemas.microsoft.com/office/drawing/2014/main" id="{8F65D4B1-8EDF-4444-A865-1158833DDF47}"/>
              </a:ext>
            </a:extLst>
          </p:cNvPr>
          <p:cNvSpPr/>
          <p:nvPr/>
        </p:nvSpPr>
        <p:spPr bwMode="auto">
          <a:xfrm>
            <a:off x="6938575" y="5122393"/>
            <a:ext cx="2736000" cy="1476000"/>
          </a:xfrm>
          <a:prstGeom prst="rect">
            <a:avLst/>
          </a:prstGeom>
          <a:solidFill>
            <a:srgbClr val="FFFFFF"/>
          </a:solidFill>
          <a:ln w="6350" algn="ctr">
            <a:solidFill>
              <a:schemeClr val="bg1">
                <a:lumMod val="85000"/>
              </a:schemeClr>
            </a:solidFill>
            <a:round/>
            <a:headEnd/>
            <a:tailEnd/>
          </a:ln>
        </p:spPr>
        <p:txBody>
          <a:bodyPr wrap="square" lIns="72000" tIns="36000" rIns="72000" bIns="36000" rtlCol="0" anchor="ctr" anchorCtr="0"/>
          <a:lstStyle/>
          <a:p>
            <a:pPr marL="285750" indent="-285750">
              <a:spcBef>
                <a:spcPct val="20000"/>
              </a:spcBef>
              <a:buFont typeface="Wingdings" panose="05000000000000000000" pitchFamily="2" charset="2"/>
              <a:buChar char="ü"/>
            </a:pPr>
            <a:r>
              <a:rPr lang="ja-JP" altLang="en-US" sz="1400" b="1" u="sng" dirty="0">
                <a:solidFill>
                  <a:schemeClr val="accent1">
                    <a:lumMod val="60000"/>
                    <a:lumOff val="40000"/>
                  </a:schemeClr>
                </a:solidFill>
                <a:latin typeface="+mj-lt"/>
              </a:rPr>
              <a:t>デジタルアセット分野のみならず</a:t>
            </a:r>
            <a:r>
              <a:rPr lang="en-US" altLang="ja-JP" sz="1400" b="1" u="sng" dirty="0">
                <a:solidFill>
                  <a:schemeClr val="accent1">
                    <a:lumMod val="60000"/>
                    <a:lumOff val="40000"/>
                  </a:schemeClr>
                </a:solidFill>
                <a:latin typeface="+mj-lt"/>
              </a:rPr>
              <a:t>Web3.0</a:t>
            </a:r>
            <a:r>
              <a:rPr lang="ja-JP" altLang="en-US" sz="1400" b="1" u="sng" dirty="0">
                <a:solidFill>
                  <a:schemeClr val="accent1">
                    <a:lumMod val="60000"/>
                    <a:lumOff val="40000"/>
                  </a:schemeClr>
                </a:solidFill>
                <a:latin typeface="+mj-lt"/>
              </a:rPr>
              <a:t>起点での次世代型信託ビジネス構想</a:t>
            </a:r>
            <a:r>
              <a:rPr lang="ja-JP" altLang="en-US" sz="1400" dirty="0">
                <a:solidFill>
                  <a:schemeClr val="tx1">
                    <a:lumMod val="75000"/>
                    <a:lumOff val="25000"/>
                  </a:schemeClr>
                </a:solidFill>
                <a:latin typeface="+mj-lt"/>
              </a:rPr>
              <a:t>を貴社と共に整理し、</a:t>
            </a:r>
            <a:r>
              <a:rPr lang="ja-JP" altLang="en-US" sz="1400" b="1" u="sng" dirty="0">
                <a:solidFill>
                  <a:schemeClr val="accent1">
                    <a:lumMod val="60000"/>
                    <a:lumOff val="40000"/>
                  </a:schemeClr>
                </a:solidFill>
                <a:latin typeface="+mj-lt"/>
              </a:rPr>
              <a:t>次期中計策定に係るビジネス・テクノロジ支援</a:t>
            </a:r>
            <a:r>
              <a:rPr lang="ja-JP" altLang="en-US" sz="1400" dirty="0">
                <a:solidFill>
                  <a:schemeClr val="tx1">
                    <a:lumMod val="75000"/>
                    <a:lumOff val="25000"/>
                  </a:schemeClr>
                </a:solidFill>
                <a:latin typeface="+mj-lt"/>
              </a:rPr>
              <a:t>を実施</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5" name="四角形: 角を丸くする 94">
            <a:extLst>
              <a:ext uri="{FF2B5EF4-FFF2-40B4-BE49-F238E27FC236}">
                <a16:creationId xmlns:a16="http://schemas.microsoft.com/office/drawing/2014/main" id="{5B8EB51E-3E0E-4BC1-8DE6-5136EAB5E247}"/>
              </a:ext>
            </a:extLst>
          </p:cNvPr>
          <p:cNvSpPr/>
          <p:nvPr/>
        </p:nvSpPr>
        <p:spPr bwMode="auto">
          <a:xfrm>
            <a:off x="5664200" y="5122393"/>
            <a:ext cx="1202177" cy="1476000"/>
          </a:xfrm>
          <a:prstGeom prst="rect">
            <a:avLst/>
          </a:prstGeom>
          <a:solidFill>
            <a:schemeClr val="accent2"/>
          </a:solidFill>
          <a:ln w="6350" algn="ctr">
            <a:solidFill>
              <a:schemeClr val="bg1">
                <a:lumMod val="85000"/>
              </a:schemeClr>
            </a:solidFill>
            <a:round/>
            <a:headEnd/>
            <a:tailEnd/>
          </a:ln>
        </p:spPr>
        <p:txBody>
          <a:bodyPr wrap="square" lIns="72000" tIns="36000" rIns="72000" bIns="36000" rtlCol="0" anchor="ctr" anchorCtr="0"/>
          <a:lstStyle/>
          <a:p>
            <a:pPr algn="ctr">
              <a:spcBef>
                <a:spcPct val="20000"/>
              </a:spcBef>
            </a:pPr>
            <a:r>
              <a:rPr kumimoji="1" lang="ja-JP" altLang="en-US" sz="1400" b="1" dirty="0">
                <a:solidFill>
                  <a:schemeClr val="bg1"/>
                </a:solidFill>
                <a:latin typeface="Meiryo UI" panose="020B0604030504040204" pitchFamily="50" charset="-128"/>
                <a:ea typeface="Meiryo UI" panose="020B0604030504040204" pitchFamily="50" charset="-128"/>
              </a:rPr>
              <a:t>第</a:t>
            </a:r>
            <a:r>
              <a:rPr kumimoji="1" lang="en-US" altLang="ja-JP" sz="1400" b="1" dirty="0">
                <a:solidFill>
                  <a:schemeClr val="bg1"/>
                </a:solidFill>
                <a:latin typeface="Meiryo UI" panose="020B0604030504040204" pitchFamily="50" charset="-128"/>
                <a:ea typeface="Meiryo UI" panose="020B0604030504040204" pitchFamily="50" charset="-128"/>
              </a:rPr>
              <a:t>3</a:t>
            </a:r>
            <a:r>
              <a:rPr kumimoji="1" lang="ja-JP" altLang="en-US" sz="1400" b="1" dirty="0">
                <a:solidFill>
                  <a:schemeClr val="bg1"/>
                </a:solidFill>
                <a:latin typeface="Meiryo UI" panose="020B0604030504040204" pitchFamily="50" charset="-128"/>
                <a:ea typeface="Meiryo UI" panose="020B0604030504040204" pitchFamily="50" charset="-128"/>
              </a:rPr>
              <a:t>フェーズ</a:t>
            </a:r>
            <a:endParaRPr kumimoji="1" lang="en-US" altLang="ja-JP" sz="1400" b="1" dirty="0">
              <a:solidFill>
                <a:schemeClr val="bg1"/>
              </a:solidFill>
              <a:latin typeface="Meiryo UI" panose="020B0604030504040204" pitchFamily="50" charset="-128"/>
              <a:ea typeface="Meiryo UI" panose="020B0604030504040204" pitchFamily="50" charset="-128"/>
            </a:endParaRPr>
          </a:p>
          <a:p>
            <a:pPr algn="ctr">
              <a:spcBef>
                <a:spcPct val="20000"/>
              </a:spcBef>
            </a:pPr>
            <a:r>
              <a:rPr kumimoji="1" lang="en-US" altLang="ja-JP" sz="1400" b="1" dirty="0">
                <a:solidFill>
                  <a:schemeClr val="bg1"/>
                </a:solidFill>
                <a:latin typeface="Meiryo UI" panose="020B0604030504040204" pitchFamily="50" charset="-128"/>
                <a:ea typeface="Meiryo UI" panose="020B0604030504040204" pitchFamily="50" charset="-128"/>
              </a:rPr>
              <a:t>(10-12</a:t>
            </a:r>
            <a:r>
              <a:rPr kumimoji="1" lang="ja-JP" altLang="en-US" sz="1400" b="1" dirty="0">
                <a:solidFill>
                  <a:schemeClr val="bg1"/>
                </a:solidFill>
                <a:latin typeface="Meiryo UI" panose="020B0604030504040204" pitchFamily="50" charset="-128"/>
                <a:ea typeface="Meiryo UI" panose="020B0604030504040204" pitchFamily="50" charset="-128"/>
              </a:rPr>
              <a:t>月</a:t>
            </a:r>
            <a:r>
              <a:rPr kumimoji="1" lang="en-US" altLang="ja-JP" sz="1400" b="1" dirty="0">
                <a:solidFill>
                  <a:schemeClr val="bg1"/>
                </a:solidFill>
                <a:latin typeface="Meiryo UI" panose="020B0604030504040204" pitchFamily="50" charset="-128"/>
                <a:ea typeface="Meiryo UI" panose="020B0604030504040204" pitchFamily="50" charset="-128"/>
              </a:rPr>
              <a:t>)</a:t>
            </a:r>
            <a:endParaRPr kumimoji="1" lang="ja-JP" altLang="en-US" sz="1400" b="1" dirty="0">
              <a:solidFill>
                <a:schemeClr val="bg1"/>
              </a:solidFill>
              <a:latin typeface="Meiryo UI" panose="020B0604030504040204" pitchFamily="50" charset="-128"/>
              <a:ea typeface="Meiryo UI" panose="020B0604030504040204" pitchFamily="50" charset="-128"/>
            </a:endParaRPr>
          </a:p>
        </p:txBody>
      </p:sp>
      <p:sp>
        <p:nvSpPr>
          <p:cNvPr id="38" name="四角形: 対角を切り取る 37">
            <a:extLst>
              <a:ext uri="{FF2B5EF4-FFF2-40B4-BE49-F238E27FC236}">
                <a16:creationId xmlns:a16="http://schemas.microsoft.com/office/drawing/2014/main" id="{03796BD4-921F-4317-AF38-7BDCCBF84439}"/>
              </a:ext>
            </a:extLst>
          </p:cNvPr>
          <p:cNvSpPr/>
          <p:nvPr/>
        </p:nvSpPr>
        <p:spPr bwMode="auto">
          <a:xfrm>
            <a:off x="2060896" y="2449820"/>
            <a:ext cx="1636636" cy="608575"/>
          </a:xfrm>
          <a:prstGeom prst="snip2DiagRect">
            <a:avLst/>
          </a:prstGeom>
          <a:solidFill>
            <a:schemeClr val="accent2">
              <a:lumMod val="20000"/>
              <a:lumOff val="80000"/>
            </a:schemeClr>
          </a:solidFill>
          <a:ln w="6350" algn="ctr">
            <a:solidFill>
              <a:schemeClr val="tx1">
                <a:lumMod val="65000"/>
                <a:lumOff val="35000"/>
              </a:schemeClr>
            </a:solidFill>
            <a:round/>
            <a:headEnd/>
            <a:tailEnd/>
          </a:ln>
        </p:spPr>
        <p:txBody>
          <a:bodyPr wrap="square" lIns="0" tIns="0" rIns="0" bIns="0" rtlCol="0" anchor="ctr" anchorCtr="0"/>
          <a:lstStyle/>
          <a:p>
            <a:pPr algn="ctr">
              <a:spcBef>
                <a:spcPct val="20000"/>
              </a:spcBef>
            </a:pPr>
            <a:r>
              <a:rPr kumimoji="1" lang="en-US" altLang="ja-JP" sz="1400" b="1" dirty="0">
                <a:latin typeface="Meiryo UI" panose="020B0604030504040204" pitchFamily="50" charset="-128"/>
                <a:ea typeface="Meiryo UI" panose="020B0604030504040204" pitchFamily="50" charset="-128"/>
              </a:rPr>
              <a:t>Web3.0</a:t>
            </a:r>
            <a:endParaRPr kumimoji="1" lang="ja-JP" altLang="en-US" sz="1400" b="1" dirty="0">
              <a:latin typeface="Meiryo UI" panose="020B0604030504040204" pitchFamily="50" charset="-128"/>
              <a:ea typeface="Meiryo UI" panose="020B0604030504040204" pitchFamily="50" charset="-128"/>
            </a:endParaRPr>
          </a:p>
        </p:txBody>
      </p:sp>
      <p:cxnSp>
        <p:nvCxnSpPr>
          <p:cNvPr id="39" name="直線コネクタ 38">
            <a:extLst>
              <a:ext uri="{FF2B5EF4-FFF2-40B4-BE49-F238E27FC236}">
                <a16:creationId xmlns:a16="http://schemas.microsoft.com/office/drawing/2014/main" id="{2A82063A-6751-4101-8C9A-5141266FFBDB}"/>
              </a:ext>
            </a:extLst>
          </p:cNvPr>
          <p:cNvCxnSpPr>
            <a:cxnSpLocks/>
            <a:stCxn id="38" idx="1"/>
          </p:cNvCxnSpPr>
          <p:nvPr/>
        </p:nvCxnSpPr>
        <p:spPr>
          <a:xfrm>
            <a:off x="2879214" y="3058394"/>
            <a:ext cx="0" cy="648000"/>
          </a:xfrm>
          <a:prstGeom prst="line">
            <a:avLst/>
          </a:prstGeom>
          <a:ln/>
        </p:spPr>
        <p:style>
          <a:lnRef idx="1">
            <a:schemeClr val="dk1"/>
          </a:lnRef>
          <a:fillRef idx="0">
            <a:schemeClr val="dk1"/>
          </a:fillRef>
          <a:effectRef idx="0">
            <a:schemeClr val="dk1"/>
          </a:effectRef>
          <a:fontRef idx="minor">
            <a:schemeClr val="tx1"/>
          </a:fontRef>
        </p:style>
      </p:cxnSp>
      <p:cxnSp>
        <p:nvCxnSpPr>
          <p:cNvPr id="40" name="直線コネクタ 39">
            <a:extLst>
              <a:ext uri="{FF2B5EF4-FFF2-40B4-BE49-F238E27FC236}">
                <a16:creationId xmlns:a16="http://schemas.microsoft.com/office/drawing/2014/main" id="{E78A9F37-B186-415B-9B84-57E1BBFD4BAC}"/>
              </a:ext>
            </a:extLst>
          </p:cNvPr>
          <p:cNvCxnSpPr>
            <a:cxnSpLocks/>
          </p:cNvCxnSpPr>
          <p:nvPr/>
        </p:nvCxnSpPr>
        <p:spPr>
          <a:xfrm>
            <a:off x="757270" y="3706011"/>
            <a:ext cx="4252636" cy="0"/>
          </a:xfrm>
          <a:prstGeom prst="line">
            <a:avLst/>
          </a:prstGeom>
          <a:ln/>
        </p:spPr>
        <p:style>
          <a:lnRef idx="1">
            <a:schemeClr val="dk1"/>
          </a:lnRef>
          <a:fillRef idx="0">
            <a:schemeClr val="dk1"/>
          </a:fillRef>
          <a:effectRef idx="0">
            <a:schemeClr val="dk1"/>
          </a:effectRef>
          <a:fontRef idx="minor">
            <a:schemeClr val="tx1"/>
          </a:fontRef>
        </p:style>
      </p:cxnSp>
      <p:sp>
        <p:nvSpPr>
          <p:cNvPr id="41" name="四角形: 対角を切り取る 40">
            <a:extLst>
              <a:ext uri="{FF2B5EF4-FFF2-40B4-BE49-F238E27FC236}">
                <a16:creationId xmlns:a16="http://schemas.microsoft.com/office/drawing/2014/main" id="{DC765030-695E-4FFE-B7BF-6BA01749E716}"/>
              </a:ext>
            </a:extLst>
          </p:cNvPr>
          <p:cNvSpPr/>
          <p:nvPr/>
        </p:nvSpPr>
        <p:spPr bwMode="auto">
          <a:xfrm>
            <a:off x="326721" y="4245207"/>
            <a:ext cx="774925" cy="608575"/>
          </a:xfrm>
          <a:prstGeom prst="snip2DiagRect">
            <a:avLst/>
          </a:prstGeom>
          <a:solidFill>
            <a:schemeClr val="bg1"/>
          </a:solidFill>
          <a:ln w="6350" algn="ctr">
            <a:solidFill>
              <a:schemeClr val="tx1">
                <a:lumMod val="65000"/>
                <a:lumOff val="35000"/>
              </a:schemeClr>
            </a:solidFill>
            <a:round/>
            <a:headEnd/>
            <a:tailEnd/>
          </a:ln>
        </p:spPr>
        <p:txBody>
          <a:bodyPr wrap="square" lIns="0" tIns="0" rIns="0" bIns="0" rtlCol="0" anchor="ctr" anchorCtr="0"/>
          <a:lstStyle/>
          <a:p>
            <a:pPr algn="ctr">
              <a:spcBef>
                <a:spcPct val="20000"/>
              </a:spcBef>
            </a:pPr>
            <a:r>
              <a:rPr kumimoji="1" lang="en-US" altLang="ja-JP" sz="1200" b="1" dirty="0" err="1">
                <a:latin typeface="Meiryo UI" panose="020B0604030504040204" pitchFamily="50" charset="-128"/>
                <a:ea typeface="Meiryo UI" panose="020B0604030504040204" pitchFamily="50" charset="-128"/>
              </a:rPr>
              <a:t>DeFi</a:t>
            </a:r>
            <a:endParaRPr kumimoji="1" lang="ja-JP" altLang="en-US" sz="1200" b="1" dirty="0">
              <a:latin typeface="Meiryo UI" panose="020B0604030504040204" pitchFamily="50" charset="-128"/>
              <a:ea typeface="Meiryo UI" panose="020B0604030504040204" pitchFamily="50" charset="-128"/>
            </a:endParaRPr>
          </a:p>
        </p:txBody>
      </p:sp>
      <p:sp>
        <p:nvSpPr>
          <p:cNvPr id="42" name="四角形: 対角を切り取る 41">
            <a:extLst>
              <a:ext uri="{FF2B5EF4-FFF2-40B4-BE49-F238E27FC236}">
                <a16:creationId xmlns:a16="http://schemas.microsoft.com/office/drawing/2014/main" id="{61B19F79-9881-4DD9-B86A-0D100208CF2C}"/>
              </a:ext>
            </a:extLst>
          </p:cNvPr>
          <p:cNvSpPr/>
          <p:nvPr/>
        </p:nvSpPr>
        <p:spPr bwMode="auto">
          <a:xfrm>
            <a:off x="1188432" y="4245207"/>
            <a:ext cx="774925" cy="608575"/>
          </a:xfrm>
          <a:prstGeom prst="snip2DiagRect">
            <a:avLst/>
          </a:prstGeom>
          <a:solidFill>
            <a:schemeClr val="bg1"/>
          </a:solidFill>
          <a:ln w="6350" algn="ctr">
            <a:solidFill>
              <a:schemeClr val="tx1">
                <a:lumMod val="65000"/>
                <a:lumOff val="35000"/>
              </a:schemeClr>
            </a:solidFill>
            <a:round/>
            <a:headEnd/>
            <a:tailEnd/>
          </a:ln>
        </p:spPr>
        <p:txBody>
          <a:bodyPr wrap="square" lIns="0" tIns="0" rIns="0" bIns="0" rtlCol="0" anchor="ctr" anchorCtr="0"/>
          <a:lstStyle/>
          <a:p>
            <a:pPr algn="ctr">
              <a:spcBef>
                <a:spcPct val="20000"/>
              </a:spcBef>
            </a:pPr>
            <a:r>
              <a:rPr kumimoji="1" lang="en-US" altLang="ja-JP" sz="1200" b="1" dirty="0">
                <a:latin typeface="Meiryo UI" panose="020B0604030504040204" pitchFamily="50" charset="-128"/>
                <a:ea typeface="Meiryo UI" panose="020B0604030504040204" pitchFamily="50" charset="-128"/>
              </a:rPr>
              <a:t>DAO</a:t>
            </a:r>
            <a:endParaRPr kumimoji="1" lang="ja-JP" altLang="en-US" sz="1200" b="1" dirty="0">
              <a:latin typeface="Meiryo UI" panose="020B0604030504040204" pitchFamily="50" charset="-128"/>
              <a:ea typeface="Meiryo UI" panose="020B0604030504040204" pitchFamily="50" charset="-128"/>
            </a:endParaRPr>
          </a:p>
        </p:txBody>
      </p:sp>
      <p:sp>
        <p:nvSpPr>
          <p:cNvPr id="43" name="四角形: 対角を切り取る 42">
            <a:extLst>
              <a:ext uri="{FF2B5EF4-FFF2-40B4-BE49-F238E27FC236}">
                <a16:creationId xmlns:a16="http://schemas.microsoft.com/office/drawing/2014/main" id="{166BD629-E2B5-4A1D-B963-5414B77230FB}"/>
              </a:ext>
            </a:extLst>
          </p:cNvPr>
          <p:cNvSpPr/>
          <p:nvPr/>
        </p:nvSpPr>
        <p:spPr bwMode="auto">
          <a:xfrm>
            <a:off x="3773564" y="4245207"/>
            <a:ext cx="774925" cy="608575"/>
          </a:xfrm>
          <a:prstGeom prst="snip2DiagRect">
            <a:avLst/>
          </a:prstGeom>
          <a:solidFill>
            <a:schemeClr val="bg1"/>
          </a:solidFill>
          <a:ln w="6350" algn="ctr">
            <a:solidFill>
              <a:schemeClr val="tx1">
                <a:lumMod val="65000"/>
                <a:lumOff val="35000"/>
              </a:schemeClr>
            </a:solidFill>
            <a:round/>
            <a:headEnd/>
            <a:tailEnd/>
          </a:ln>
        </p:spPr>
        <p:txBody>
          <a:bodyPr wrap="square" lIns="0" tIns="0" rIns="0" bIns="0" rtlCol="0" anchor="ctr" anchorCtr="0"/>
          <a:lstStyle/>
          <a:p>
            <a:pPr algn="ctr">
              <a:spcBef>
                <a:spcPct val="20000"/>
              </a:spcBef>
            </a:pPr>
            <a:r>
              <a:rPr kumimoji="1" lang="en-US" altLang="ja-JP" sz="1200" b="1" dirty="0" err="1">
                <a:latin typeface="Meiryo UI" panose="020B0604030504040204" pitchFamily="50" charset="-128"/>
                <a:ea typeface="Meiryo UI" panose="020B0604030504040204" pitchFamily="50" charset="-128"/>
              </a:rPr>
              <a:t>Dapps</a:t>
            </a:r>
            <a:endParaRPr kumimoji="1" lang="ja-JP" altLang="en-US" sz="1200" b="1" dirty="0">
              <a:latin typeface="Meiryo UI" panose="020B0604030504040204" pitchFamily="50" charset="-128"/>
              <a:ea typeface="Meiryo UI" panose="020B0604030504040204" pitchFamily="50" charset="-128"/>
            </a:endParaRPr>
          </a:p>
        </p:txBody>
      </p:sp>
      <p:sp>
        <p:nvSpPr>
          <p:cNvPr id="44" name="四角形: 対角を切り取る 43">
            <a:extLst>
              <a:ext uri="{FF2B5EF4-FFF2-40B4-BE49-F238E27FC236}">
                <a16:creationId xmlns:a16="http://schemas.microsoft.com/office/drawing/2014/main" id="{A5163625-305D-45E2-B941-68B6B135A584}"/>
              </a:ext>
            </a:extLst>
          </p:cNvPr>
          <p:cNvSpPr/>
          <p:nvPr/>
        </p:nvSpPr>
        <p:spPr bwMode="auto">
          <a:xfrm>
            <a:off x="2050142" y="4245207"/>
            <a:ext cx="774925" cy="608575"/>
          </a:xfrm>
          <a:prstGeom prst="snip2DiagRect">
            <a:avLst/>
          </a:prstGeom>
          <a:solidFill>
            <a:schemeClr val="bg1"/>
          </a:solidFill>
          <a:ln w="6350" algn="ctr">
            <a:solidFill>
              <a:schemeClr val="tx1">
                <a:lumMod val="65000"/>
                <a:lumOff val="35000"/>
              </a:schemeClr>
            </a:solidFill>
            <a:round/>
            <a:headEnd/>
            <a:tailEnd/>
          </a:ln>
        </p:spPr>
        <p:txBody>
          <a:bodyPr wrap="square" lIns="0" tIns="0" rIns="0" bIns="0" rtlCol="0" anchor="ctr" anchorCtr="0"/>
          <a:lstStyle/>
          <a:p>
            <a:pPr algn="ctr">
              <a:spcBef>
                <a:spcPct val="20000"/>
              </a:spcBef>
            </a:pPr>
            <a:r>
              <a:rPr kumimoji="1" lang="en-US" altLang="ja-JP" sz="1200" b="1" dirty="0">
                <a:latin typeface="Meiryo UI" panose="020B0604030504040204" pitchFamily="50" charset="-128"/>
                <a:ea typeface="Meiryo UI" panose="020B0604030504040204" pitchFamily="50" charset="-128"/>
              </a:rPr>
              <a:t>Metaverse</a:t>
            </a:r>
            <a:endParaRPr kumimoji="1" lang="ja-JP" altLang="en-US" sz="1200" b="1" dirty="0">
              <a:latin typeface="Meiryo UI" panose="020B0604030504040204" pitchFamily="50" charset="-128"/>
              <a:ea typeface="Meiryo UI" panose="020B0604030504040204" pitchFamily="50" charset="-128"/>
            </a:endParaRPr>
          </a:p>
        </p:txBody>
      </p:sp>
      <p:sp>
        <p:nvSpPr>
          <p:cNvPr id="45" name="四角形: 対角を切り取る 44">
            <a:extLst>
              <a:ext uri="{FF2B5EF4-FFF2-40B4-BE49-F238E27FC236}">
                <a16:creationId xmlns:a16="http://schemas.microsoft.com/office/drawing/2014/main" id="{E7D5352A-A270-4CCB-B5D4-2F3D6DD8563C}"/>
              </a:ext>
            </a:extLst>
          </p:cNvPr>
          <p:cNvSpPr/>
          <p:nvPr/>
        </p:nvSpPr>
        <p:spPr bwMode="auto">
          <a:xfrm>
            <a:off x="4635275" y="4245207"/>
            <a:ext cx="774925" cy="608575"/>
          </a:xfrm>
          <a:prstGeom prst="snip2DiagRect">
            <a:avLst/>
          </a:prstGeom>
          <a:solidFill>
            <a:schemeClr val="bg1"/>
          </a:solidFill>
          <a:ln w="6350" algn="ctr">
            <a:solidFill>
              <a:schemeClr val="tx1">
                <a:lumMod val="65000"/>
                <a:lumOff val="35000"/>
              </a:schemeClr>
            </a:solidFill>
            <a:round/>
            <a:headEnd/>
            <a:tailEnd/>
          </a:ln>
        </p:spPr>
        <p:txBody>
          <a:bodyPr wrap="square" lIns="0" tIns="0" rIns="0" bIns="0" rtlCol="0" anchor="ctr" anchorCtr="0"/>
          <a:lstStyle/>
          <a:p>
            <a:pPr algn="ctr">
              <a:spcBef>
                <a:spcPct val="20000"/>
              </a:spcBef>
            </a:pPr>
            <a:r>
              <a:rPr kumimoji="1" lang="en-US" altLang="ja-JP" sz="1200" b="1" dirty="0">
                <a:latin typeface="Meiryo UI" panose="020B0604030504040204" pitchFamily="50" charset="-128"/>
                <a:ea typeface="Meiryo UI" panose="020B0604030504040204" pitchFamily="50" charset="-128"/>
              </a:rPr>
              <a:t>Game</a:t>
            </a:r>
            <a:br>
              <a:rPr kumimoji="1" lang="en-US" altLang="ja-JP" sz="1200" b="1" dirty="0">
                <a:latin typeface="Meiryo UI" panose="020B0604030504040204" pitchFamily="50" charset="-128"/>
                <a:ea typeface="Meiryo UI" panose="020B0604030504040204" pitchFamily="50" charset="-128"/>
              </a:rPr>
            </a:br>
            <a:r>
              <a:rPr kumimoji="1" lang="en-US" altLang="ja-JP" sz="1200" b="1" dirty="0">
                <a:latin typeface="Meiryo UI" panose="020B0604030504040204" pitchFamily="50" charset="-128"/>
                <a:ea typeface="Meiryo UI" panose="020B0604030504040204" pitchFamily="50" charset="-128"/>
              </a:rPr>
              <a:t>FI</a:t>
            </a:r>
            <a:endParaRPr kumimoji="1" lang="ja-JP" altLang="en-US" sz="1200" b="1" dirty="0">
              <a:latin typeface="Meiryo UI" panose="020B0604030504040204" pitchFamily="50" charset="-128"/>
              <a:ea typeface="Meiryo UI" panose="020B0604030504040204" pitchFamily="50" charset="-128"/>
            </a:endParaRPr>
          </a:p>
        </p:txBody>
      </p:sp>
      <p:sp>
        <p:nvSpPr>
          <p:cNvPr id="46" name="四角形: 対角を切り取る 45">
            <a:extLst>
              <a:ext uri="{FF2B5EF4-FFF2-40B4-BE49-F238E27FC236}">
                <a16:creationId xmlns:a16="http://schemas.microsoft.com/office/drawing/2014/main" id="{49C1D466-79B8-47DF-9723-DE2C907FE911}"/>
              </a:ext>
            </a:extLst>
          </p:cNvPr>
          <p:cNvSpPr/>
          <p:nvPr/>
        </p:nvSpPr>
        <p:spPr bwMode="auto">
          <a:xfrm>
            <a:off x="2911853" y="4245207"/>
            <a:ext cx="774925" cy="608575"/>
          </a:xfrm>
          <a:prstGeom prst="snip2DiagRect">
            <a:avLst/>
          </a:prstGeom>
          <a:solidFill>
            <a:schemeClr val="accent6">
              <a:lumMod val="20000"/>
              <a:lumOff val="80000"/>
            </a:schemeClr>
          </a:solidFill>
          <a:ln w="6350" algn="ctr">
            <a:solidFill>
              <a:schemeClr val="tx1">
                <a:lumMod val="65000"/>
                <a:lumOff val="35000"/>
              </a:schemeClr>
            </a:solidFill>
            <a:round/>
            <a:headEnd/>
            <a:tailEnd/>
          </a:ln>
        </p:spPr>
        <p:txBody>
          <a:bodyPr wrap="square" lIns="0" tIns="0" rIns="0" bIns="0" rtlCol="0" anchor="ctr" anchorCtr="0"/>
          <a:lstStyle/>
          <a:p>
            <a:pPr algn="ctr">
              <a:spcBef>
                <a:spcPct val="20000"/>
              </a:spcBef>
            </a:pPr>
            <a:r>
              <a:rPr kumimoji="1" lang="en-US" altLang="ja-JP" sz="1200" b="1" dirty="0">
                <a:latin typeface="Meiryo UI" panose="020B0604030504040204" pitchFamily="50" charset="-128"/>
                <a:ea typeface="Meiryo UI" panose="020B0604030504040204" pitchFamily="50" charset="-128"/>
              </a:rPr>
              <a:t>Tokenization</a:t>
            </a:r>
            <a:endParaRPr kumimoji="1" lang="ja-JP" altLang="en-US" sz="1200" b="1" dirty="0">
              <a:latin typeface="Meiryo UI" panose="020B0604030504040204" pitchFamily="50" charset="-128"/>
              <a:ea typeface="Meiryo UI" panose="020B0604030504040204" pitchFamily="50" charset="-128"/>
            </a:endParaRPr>
          </a:p>
        </p:txBody>
      </p:sp>
      <p:cxnSp>
        <p:nvCxnSpPr>
          <p:cNvPr id="47" name="直線コネクタ 46">
            <a:extLst>
              <a:ext uri="{FF2B5EF4-FFF2-40B4-BE49-F238E27FC236}">
                <a16:creationId xmlns:a16="http://schemas.microsoft.com/office/drawing/2014/main" id="{7C6A5A01-615E-42D1-9A79-B0F96905859B}"/>
              </a:ext>
            </a:extLst>
          </p:cNvPr>
          <p:cNvCxnSpPr>
            <a:cxnSpLocks/>
          </p:cNvCxnSpPr>
          <p:nvPr/>
        </p:nvCxnSpPr>
        <p:spPr>
          <a:xfrm>
            <a:off x="5010803" y="3703071"/>
            <a:ext cx="0" cy="534635"/>
          </a:xfrm>
          <a:prstGeom prst="line">
            <a:avLst/>
          </a:prstGeom>
          <a:ln/>
        </p:spPr>
        <p:style>
          <a:lnRef idx="1">
            <a:schemeClr val="dk1"/>
          </a:lnRef>
          <a:fillRef idx="0">
            <a:schemeClr val="dk1"/>
          </a:fillRef>
          <a:effectRef idx="0">
            <a:schemeClr val="dk1"/>
          </a:effectRef>
          <a:fontRef idx="minor">
            <a:schemeClr val="tx1"/>
          </a:fontRef>
        </p:style>
      </p:cxnSp>
      <p:cxnSp>
        <p:nvCxnSpPr>
          <p:cNvPr id="48" name="直線コネクタ 47">
            <a:extLst>
              <a:ext uri="{FF2B5EF4-FFF2-40B4-BE49-F238E27FC236}">
                <a16:creationId xmlns:a16="http://schemas.microsoft.com/office/drawing/2014/main" id="{F12A7B4C-B219-47B4-A216-61B50142FFF6}"/>
              </a:ext>
            </a:extLst>
          </p:cNvPr>
          <p:cNvCxnSpPr>
            <a:cxnSpLocks/>
          </p:cNvCxnSpPr>
          <p:nvPr/>
        </p:nvCxnSpPr>
        <p:spPr>
          <a:xfrm>
            <a:off x="4160095" y="3703071"/>
            <a:ext cx="0" cy="534635"/>
          </a:xfrm>
          <a:prstGeom prst="line">
            <a:avLst/>
          </a:prstGeom>
          <a:ln/>
        </p:spPr>
        <p:style>
          <a:lnRef idx="1">
            <a:schemeClr val="dk1"/>
          </a:lnRef>
          <a:fillRef idx="0">
            <a:schemeClr val="dk1"/>
          </a:fillRef>
          <a:effectRef idx="0">
            <a:schemeClr val="dk1"/>
          </a:effectRef>
          <a:fontRef idx="minor">
            <a:schemeClr val="tx1"/>
          </a:fontRef>
        </p:style>
      </p:cxnSp>
      <p:cxnSp>
        <p:nvCxnSpPr>
          <p:cNvPr id="49" name="直線コネクタ 48">
            <a:extLst>
              <a:ext uri="{FF2B5EF4-FFF2-40B4-BE49-F238E27FC236}">
                <a16:creationId xmlns:a16="http://schemas.microsoft.com/office/drawing/2014/main" id="{79F9CF09-7341-4624-A1D4-7881EA28E2C5}"/>
              </a:ext>
            </a:extLst>
          </p:cNvPr>
          <p:cNvCxnSpPr>
            <a:cxnSpLocks/>
          </p:cNvCxnSpPr>
          <p:nvPr/>
        </p:nvCxnSpPr>
        <p:spPr>
          <a:xfrm>
            <a:off x="3309389" y="3703071"/>
            <a:ext cx="0" cy="534635"/>
          </a:xfrm>
          <a:prstGeom prst="line">
            <a:avLst/>
          </a:prstGeom>
          <a:ln/>
        </p:spPr>
        <p:style>
          <a:lnRef idx="1">
            <a:schemeClr val="dk1"/>
          </a:lnRef>
          <a:fillRef idx="0">
            <a:schemeClr val="dk1"/>
          </a:fillRef>
          <a:effectRef idx="0">
            <a:schemeClr val="dk1"/>
          </a:effectRef>
          <a:fontRef idx="minor">
            <a:schemeClr val="tx1"/>
          </a:fontRef>
        </p:style>
      </p:cxnSp>
      <p:cxnSp>
        <p:nvCxnSpPr>
          <p:cNvPr id="50" name="直線コネクタ 49">
            <a:extLst>
              <a:ext uri="{FF2B5EF4-FFF2-40B4-BE49-F238E27FC236}">
                <a16:creationId xmlns:a16="http://schemas.microsoft.com/office/drawing/2014/main" id="{2A6FDB7D-2280-4B43-85F2-29B1FD177854}"/>
              </a:ext>
            </a:extLst>
          </p:cNvPr>
          <p:cNvCxnSpPr>
            <a:cxnSpLocks/>
          </p:cNvCxnSpPr>
          <p:nvPr/>
        </p:nvCxnSpPr>
        <p:spPr>
          <a:xfrm>
            <a:off x="2458682" y="3703071"/>
            <a:ext cx="0" cy="534635"/>
          </a:xfrm>
          <a:prstGeom prst="line">
            <a:avLst/>
          </a:prstGeom>
          <a:ln/>
        </p:spPr>
        <p:style>
          <a:lnRef idx="1">
            <a:schemeClr val="dk1"/>
          </a:lnRef>
          <a:fillRef idx="0">
            <a:schemeClr val="dk1"/>
          </a:fillRef>
          <a:effectRef idx="0">
            <a:schemeClr val="dk1"/>
          </a:effectRef>
          <a:fontRef idx="minor">
            <a:schemeClr val="tx1"/>
          </a:fontRef>
        </p:style>
      </p:cxnSp>
      <p:cxnSp>
        <p:nvCxnSpPr>
          <p:cNvPr id="51" name="直線コネクタ 50">
            <a:extLst>
              <a:ext uri="{FF2B5EF4-FFF2-40B4-BE49-F238E27FC236}">
                <a16:creationId xmlns:a16="http://schemas.microsoft.com/office/drawing/2014/main" id="{4A2F05A4-A128-4D26-83A3-67DFE5D68CA0}"/>
              </a:ext>
            </a:extLst>
          </p:cNvPr>
          <p:cNvCxnSpPr>
            <a:cxnSpLocks/>
          </p:cNvCxnSpPr>
          <p:nvPr/>
        </p:nvCxnSpPr>
        <p:spPr>
          <a:xfrm>
            <a:off x="1607976" y="3703071"/>
            <a:ext cx="0" cy="534635"/>
          </a:xfrm>
          <a:prstGeom prst="line">
            <a:avLst/>
          </a:prstGeom>
          <a:ln/>
        </p:spPr>
        <p:style>
          <a:lnRef idx="1">
            <a:schemeClr val="dk1"/>
          </a:lnRef>
          <a:fillRef idx="0">
            <a:schemeClr val="dk1"/>
          </a:fillRef>
          <a:effectRef idx="0">
            <a:schemeClr val="dk1"/>
          </a:effectRef>
          <a:fontRef idx="minor">
            <a:schemeClr val="tx1"/>
          </a:fontRef>
        </p:style>
      </p:cxnSp>
      <p:cxnSp>
        <p:nvCxnSpPr>
          <p:cNvPr id="52" name="直線コネクタ 51">
            <a:extLst>
              <a:ext uri="{FF2B5EF4-FFF2-40B4-BE49-F238E27FC236}">
                <a16:creationId xmlns:a16="http://schemas.microsoft.com/office/drawing/2014/main" id="{F8A8E057-7BA7-4D5F-A8D1-79D6C6B94603}"/>
              </a:ext>
            </a:extLst>
          </p:cNvPr>
          <p:cNvCxnSpPr>
            <a:cxnSpLocks/>
          </p:cNvCxnSpPr>
          <p:nvPr/>
        </p:nvCxnSpPr>
        <p:spPr>
          <a:xfrm>
            <a:off x="757270" y="3703071"/>
            <a:ext cx="0" cy="534635"/>
          </a:xfrm>
          <a:prstGeom prst="line">
            <a:avLst/>
          </a:prstGeom>
          <a:ln/>
        </p:spPr>
        <p:style>
          <a:lnRef idx="1">
            <a:schemeClr val="dk1"/>
          </a:lnRef>
          <a:fillRef idx="0">
            <a:schemeClr val="dk1"/>
          </a:fillRef>
          <a:effectRef idx="0">
            <a:schemeClr val="dk1"/>
          </a:effectRef>
          <a:fontRef idx="minor">
            <a:schemeClr val="tx1"/>
          </a:fontRef>
        </p:style>
      </p:cxnSp>
      <p:cxnSp>
        <p:nvCxnSpPr>
          <p:cNvPr id="53" name="直線コネクタ 52">
            <a:extLst>
              <a:ext uri="{FF2B5EF4-FFF2-40B4-BE49-F238E27FC236}">
                <a16:creationId xmlns:a16="http://schemas.microsoft.com/office/drawing/2014/main" id="{C6F6CAE3-22B2-4381-81EA-A9BF1AC260DF}"/>
              </a:ext>
            </a:extLst>
          </p:cNvPr>
          <p:cNvCxnSpPr>
            <a:cxnSpLocks/>
          </p:cNvCxnSpPr>
          <p:nvPr/>
        </p:nvCxnSpPr>
        <p:spPr>
          <a:xfrm>
            <a:off x="3309389" y="4853782"/>
            <a:ext cx="0" cy="534635"/>
          </a:xfrm>
          <a:prstGeom prst="line">
            <a:avLst/>
          </a:prstGeom>
          <a:ln/>
        </p:spPr>
        <p:style>
          <a:lnRef idx="1">
            <a:schemeClr val="dk1"/>
          </a:lnRef>
          <a:fillRef idx="0">
            <a:schemeClr val="dk1"/>
          </a:fillRef>
          <a:effectRef idx="0">
            <a:schemeClr val="dk1"/>
          </a:effectRef>
          <a:fontRef idx="minor">
            <a:schemeClr val="tx1"/>
          </a:fontRef>
        </p:style>
      </p:cxnSp>
      <p:cxnSp>
        <p:nvCxnSpPr>
          <p:cNvPr id="54" name="直線コネクタ 53">
            <a:extLst>
              <a:ext uri="{FF2B5EF4-FFF2-40B4-BE49-F238E27FC236}">
                <a16:creationId xmlns:a16="http://schemas.microsoft.com/office/drawing/2014/main" id="{1019D432-BE14-4142-A6DB-78CE59EBE655}"/>
              </a:ext>
            </a:extLst>
          </p:cNvPr>
          <p:cNvCxnSpPr>
            <a:cxnSpLocks/>
          </p:cNvCxnSpPr>
          <p:nvPr/>
        </p:nvCxnSpPr>
        <p:spPr>
          <a:xfrm>
            <a:off x="2050142" y="5397078"/>
            <a:ext cx="2572326" cy="0"/>
          </a:xfrm>
          <a:prstGeom prst="line">
            <a:avLst/>
          </a:prstGeom>
          <a:ln/>
        </p:spPr>
        <p:style>
          <a:lnRef idx="1">
            <a:schemeClr val="dk1"/>
          </a:lnRef>
          <a:fillRef idx="0">
            <a:schemeClr val="dk1"/>
          </a:fillRef>
          <a:effectRef idx="0">
            <a:schemeClr val="dk1"/>
          </a:effectRef>
          <a:fontRef idx="minor">
            <a:schemeClr val="tx1"/>
          </a:fontRef>
        </p:style>
      </p:cxnSp>
      <p:cxnSp>
        <p:nvCxnSpPr>
          <p:cNvPr id="55" name="直線コネクタ 54">
            <a:extLst>
              <a:ext uri="{FF2B5EF4-FFF2-40B4-BE49-F238E27FC236}">
                <a16:creationId xmlns:a16="http://schemas.microsoft.com/office/drawing/2014/main" id="{532D457C-DEDA-4DCF-8489-F1D6F0C65CAC}"/>
              </a:ext>
            </a:extLst>
          </p:cNvPr>
          <p:cNvCxnSpPr>
            <a:cxnSpLocks/>
          </p:cNvCxnSpPr>
          <p:nvPr/>
        </p:nvCxnSpPr>
        <p:spPr>
          <a:xfrm>
            <a:off x="2047808" y="5397078"/>
            <a:ext cx="0" cy="534635"/>
          </a:xfrm>
          <a:prstGeom prst="line">
            <a:avLst/>
          </a:prstGeom>
          <a:ln/>
        </p:spPr>
        <p:style>
          <a:lnRef idx="1">
            <a:schemeClr val="dk1"/>
          </a:lnRef>
          <a:fillRef idx="0">
            <a:schemeClr val="dk1"/>
          </a:fillRef>
          <a:effectRef idx="0">
            <a:schemeClr val="dk1"/>
          </a:effectRef>
          <a:fontRef idx="minor">
            <a:schemeClr val="tx1"/>
          </a:fontRef>
        </p:style>
      </p:cxnSp>
      <p:cxnSp>
        <p:nvCxnSpPr>
          <p:cNvPr id="56" name="直線コネクタ 55">
            <a:extLst>
              <a:ext uri="{FF2B5EF4-FFF2-40B4-BE49-F238E27FC236}">
                <a16:creationId xmlns:a16="http://schemas.microsoft.com/office/drawing/2014/main" id="{693D8E91-B109-4AB2-BF42-2587B355B619}"/>
              </a:ext>
            </a:extLst>
          </p:cNvPr>
          <p:cNvCxnSpPr>
            <a:cxnSpLocks/>
          </p:cNvCxnSpPr>
          <p:nvPr/>
        </p:nvCxnSpPr>
        <p:spPr>
          <a:xfrm>
            <a:off x="2905185" y="5397078"/>
            <a:ext cx="0" cy="534635"/>
          </a:xfrm>
          <a:prstGeom prst="line">
            <a:avLst/>
          </a:prstGeom>
          <a:ln/>
        </p:spPr>
        <p:style>
          <a:lnRef idx="1">
            <a:schemeClr val="dk1"/>
          </a:lnRef>
          <a:fillRef idx="0">
            <a:schemeClr val="dk1"/>
          </a:fillRef>
          <a:effectRef idx="0">
            <a:schemeClr val="dk1"/>
          </a:effectRef>
          <a:fontRef idx="minor">
            <a:schemeClr val="tx1"/>
          </a:fontRef>
        </p:style>
      </p:cxnSp>
      <p:cxnSp>
        <p:nvCxnSpPr>
          <p:cNvPr id="57" name="直線コネクタ 56">
            <a:extLst>
              <a:ext uri="{FF2B5EF4-FFF2-40B4-BE49-F238E27FC236}">
                <a16:creationId xmlns:a16="http://schemas.microsoft.com/office/drawing/2014/main" id="{1F9F054C-6DDE-4724-8251-D5D4B74EBE6C}"/>
              </a:ext>
            </a:extLst>
          </p:cNvPr>
          <p:cNvCxnSpPr>
            <a:cxnSpLocks/>
          </p:cNvCxnSpPr>
          <p:nvPr/>
        </p:nvCxnSpPr>
        <p:spPr>
          <a:xfrm>
            <a:off x="4619939" y="5397078"/>
            <a:ext cx="0" cy="534635"/>
          </a:xfrm>
          <a:prstGeom prst="line">
            <a:avLst/>
          </a:prstGeom>
          <a:ln/>
        </p:spPr>
        <p:style>
          <a:lnRef idx="1">
            <a:schemeClr val="dk1"/>
          </a:lnRef>
          <a:fillRef idx="0">
            <a:schemeClr val="dk1"/>
          </a:fillRef>
          <a:effectRef idx="0">
            <a:schemeClr val="dk1"/>
          </a:effectRef>
          <a:fontRef idx="minor">
            <a:schemeClr val="tx1"/>
          </a:fontRef>
        </p:style>
      </p:cxnSp>
      <p:cxnSp>
        <p:nvCxnSpPr>
          <p:cNvPr id="58" name="直線コネクタ 57">
            <a:extLst>
              <a:ext uri="{FF2B5EF4-FFF2-40B4-BE49-F238E27FC236}">
                <a16:creationId xmlns:a16="http://schemas.microsoft.com/office/drawing/2014/main" id="{1015B47F-7B55-4BC7-8BE8-169C73510222}"/>
              </a:ext>
            </a:extLst>
          </p:cNvPr>
          <p:cNvCxnSpPr>
            <a:cxnSpLocks/>
          </p:cNvCxnSpPr>
          <p:nvPr/>
        </p:nvCxnSpPr>
        <p:spPr>
          <a:xfrm>
            <a:off x="3762562" y="5397078"/>
            <a:ext cx="0" cy="534635"/>
          </a:xfrm>
          <a:prstGeom prst="line">
            <a:avLst/>
          </a:prstGeom>
          <a:ln/>
        </p:spPr>
        <p:style>
          <a:lnRef idx="1">
            <a:schemeClr val="dk1"/>
          </a:lnRef>
          <a:fillRef idx="0">
            <a:schemeClr val="dk1"/>
          </a:fillRef>
          <a:effectRef idx="0">
            <a:schemeClr val="dk1"/>
          </a:effectRef>
          <a:fontRef idx="minor">
            <a:schemeClr val="tx1"/>
          </a:fontRef>
        </p:style>
      </p:cxnSp>
      <p:sp>
        <p:nvSpPr>
          <p:cNvPr id="59" name="四角形: 対角を切り取る 58">
            <a:extLst>
              <a:ext uri="{FF2B5EF4-FFF2-40B4-BE49-F238E27FC236}">
                <a16:creationId xmlns:a16="http://schemas.microsoft.com/office/drawing/2014/main" id="{7C1E03E2-1494-4B39-913C-C734A3445FA1}"/>
              </a:ext>
            </a:extLst>
          </p:cNvPr>
          <p:cNvSpPr/>
          <p:nvPr/>
        </p:nvSpPr>
        <p:spPr bwMode="auto">
          <a:xfrm>
            <a:off x="3361353" y="5772758"/>
            <a:ext cx="774925" cy="608575"/>
          </a:xfrm>
          <a:prstGeom prst="snip2DiagRect">
            <a:avLst/>
          </a:prstGeom>
          <a:solidFill>
            <a:schemeClr val="accent6">
              <a:lumMod val="20000"/>
              <a:lumOff val="80000"/>
            </a:schemeClr>
          </a:solidFill>
          <a:ln w="6350" algn="ctr">
            <a:solidFill>
              <a:schemeClr val="tx1">
                <a:lumMod val="65000"/>
                <a:lumOff val="35000"/>
              </a:schemeClr>
            </a:solidFill>
            <a:round/>
            <a:headEnd/>
            <a:tailEnd/>
          </a:ln>
        </p:spPr>
        <p:txBody>
          <a:bodyPr wrap="square" lIns="0" tIns="0" rIns="0" bIns="0" rtlCol="0" anchor="ctr" anchorCtr="0"/>
          <a:lstStyle/>
          <a:p>
            <a:pPr algn="ctr">
              <a:spcBef>
                <a:spcPct val="20000"/>
              </a:spcBef>
            </a:pPr>
            <a:r>
              <a:rPr kumimoji="1" lang="en-US" altLang="ja-JP" sz="1100" b="1" dirty="0">
                <a:latin typeface="Meiryo UI" panose="020B0604030504040204" pitchFamily="50" charset="-128"/>
                <a:ea typeface="Meiryo UI" panose="020B0604030504040204" pitchFamily="50" charset="-128"/>
              </a:rPr>
              <a:t>NFT</a:t>
            </a:r>
            <a:endParaRPr kumimoji="1" lang="ja-JP" altLang="en-US" sz="1100" b="1" dirty="0">
              <a:latin typeface="Meiryo UI" panose="020B0604030504040204" pitchFamily="50" charset="-128"/>
              <a:ea typeface="Meiryo UI" panose="020B0604030504040204" pitchFamily="50" charset="-128"/>
            </a:endParaRPr>
          </a:p>
        </p:txBody>
      </p:sp>
      <p:sp>
        <p:nvSpPr>
          <p:cNvPr id="60" name="四角形: 対角を切り取る 59">
            <a:extLst>
              <a:ext uri="{FF2B5EF4-FFF2-40B4-BE49-F238E27FC236}">
                <a16:creationId xmlns:a16="http://schemas.microsoft.com/office/drawing/2014/main" id="{C848922F-96CD-4EF7-B4C8-048AAC945B2F}"/>
              </a:ext>
            </a:extLst>
          </p:cNvPr>
          <p:cNvSpPr/>
          <p:nvPr/>
        </p:nvSpPr>
        <p:spPr bwMode="auto">
          <a:xfrm>
            <a:off x="1637932" y="5772758"/>
            <a:ext cx="774925" cy="608575"/>
          </a:xfrm>
          <a:prstGeom prst="snip2DiagRect">
            <a:avLst/>
          </a:prstGeom>
          <a:solidFill>
            <a:schemeClr val="accent6">
              <a:lumMod val="20000"/>
              <a:lumOff val="80000"/>
            </a:schemeClr>
          </a:solidFill>
          <a:ln w="6350" algn="ctr">
            <a:solidFill>
              <a:schemeClr val="tx1">
                <a:lumMod val="65000"/>
                <a:lumOff val="35000"/>
              </a:schemeClr>
            </a:solidFill>
            <a:round/>
            <a:headEnd/>
            <a:tailEnd/>
          </a:ln>
        </p:spPr>
        <p:txBody>
          <a:bodyPr wrap="square" lIns="0" tIns="0" rIns="0" bIns="0" rtlCol="0" anchor="ctr" anchorCtr="0"/>
          <a:lstStyle/>
          <a:p>
            <a:pPr algn="ctr">
              <a:spcBef>
                <a:spcPct val="20000"/>
              </a:spcBef>
            </a:pPr>
            <a:r>
              <a:rPr kumimoji="1" lang="en-US" altLang="ja-JP" sz="1100" b="1" dirty="0">
                <a:latin typeface="Meiryo UI" panose="020B0604030504040204" pitchFamily="50" charset="-128"/>
                <a:ea typeface="Meiryo UI" panose="020B0604030504040204" pitchFamily="50" charset="-128"/>
              </a:rPr>
              <a:t>Payment</a:t>
            </a:r>
          </a:p>
          <a:p>
            <a:pPr algn="ctr">
              <a:spcBef>
                <a:spcPct val="20000"/>
              </a:spcBef>
            </a:pPr>
            <a:r>
              <a:rPr kumimoji="1" lang="en-US" altLang="ja-JP" sz="1100" b="1" dirty="0">
                <a:latin typeface="Meiryo UI" panose="020B0604030504040204" pitchFamily="50" charset="-128"/>
                <a:ea typeface="Meiryo UI" panose="020B0604030504040204" pitchFamily="50" charset="-128"/>
              </a:rPr>
              <a:t>Token</a:t>
            </a:r>
            <a:endParaRPr kumimoji="1" lang="ja-JP" altLang="en-US" sz="1100" b="1" dirty="0">
              <a:latin typeface="Meiryo UI" panose="020B0604030504040204" pitchFamily="50" charset="-128"/>
              <a:ea typeface="Meiryo UI" panose="020B0604030504040204" pitchFamily="50" charset="-128"/>
            </a:endParaRPr>
          </a:p>
        </p:txBody>
      </p:sp>
      <p:sp>
        <p:nvSpPr>
          <p:cNvPr id="61" name="四角形: 対角を切り取る 60">
            <a:extLst>
              <a:ext uri="{FF2B5EF4-FFF2-40B4-BE49-F238E27FC236}">
                <a16:creationId xmlns:a16="http://schemas.microsoft.com/office/drawing/2014/main" id="{B3E16174-E083-4257-BC53-20EE0637A073}"/>
              </a:ext>
            </a:extLst>
          </p:cNvPr>
          <p:cNvSpPr/>
          <p:nvPr/>
        </p:nvSpPr>
        <p:spPr bwMode="auto">
          <a:xfrm>
            <a:off x="4223064" y="5772758"/>
            <a:ext cx="774925" cy="608575"/>
          </a:xfrm>
          <a:prstGeom prst="snip2DiagRect">
            <a:avLst/>
          </a:prstGeom>
          <a:solidFill>
            <a:schemeClr val="accent6">
              <a:lumMod val="20000"/>
              <a:lumOff val="80000"/>
            </a:schemeClr>
          </a:solidFill>
          <a:ln w="6350" algn="ctr">
            <a:solidFill>
              <a:schemeClr val="tx1">
                <a:lumMod val="65000"/>
                <a:lumOff val="35000"/>
              </a:schemeClr>
            </a:solidFill>
            <a:round/>
            <a:headEnd/>
            <a:tailEnd/>
          </a:ln>
        </p:spPr>
        <p:txBody>
          <a:bodyPr wrap="square" lIns="0" tIns="0" rIns="0" bIns="0" rtlCol="0" anchor="ctr" anchorCtr="0"/>
          <a:lstStyle/>
          <a:p>
            <a:pPr algn="ctr">
              <a:spcBef>
                <a:spcPct val="20000"/>
              </a:spcBef>
            </a:pPr>
            <a:r>
              <a:rPr kumimoji="1" lang="en-US" altLang="ja-JP" sz="1100" b="1" dirty="0">
                <a:latin typeface="Meiryo UI" panose="020B0604030504040204" pitchFamily="50" charset="-128"/>
                <a:ea typeface="Meiryo UI" panose="020B0604030504040204" pitchFamily="50" charset="-128"/>
              </a:rPr>
              <a:t>Utility</a:t>
            </a:r>
          </a:p>
          <a:p>
            <a:pPr algn="ctr">
              <a:spcBef>
                <a:spcPct val="20000"/>
              </a:spcBef>
            </a:pPr>
            <a:r>
              <a:rPr kumimoji="1" lang="en-US" altLang="ja-JP" sz="1100" b="1" dirty="0">
                <a:latin typeface="Meiryo UI" panose="020B0604030504040204" pitchFamily="50" charset="-128"/>
                <a:ea typeface="Meiryo UI" panose="020B0604030504040204" pitchFamily="50" charset="-128"/>
              </a:rPr>
              <a:t>Token</a:t>
            </a:r>
            <a:endParaRPr kumimoji="1" lang="ja-JP" altLang="en-US" sz="1100" b="1" dirty="0">
              <a:latin typeface="Meiryo UI" panose="020B0604030504040204" pitchFamily="50" charset="-128"/>
              <a:ea typeface="Meiryo UI" panose="020B0604030504040204" pitchFamily="50" charset="-128"/>
            </a:endParaRPr>
          </a:p>
        </p:txBody>
      </p:sp>
      <p:sp>
        <p:nvSpPr>
          <p:cNvPr id="62" name="四角形: 対角を切り取る 61">
            <a:extLst>
              <a:ext uri="{FF2B5EF4-FFF2-40B4-BE49-F238E27FC236}">
                <a16:creationId xmlns:a16="http://schemas.microsoft.com/office/drawing/2014/main" id="{D8CC2D03-6618-41D5-B3C5-BFD79D5AE5E0}"/>
              </a:ext>
            </a:extLst>
          </p:cNvPr>
          <p:cNvSpPr/>
          <p:nvPr/>
        </p:nvSpPr>
        <p:spPr bwMode="auto">
          <a:xfrm>
            <a:off x="2499643" y="5772758"/>
            <a:ext cx="774925" cy="608575"/>
          </a:xfrm>
          <a:prstGeom prst="snip2DiagRect">
            <a:avLst/>
          </a:prstGeom>
          <a:solidFill>
            <a:schemeClr val="accent6">
              <a:lumMod val="20000"/>
              <a:lumOff val="80000"/>
            </a:schemeClr>
          </a:solidFill>
          <a:ln w="6350" algn="ctr">
            <a:solidFill>
              <a:schemeClr val="tx1">
                <a:lumMod val="65000"/>
                <a:lumOff val="35000"/>
              </a:schemeClr>
            </a:solidFill>
            <a:round/>
            <a:headEnd/>
            <a:tailEnd/>
          </a:ln>
        </p:spPr>
        <p:txBody>
          <a:bodyPr wrap="square" lIns="0" tIns="0" rIns="0" bIns="0" rtlCol="0" anchor="ctr" anchorCtr="0"/>
          <a:lstStyle/>
          <a:p>
            <a:pPr algn="ctr">
              <a:spcBef>
                <a:spcPct val="20000"/>
              </a:spcBef>
            </a:pPr>
            <a:r>
              <a:rPr kumimoji="1" lang="en-US" altLang="ja-JP" sz="1100" b="1" dirty="0">
                <a:latin typeface="Meiryo UI" panose="020B0604030504040204" pitchFamily="50" charset="-128"/>
                <a:ea typeface="Meiryo UI" panose="020B0604030504040204" pitchFamily="50" charset="-128"/>
              </a:rPr>
              <a:t>Security</a:t>
            </a:r>
          </a:p>
          <a:p>
            <a:pPr algn="ctr">
              <a:spcBef>
                <a:spcPct val="20000"/>
              </a:spcBef>
            </a:pPr>
            <a:r>
              <a:rPr kumimoji="1" lang="en-US" altLang="ja-JP" sz="1100" b="1" dirty="0">
                <a:latin typeface="Meiryo UI" panose="020B0604030504040204" pitchFamily="50" charset="-128"/>
                <a:ea typeface="Meiryo UI" panose="020B0604030504040204" pitchFamily="50" charset="-128"/>
              </a:rPr>
              <a:t>Token</a:t>
            </a:r>
            <a:endParaRPr kumimoji="1" lang="ja-JP" altLang="en-US" sz="1100" b="1" dirty="0">
              <a:latin typeface="Meiryo UI" panose="020B0604030504040204" pitchFamily="50" charset="-128"/>
              <a:ea typeface="Meiryo UI" panose="020B0604030504040204" pitchFamily="50" charset="-128"/>
            </a:endParaRPr>
          </a:p>
        </p:txBody>
      </p:sp>
      <p:sp>
        <p:nvSpPr>
          <p:cNvPr id="63" name="正方形/長方形 62">
            <a:extLst>
              <a:ext uri="{FF2B5EF4-FFF2-40B4-BE49-F238E27FC236}">
                <a16:creationId xmlns:a16="http://schemas.microsoft.com/office/drawing/2014/main" id="{8368228D-5D2D-4D17-AA14-4C8C6A49DDD6}"/>
              </a:ext>
            </a:extLst>
          </p:cNvPr>
          <p:cNvSpPr/>
          <p:nvPr/>
        </p:nvSpPr>
        <p:spPr bwMode="auto">
          <a:xfrm>
            <a:off x="1637932" y="5518396"/>
            <a:ext cx="3360057" cy="202913"/>
          </a:xfrm>
          <a:prstGeom prst="rect">
            <a:avLst/>
          </a:prstGeom>
          <a:solidFill>
            <a:schemeClr val="tx1">
              <a:lumMod val="65000"/>
              <a:lumOff val="35000"/>
            </a:schemeClr>
          </a:solidFill>
          <a:ln w="6350" algn="ctr">
            <a:solidFill>
              <a:schemeClr val="tx1">
                <a:lumMod val="75000"/>
                <a:lumOff val="25000"/>
              </a:schemeClr>
            </a:solidFill>
            <a:round/>
            <a:headEnd/>
            <a:tailEnd/>
          </a:ln>
        </p:spPr>
        <p:txBody>
          <a:bodyPr wrap="square" lIns="0" tIns="0" rIns="0" bIns="0" rtlCol="0" anchor="ctr" anchorCtr="0"/>
          <a:lstStyle/>
          <a:p>
            <a:pPr algn="ctr">
              <a:spcBef>
                <a:spcPct val="20000"/>
              </a:spcBef>
            </a:pPr>
            <a:r>
              <a:rPr kumimoji="1" lang="ja-JP" altLang="en-US" sz="1000" b="1" dirty="0">
                <a:solidFill>
                  <a:schemeClr val="bg1"/>
                </a:solidFill>
                <a:latin typeface="Meiryo UI" panose="020B0604030504040204" pitchFamily="50" charset="-128"/>
                <a:ea typeface="Meiryo UI" panose="020B0604030504040204" pitchFamily="50" charset="-128"/>
              </a:rPr>
              <a:t>第</a:t>
            </a:r>
            <a:r>
              <a:rPr kumimoji="1" lang="en-US" altLang="ja-JP" sz="1000" b="1" dirty="0">
                <a:solidFill>
                  <a:schemeClr val="bg1"/>
                </a:solidFill>
                <a:latin typeface="Meiryo UI" panose="020B0604030504040204" pitchFamily="50" charset="-128"/>
                <a:ea typeface="Meiryo UI" panose="020B0604030504040204" pitchFamily="50" charset="-128"/>
              </a:rPr>
              <a:t>1</a:t>
            </a:r>
            <a:r>
              <a:rPr kumimoji="1" lang="ja-JP" altLang="en-US" sz="1000" b="1" dirty="0">
                <a:solidFill>
                  <a:schemeClr val="bg1"/>
                </a:solidFill>
                <a:latin typeface="Meiryo UI" panose="020B0604030504040204" pitchFamily="50" charset="-128"/>
                <a:ea typeface="Meiryo UI" panose="020B0604030504040204" pitchFamily="50" charset="-128"/>
              </a:rPr>
              <a:t>フェーズ・第</a:t>
            </a:r>
            <a:r>
              <a:rPr kumimoji="1" lang="en-US" altLang="ja-JP" sz="1000" b="1" dirty="0">
                <a:solidFill>
                  <a:schemeClr val="bg1"/>
                </a:solidFill>
                <a:latin typeface="Meiryo UI" panose="020B0604030504040204" pitchFamily="50" charset="-128"/>
                <a:ea typeface="Meiryo UI" panose="020B0604030504040204" pitchFamily="50" charset="-128"/>
              </a:rPr>
              <a:t>2</a:t>
            </a:r>
            <a:r>
              <a:rPr kumimoji="1" lang="ja-JP" altLang="en-US" sz="1000" b="1" dirty="0">
                <a:solidFill>
                  <a:schemeClr val="bg1"/>
                </a:solidFill>
                <a:latin typeface="Meiryo UI" panose="020B0604030504040204" pitchFamily="50" charset="-128"/>
                <a:ea typeface="Meiryo UI" panose="020B0604030504040204" pitchFamily="50" charset="-128"/>
              </a:rPr>
              <a:t>フェーズ</a:t>
            </a:r>
          </a:p>
        </p:txBody>
      </p:sp>
      <p:sp>
        <p:nvSpPr>
          <p:cNvPr id="65" name="正方形/長方形 64">
            <a:extLst>
              <a:ext uri="{FF2B5EF4-FFF2-40B4-BE49-F238E27FC236}">
                <a16:creationId xmlns:a16="http://schemas.microsoft.com/office/drawing/2014/main" id="{2ADA4D71-A6BF-49A1-9857-473A07309275}"/>
              </a:ext>
            </a:extLst>
          </p:cNvPr>
          <p:cNvSpPr/>
          <p:nvPr/>
        </p:nvSpPr>
        <p:spPr bwMode="auto">
          <a:xfrm>
            <a:off x="2031828" y="2190077"/>
            <a:ext cx="1692000" cy="202913"/>
          </a:xfrm>
          <a:prstGeom prst="rect">
            <a:avLst/>
          </a:prstGeom>
          <a:solidFill>
            <a:schemeClr val="accent1">
              <a:lumMod val="60000"/>
              <a:lumOff val="40000"/>
            </a:schemeClr>
          </a:solidFill>
          <a:ln w="6350" algn="ctr">
            <a:solidFill>
              <a:schemeClr val="accent1">
                <a:lumMod val="40000"/>
                <a:lumOff val="60000"/>
              </a:schemeClr>
            </a:solidFill>
            <a:round/>
            <a:headEnd/>
            <a:tailEnd/>
          </a:ln>
        </p:spPr>
        <p:txBody>
          <a:bodyPr wrap="square" lIns="0" tIns="0" rIns="0" bIns="0" rtlCol="0" anchor="ctr" anchorCtr="0"/>
          <a:lstStyle/>
          <a:p>
            <a:pPr algn="ctr">
              <a:spcBef>
                <a:spcPct val="20000"/>
              </a:spcBef>
            </a:pPr>
            <a:r>
              <a:rPr kumimoji="1" lang="ja-JP" altLang="en-US" sz="1000" b="1" dirty="0">
                <a:solidFill>
                  <a:schemeClr val="bg1"/>
                </a:solidFill>
                <a:latin typeface="Meiryo UI" panose="020B0604030504040204" pitchFamily="50" charset="-128"/>
                <a:ea typeface="Meiryo UI" panose="020B0604030504040204" pitchFamily="50" charset="-128"/>
              </a:rPr>
              <a:t>第</a:t>
            </a:r>
            <a:r>
              <a:rPr kumimoji="1" lang="en-US" altLang="ja-JP" sz="1000" b="1" dirty="0">
                <a:solidFill>
                  <a:schemeClr val="bg1"/>
                </a:solidFill>
                <a:latin typeface="Meiryo UI" panose="020B0604030504040204" pitchFamily="50" charset="-128"/>
                <a:ea typeface="Meiryo UI" panose="020B0604030504040204" pitchFamily="50" charset="-128"/>
              </a:rPr>
              <a:t>3</a:t>
            </a:r>
            <a:r>
              <a:rPr kumimoji="1" lang="ja-JP" altLang="en-US" sz="1000" b="1" dirty="0">
                <a:solidFill>
                  <a:schemeClr val="bg1"/>
                </a:solidFill>
                <a:latin typeface="Meiryo UI" panose="020B0604030504040204" pitchFamily="50" charset="-128"/>
                <a:ea typeface="Meiryo UI" panose="020B0604030504040204" pitchFamily="50" charset="-128"/>
              </a:rPr>
              <a:t>フェーズ</a:t>
            </a:r>
          </a:p>
        </p:txBody>
      </p:sp>
      <p:sp>
        <p:nvSpPr>
          <p:cNvPr id="64" name="正方形/長方形 63">
            <a:extLst>
              <a:ext uri="{FF2B5EF4-FFF2-40B4-BE49-F238E27FC236}">
                <a16:creationId xmlns:a16="http://schemas.microsoft.com/office/drawing/2014/main" id="{ADBE108E-FF07-4A31-848B-84A32464564C}"/>
              </a:ext>
            </a:extLst>
          </p:cNvPr>
          <p:cNvSpPr/>
          <p:nvPr/>
        </p:nvSpPr>
        <p:spPr bwMode="auto">
          <a:xfrm>
            <a:off x="221788" y="2004743"/>
            <a:ext cx="1310827" cy="202912"/>
          </a:xfrm>
          <a:prstGeom prst="rect">
            <a:avLst/>
          </a:prstGeom>
          <a:solidFill>
            <a:srgbClr val="C00000"/>
          </a:solidFill>
          <a:ln w="6350" algn="ctr">
            <a:noFill/>
            <a:round/>
            <a:headEnd/>
            <a:tailEnd/>
          </a:ln>
        </p:spPr>
        <p:txBody>
          <a:bodyPr wrap="square" lIns="0" tIns="0" rIns="0" bIns="0" rtlCol="0" anchor="ctr" anchorCtr="0"/>
          <a:lstStyle/>
          <a:p>
            <a:pPr algn="ctr">
              <a:spcBef>
                <a:spcPct val="20000"/>
              </a:spcBef>
            </a:pPr>
            <a:r>
              <a:rPr kumimoji="1" lang="ja-JP" altLang="en-US" sz="1000" b="1" dirty="0">
                <a:solidFill>
                  <a:schemeClr val="bg1"/>
                </a:solidFill>
                <a:latin typeface="Meiryo UI" panose="020B0604030504040204" pitchFamily="50" charset="-128"/>
                <a:ea typeface="Meiryo UI" panose="020B0604030504040204" pitchFamily="50" charset="-128"/>
              </a:rPr>
              <a:t>次期中計スコープ</a:t>
            </a:r>
          </a:p>
        </p:txBody>
      </p:sp>
    </p:spTree>
    <p:extLst>
      <p:ext uri="{BB962C8B-B14F-4D97-AF65-F5344CB8AC3E}">
        <p14:creationId xmlns:p14="http://schemas.microsoft.com/office/powerpoint/2010/main" val="118568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テキスト プレースホルダー 2">
            <a:extLst>
              <a:ext uri="{FF2B5EF4-FFF2-40B4-BE49-F238E27FC236}">
                <a16:creationId xmlns:a16="http://schemas.microsoft.com/office/drawing/2014/main" id="{6BE8E3B4-D507-439A-9AF2-39AC111052DB}"/>
              </a:ext>
            </a:extLst>
          </p:cNvPr>
          <p:cNvSpPr>
            <a:spLocks noGrp="1"/>
          </p:cNvSpPr>
          <p:nvPr>
            <p:ph type="body" idx="12"/>
          </p:nvPr>
        </p:nvSpPr>
        <p:spPr>
          <a:xfrm>
            <a:off x="192182" y="944948"/>
            <a:ext cx="9586800" cy="828000"/>
          </a:xfrm>
        </p:spPr>
        <p:txBody>
          <a:bodyPr/>
          <a:lstStyle/>
          <a:p>
            <a:r>
              <a:rPr kumimoji="1" lang="ja-JP" altLang="en-US" sz="1800" dirty="0">
                <a:latin typeface="Meiryo UI" panose="020B0604030504040204" pitchFamily="50" charset="-128"/>
                <a:ea typeface="Meiryo UI" panose="020B0604030504040204" pitchFamily="50" charset="-128"/>
              </a:rPr>
              <a:t>長期的且つ多角的な視点</a:t>
            </a:r>
            <a:r>
              <a:rPr lang="ja-JP" altLang="en-US" dirty="0"/>
              <a:t>で</a:t>
            </a:r>
            <a:r>
              <a:rPr kumimoji="1" lang="ja-JP" altLang="en-US" sz="1800" dirty="0">
                <a:latin typeface="Meiryo UI" panose="020B0604030504040204" pitchFamily="50" charset="-128"/>
                <a:ea typeface="Meiryo UI" panose="020B0604030504040204" pitchFamily="50" charset="-128"/>
              </a:rPr>
              <a:t>金融ビジネスの将来像を捉え、貴社の競争優位性を長期的に維持するために、テクノロジーの継続的な進歩を見据えた次期中計策定（</a:t>
            </a:r>
            <a:r>
              <a:rPr kumimoji="1" lang="en-US" altLang="ja-JP" sz="1800" dirty="0">
                <a:latin typeface="Meiryo UI" panose="020B0604030504040204" pitchFamily="50" charset="-128"/>
                <a:ea typeface="Meiryo UI" panose="020B0604030504040204" pitchFamily="50" charset="-128"/>
              </a:rPr>
              <a:t>Web3.0</a:t>
            </a:r>
            <a:r>
              <a:rPr lang="ja-JP" altLang="en-US" dirty="0"/>
              <a:t>起点での</a:t>
            </a:r>
            <a:r>
              <a:rPr kumimoji="1" lang="ja-JP" altLang="en-US" sz="1800" dirty="0">
                <a:latin typeface="Meiryo UI" panose="020B0604030504040204" pitchFamily="50" charset="-128"/>
                <a:ea typeface="Meiryo UI" panose="020B0604030504040204" pitchFamily="50" charset="-128"/>
              </a:rPr>
              <a:t>次世代型信託ビジネス構築に向けたロードマップ策定）が本取組のゴールとなる。</a:t>
            </a:r>
          </a:p>
        </p:txBody>
      </p:sp>
      <p:sp>
        <p:nvSpPr>
          <p:cNvPr id="60" name="AutoShape 20">
            <a:extLst>
              <a:ext uri="{FF2B5EF4-FFF2-40B4-BE49-F238E27FC236}">
                <a16:creationId xmlns:a16="http://schemas.microsoft.com/office/drawing/2014/main" id="{C87CFC8F-3BFE-4232-8836-AD25C8C0814E}"/>
              </a:ext>
            </a:extLst>
          </p:cNvPr>
          <p:cNvSpPr>
            <a:spLocks noChangeArrowheads="1"/>
          </p:cNvSpPr>
          <p:nvPr/>
        </p:nvSpPr>
        <p:spPr bwMode="gray">
          <a:xfrm rot="10800000" flipV="1">
            <a:off x="189445" y="2301490"/>
            <a:ext cx="2746207" cy="272396"/>
          </a:xfrm>
          <a:prstGeom prst="leftRightArrow">
            <a:avLst>
              <a:gd name="adj1" fmla="val 100000"/>
              <a:gd name="adj2" fmla="val 0"/>
            </a:avLst>
          </a:prstGeom>
          <a:solidFill>
            <a:srgbClr val="FFFFFF"/>
          </a:solidFill>
          <a:ln w="9525">
            <a:solidFill>
              <a:srgbClr val="FFFFFF"/>
            </a:solidFill>
          </a:ln>
          <a:effectLst/>
        </p:spPr>
        <p:txBody>
          <a:bodyPr wrap="none" lIns="71988" tIns="35994" rIns="71988" bIns="35994" anchor="ctr">
            <a:noAutofit/>
          </a:bodyPr>
          <a:lstStyle/>
          <a:p>
            <a:pPr algn="ctr" fontAlgn="auto">
              <a:spcBef>
                <a:spcPts val="0"/>
              </a:spcBef>
              <a:spcAft>
                <a:spcPts val="0"/>
              </a:spcAft>
              <a:buClrTx/>
              <a:defRPr/>
            </a:pPr>
            <a:endParaRPr kumimoji="1" lang="en-US" altLang="ja-JP" sz="1400" kern="0" dirty="0">
              <a:solidFill>
                <a:prstClr val="black"/>
              </a:solidFill>
              <a:latin typeface="Meiryo UI"/>
              <a:ea typeface="Meiryo UI"/>
              <a:cs typeface="Meiryo UI" panose="020B0604030504040204" pitchFamily="50" charset="-128"/>
            </a:endParaRPr>
          </a:p>
        </p:txBody>
      </p:sp>
      <p:sp>
        <p:nvSpPr>
          <p:cNvPr id="30" name="テキスト プレースホルダー 3">
            <a:extLst>
              <a:ext uri="{FF2B5EF4-FFF2-40B4-BE49-F238E27FC236}">
                <a16:creationId xmlns:a16="http://schemas.microsoft.com/office/drawing/2014/main" id="{FCBE7015-14A8-4241-AB8F-8D3BE7769A80}"/>
              </a:ext>
            </a:extLst>
          </p:cNvPr>
          <p:cNvSpPr>
            <a:spLocks noGrp="1"/>
          </p:cNvSpPr>
          <p:nvPr>
            <p:ph type="body" sz="quarter" idx="13"/>
          </p:nvPr>
        </p:nvSpPr>
        <p:spPr>
          <a:xfrm>
            <a:off x="173709" y="107340"/>
            <a:ext cx="9584887" cy="369332"/>
          </a:xfrm>
        </p:spPr>
        <p:txBody>
          <a:bodyPr/>
          <a:lstStyle/>
          <a:p>
            <a:r>
              <a:rPr lang="en-US" altLang="ja-JP" dirty="0"/>
              <a:t>3. </a:t>
            </a:r>
            <a:r>
              <a:rPr lang="ja-JP" altLang="en-US" dirty="0"/>
              <a:t>本取組のゴール</a:t>
            </a:r>
          </a:p>
        </p:txBody>
      </p:sp>
      <p:sp>
        <p:nvSpPr>
          <p:cNvPr id="31" name="タイトル 1">
            <a:extLst>
              <a:ext uri="{FF2B5EF4-FFF2-40B4-BE49-F238E27FC236}">
                <a16:creationId xmlns:a16="http://schemas.microsoft.com/office/drawing/2014/main" id="{2FFAF506-A84F-467E-BB76-163AE7B7B7DD}"/>
              </a:ext>
            </a:extLst>
          </p:cNvPr>
          <p:cNvSpPr txBox="1">
            <a:spLocks/>
          </p:cNvSpPr>
          <p:nvPr/>
        </p:nvSpPr>
        <p:spPr>
          <a:xfrm>
            <a:off x="173709" y="476672"/>
            <a:ext cx="9584887" cy="420752"/>
          </a:xfrm>
          <a:prstGeom prst="rect">
            <a:avLst/>
          </a:prstGeom>
        </p:spPr>
        <p:txBody>
          <a:bodyPr vert="horz" lIns="0" tIns="0" rIns="0" bIns="0" rtlCol="0" anchor="b" anchorCtr="0">
            <a:noAutofit/>
          </a:bodyPr>
          <a:lstStyle>
            <a:lvl1pPr algn="l" rtl="0" eaLnBrk="1" fontAlgn="base" hangingPunct="1">
              <a:spcBef>
                <a:spcPts val="0"/>
              </a:spcBef>
              <a:spcAft>
                <a:spcPts val="0"/>
              </a:spcAft>
              <a:defRPr kumimoji="1" lang="en-GB" altLang="en-US" sz="2600" b="1" kern="1200" dirty="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vl2pPr algn="l" rtl="0" eaLnBrk="1" fontAlgn="base" hangingPunct="1">
              <a:spcBef>
                <a:spcPct val="0"/>
              </a:spcBef>
              <a:spcAft>
                <a:spcPct val="0"/>
              </a:spcAft>
              <a:defRPr kumimoji="1" sz="4767" b="1">
                <a:solidFill>
                  <a:schemeClr val="tx1"/>
                </a:solidFill>
                <a:latin typeface="Arial" charset="0"/>
              </a:defRPr>
            </a:lvl2pPr>
            <a:lvl3pPr algn="l" rtl="0" eaLnBrk="1" fontAlgn="base" hangingPunct="1">
              <a:spcBef>
                <a:spcPct val="0"/>
              </a:spcBef>
              <a:spcAft>
                <a:spcPct val="0"/>
              </a:spcAft>
              <a:defRPr kumimoji="1" sz="4767" b="1">
                <a:solidFill>
                  <a:schemeClr val="tx1"/>
                </a:solidFill>
                <a:latin typeface="Arial" charset="0"/>
              </a:defRPr>
            </a:lvl3pPr>
            <a:lvl4pPr algn="l" rtl="0" eaLnBrk="1" fontAlgn="base" hangingPunct="1">
              <a:spcBef>
                <a:spcPct val="0"/>
              </a:spcBef>
              <a:spcAft>
                <a:spcPct val="0"/>
              </a:spcAft>
              <a:defRPr kumimoji="1" sz="4767" b="1">
                <a:solidFill>
                  <a:schemeClr val="tx1"/>
                </a:solidFill>
                <a:latin typeface="Arial" charset="0"/>
              </a:defRPr>
            </a:lvl4pPr>
            <a:lvl5pPr algn="l" rtl="0" eaLnBrk="1" fontAlgn="base" hangingPunct="1">
              <a:spcBef>
                <a:spcPct val="0"/>
              </a:spcBef>
              <a:spcAft>
                <a:spcPct val="0"/>
              </a:spcAft>
              <a:defRPr kumimoji="1" sz="4767" b="1">
                <a:solidFill>
                  <a:schemeClr val="tx1"/>
                </a:solidFill>
                <a:latin typeface="Arial" charset="0"/>
              </a:defRPr>
            </a:lvl5pPr>
            <a:lvl6pPr marL="495273" algn="l" rtl="0" eaLnBrk="1" fontAlgn="base" hangingPunct="1">
              <a:spcBef>
                <a:spcPct val="0"/>
              </a:spcBef>
              <a:spcAft>
                <a:spcPct val="0"/>
              </a:spcAft>
              <a:defRPr kumimoji="1" b="1">
                <a:solidFill>
                  <a:schemeClr val="tx1"/>
                </a:solidFill>
                <a:latin typeface="Arial" charset="0"/>
              </a:defRPr>
            </a:lvl6pPr>
            <a:lvl7pPr marL="990546" algn="l" rtl="0" eaLnBrk="1" fontAlgn="base" hangingPunct="1">
              <a:spcBef>
                <a:spcPct val="0"/>
              </a:spcBef>
              <a:spcAft>
                <a:spcPct val="0"/>
              </a:spcAft>
              <a:defRPr kumimoji="1" b="1">
                <a:solidFill>
                  <a:schemeClr val="tx1"/>
                </a:solidFill>
                <a:latin typeface="Arial" charset="0"/>
              </a:defRPr>
            </a:lvl7pPr>
            <a:lvl8pPr marL="1485818" algn="l" rtl="0" eaLnBrk="1" fontAlgn="base" hangingPunct="1">
              <a:spcBef>
                <a:spcPct val="0"/>
              </a:spcBef>
              <a:spcAft>
                <a:spcPct val="0"/>
              </a:spcAft>
              <a:defRPr kumimoji="1" b="1">
                <a:solidFill>
                  <a:schemeClr val="tx1"/>
                </a:solidFill>
                <a:latin typeface="Arial" charset="0"/>
              </a:defRPr>
            </a:lvl8pPr>
            <a:lvl9pPr marL="1981089" algn="l" rtl="0" eaLnBrk="1" fontAlgn="base" hangingPunct="1">
              <a:spcBef>
                <a:spcPct val="0"/>
              </a:spcBef>
              <a:spcAft>
                <a:spcPct val="0"/>
              </a:spcAft>
              <a:defRPr kumimoji="1" b="1">
                <a:solidFill>
                  <a:schemeClr val="tx1"/>
                </a:solidFill>
                <a:latin typeface="Arial" charset="0"/>
              </a:defRPr>
            </a:lvl9pPr>
          </a:lstStyle>
          <a:p>
            <a:r>
              <a:rPr lang="ja-JP" altLang="en-US" dirty="0">
                <a:latin typeface="+mj-lt"/>
              </a:rPr>
              <a:t>本取組のゴールとプロジェクトの要諦</a:t>
            </a:r>
            <a:endParaRPr lang="ja-JP" altLang="ja-JP" dirty="0">
              <a:latin typeface="+mj-lt"/>
            </a:endParaRPr>
          </a:p>
        </p:txBody>
      </p:sp>
      <p:sp>
        <p:nvSpPr>
          <p:cNvPr id="72" name="正方形/長方形 71">
            <a:extLst>
              <a:ext uri="{FF2B5EF4-FFF2-40B4-BE49-F238E27FC236}">
                <a16:creationId xmlns:a16="http://schemas.microsoft.com/office/drawing/2014/main" id="{8496B8EF-74C6-4AEE-94E6-A7BE23B450A7}"/>
              </a:ext>
            </a:extLst>
          </p:cNvPr>
          <p:cNvSpPr/>
          <p:nvPr/>
        </p:nvSpPr>
        <p:spPr>
          <a:xfrm>
            <a:off x="2023533" y="2031808"/>
            <a:ext cx="7707808" cy="1404000"/>
          </a:xfrm>
          <a:prstGeom prst="rect">
            <a:avLst/>
          </a:prstGeom>
          <a:solidFill>
            <a:schemeClr val="bg1"/>
          </a:solidFill>
          <a:ln w="6350" cap="flat" cmpd="sng" algn="ctr">
            <a:solidFill>
              <a:schemeClr val="bg1">
                <a:lumMod val="85000"/>
              </a:schemeClr>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285750" indent="-285750" fontAlgn="auto">
              <a:spcBef>
                <a:spcPts val="0"/>
              </a:spcBef>
              <a:spcAft>
                <a:spcPts val="600"/>
              </a:spcAft>
              <a:buClr>
                <a:prstClr val="black"/>
              </a:buClr>
              <a:buFont typeface="Wingdings" panose="05000000000000000000" pitchFamily="2" charset="2"/>
              <a:buChar char="ü"/>
              <a:tabLst>
                <a:tab pos="180975" algn="l"/>
              </a:tabLst>
            </a:pPr>
            <a:r>
              <a:rPr kumimoji="1" lang="ja-JP" altLang="en-US" sz="1500" kern="0" dirty="0">
                <a:latin typeface="Meiryo UI" panose="020B0604030504040204" pitchFamily="50" charset="-128"/>
                <a:ea typeface="Meiryo UI" panose="020B0604030504040204" pitchFamily="50" charset="-128"/>
              </a:rPr>
              <a:t>金融業界のパラダイムシフトに備え、</a:t>
            </a:r>
            <a:r>
              <a:rPr kumimoji="1" lang="ja-JP" altLang="en-US" sz="1500" dirty="0">
                <a:latin typeface="Meiryo UI" panose="020B0604030504040204" pitchFamily="50" charset="-128"/>
                <a:ea typeface="Meiryo UI" panose="020B0604030504040204" pitchFamily="50" charset="-128"/>
              </a:rPr>
              <a:t>テクノロジーの継続的な進歩を活用した</a:t>
            </a:r>
            <a:r>
              <a:rPr kumimoji="1" lang="ja-JP" altLang="en-US" sz="1500" b="1" u="sng" kern="0" dirty="0">
                <a:solidFill>
                  <a:schemeClr val="accent1">
                    <a:lumMod val="60000"/>
                    <a:lumOff val="40000"/>
                  </a:schemeClr>
                </a:solidFill>
                <a:latin typeface="Meiryo UI" panose="020B0604030504040204" pitchFamily="50" charset="-128"/>
                <a:ea typeface="Meiryo UI" panose="020B0604030504040204" pitchFamily="50" charset="-128"/>
              </a:rPr>
              <a:t>信託ビジネスの未来の形を貴社と共に整理する</a:t>
            </a:r>
            <a:endParaRPr kumimoji="1" lang="en-US" altLang="ja-JP" sz="1500" b="1" u="sng" kern="0" dirty="0">
              <a:solidFill>
                <a:schemeClr val="accent1">
                  <a:lumMod val="60000"/>
                  <a:lumOff val="40000"/>
                </a:schemeClr>
              </a:solidFill>
              <a:latin typeface="Meiryo UI" panose="020B0604030504040204" pitchFamily="50" charset="-128"/>
              <a:ea typeface="Meiryo UI" panose="020B0604030504040204" pitchFamily="50" charset="-128"/>
            </a:endParaRPr>
          </a:p>
          <a:p>
            <a:pPr marL="285750" indent="-285750" fontAlgn="auto">
              <a:spcBef>
                <a:spcPts val="0"/>
              </a:spcBef>
              <a:spcAft>
                <a:spcPts val="600"/>
              </a:spcAft>
              <a:buClr>
                <a:prstClr val="black"/>
              </a:buClr>
              <a:buFont typeface="Wingdings" panose="05000000000000000000" pitchFamily="2" charset="2"/>
              <a:buChar char="ü"/>
              <a:tabLst>
                <a:tab pos="180975" algn="l"/>
              </a:tabLst>
            </a:pPr>
            <a:r>
              <a:rPr kumimoji="1" lang="ja-JP" altLang="en-US" sz="1500" b="1" u="sng" kern="0" dirty="0">
                <a:solidFill>
                  <a:schemeClr val="accent1">
                    <a:lumMod val="60000"/>
                    <a:lumOff val="40000"/>
                  </a:schemeClr>
                </a:solidFill>
                <a:latin typeface="Meiryo UI" panose="020B0604030504040204" pitchFamily="50" charset="-128"/>
                <a:ea typeface="Meiryo UI" panose="020B0604030504040204" pitchFamily="50" charset="-128"/>
              </a:rPr>
              <a:t>先駆的で且つ実現性の高い中期経営計画を策定する（デジタルアセットに限らず、上位概念である</a:t>
            </a:r>
            <a:r>
              <a:rPr kumimoji="1" lang="en-US" altLang="ja-JP" sz="1500" b="1" u="sng" kern="0" dirty="0">
                <a:solidFill>
                  <a:schemeClr val="accent1">
                    <a:lumMod val="60000"/>
                    <a:lumOff val="40000"/>
                  </a:schemeClr>
                </a:solidFill>
                <a:latin typeface="Meiryo UI" panose="020B0604030504040204" pitchFamily="50" charset="-128"/>
                <a:ea typeface="Meiryo UI" panose="020B0604030504040204" pitchFamily="50" charset="-128"/>
              </a:rPr>
              <a:t>Web3.0</a:t>
            </a:r>
            <a:r>
              <a:rPr kumimoji="1" lang="ja-JP" altLang="en-US" sz="1500" b="1" u="sng" kern="0" dirty="0">
                <a:solidFill>
                  <a:schemeClr val="accent1">
                    <a:lumMod val="60000"/>
                    <a:lumOff val="40000"/>
                  </a:schemeClr>
                </a:solidFill>
                <a:latin typeface="Meiryo UI" panose="020B0604030504040204" pitchFamily="50" charset="-128"/>
                <a:ea typeface="Meiryo UI" panose="020B0604030504040204" pitchFamily="50" charset="-128"/>
              </a:rPr>
              <a:t>起点での次世代型信託ビジネス構築に向けた次期中計策定）</a:t>
            </a:r>
          </a:p>
        </p:txBody>
      </p:sp>
      <p:sp>
        <p:nvSpPr>
          <p:cNvPr id="45" name="正方形/長方形 44">
            <a:extLst>
              <a:ext uri="{FF2B5EF4-FFF2-40B4-BE49-F238E27FC236}">
                <a16:creationId xmlns:a16="http://schemas.microsoft.com/office/drawing/2014/main" id="{5B25D300-35A6-4D8C-9BC9-D9E7F95B391A}"/>
              </a:ext>
            </a:extLst>
          </p:cNvPr>
          <p:cNvSpPr/>
          <p:nvPr/>
        </p:nvSpPr>
        <p:spPr>
          <a:xfrm>
            <a:off x="173709" y="2031806"/>
            <a:ext cx="1782091" cy="1404000"/>
          </a:xfrm>
          <a:prstGeom prst="rect">
            <a:avLst/>
          </a:prstGeom>
          <a:solidFill>
            <a:schemeClr val="accent2">
              <a:lumMod val="75000"/>
            </a:schemeClr>
          </a:solidFill>
          <a:ln w="6350" cap="flat" cmpd="sng" algn="ctr">
            <a:solidFill>
              <a:schemeClr val="bg1">
                <a:lumMod val="85000"/>
              </a:schemeClr>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0"/>
              </a:spcBef>
              <a:spcAft>
                <a:spcPts val="1800"/>
              </a:spcAft>
              <a:buClr>
                <a:prstClr val="black"/>
              </a:buClr>
              <a:tabLst>
                <a:tab pos="180975" algn="l"/>
              </a:tabLst>
            </a:pPr>
            <a:r>
              <a:rPr kumimoji="1" lang="ja-JP" altLang="en-US" sz="1500" kern="0" dirty="0">
                <a:solidFill>
                  <a:schemeClr val="bg1"/>
                </a:solidFill>
                <a:latin typeface="Meiryo UI" panose="020B0604030504040204" pitchFamily="50" charset="-128"/>
                <a:ea typeface="Meiryo UI" panose="020B0604030504040204" pitchFamily="50" charset="-128"/>
              </a:rPr>
              <a:t>本取組のゴール</a:t>
            </a:r>
          </a:p>
        </p:txBody>
      </p:sp>
      <p:sp>
        <p:nvSpPr>
          <p:cNvPr id="47" name="正方形/長方形 46">
            <a:extLst>
              <a:ext uri="{FF2B5EF4-FFF2-40B4-BE49-F238E27FC236}">
                <a16:creationId xmlns:a16="http://schemas.microsoft.com/office/drawing/2014/main" id="{A8B73BB2-84E1-4BA7-B62C-1AA1161B2018}"/>
              </a:ext>
            </a:extLst>
          </p:cNvPr>
          <p:cNvSpPr/>
          <p:nvPr/>
        </p:nvSpPr>
        <p:spPr>
          <a:xfrm>
            <a:off x="2023533" y="5165000"/>
            <a:ext cx="7707808" cy="1404000"/>
          </a:xfrm>
          <a:prstGeom prst="rect">
            <a:avLst/>
          </a:prstGeom>
          <a:solidFill>
            <a:schemeClr val="bg1"/>
          </a:solidFill>
          <a:ln w="6350" cap="flat" cmpd="sng" algn="ctr">
            <a:solidFill>
              <a:schemeClr val="bg1">
                <a:lumMod val="85000"/>
              </a:schemeClr>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285750" indent="-285750" fontAlgn="auto">
              <a:spcBef>
                <a:spcPts val="0"/>
              </a:spcBef>
              <a:spcAft>
                <a:spcPts val="600"/>
              </a:spcAft>
              <a:buClr>
                <a:prstClr val="black"/>
              </a:buClr>
              <a:buFont typeface="Wingdings" panose="05000000000000000000" pitchFamily="2" charset="2"/>
              <a:buChar char="ü"/>
              <a:tabLst>
                <a:tab pos="180975" algn="l"/>
              </a:tabLst>
            </a:pPr>
            <a:r>
              <a:rPr kumimoji="1" lang="ja-JP" altLang="en-US" sz="1500" b="1" u="sng" kern="0" dirty="0">
                <a:solidFill>
                  <a:schemeClr val="accent1">
                    <a:lumMod val="60000"/>
                    <a:lumOff val="40000"/>
                  </a:schemeClr>
                </a:solidFill>
                <a:latin typeface="Meiryo UI" panose="020B0604030504040204" pitchFamily="50" charset="-128"/>
                <a:ea typeface="Meiryo UI" panose="020B0604030504040204" pitchFamily="50" charset="-128"/>
              </a:rPr>
              <a:t>国内外のビジネス潮流や政治的要因を踏まえた上で実現性の高いマイルストンを設定する</a:t>
            </a:r>
            <a:endParaRPr kumimoji="1" lang="en-US" altLang="ja-JP" sz="1500" b="1" u="sng" kern="0" dirty="0">
              <a:solidFill>
                <a:schemeClr val="accent1">
                  <a:lumMod val="60000"/>
                  <a:lumOff val="40000"/>
                </a:schemeClr>
              </a:solidFill>
              <a:latin typeface="Meiryo UI" panose="020B0604030504040204" pitchFamily="50" charset="-128"/>
              <a:ea typeface="Meiryo UI" panose="020B0604030504040204" pitchFamily="50" charset="-128"/>
            </a:endParaRPr>
          </a:p>
          <a:p>
            <a:pPr marL="285750" indent="-285750" fontAlgn="auto">
              <a:spcBef>
                <a:spcPts val="0"/>
              </a:spcBef>
              <a:spcAft>
                <a:spcPts val="600"/>
              </a:spcAft>
              <a:buClr>
                <a:prstClr val="black"/>
              </a:buClr>
              <a:buFont typeface="Wingdings" panose="05000000000000000000" pitchFamily="2" charset="2"/>
              <a:buChar char="ü"/>
              <a:tabLst>
                <a:tab pos="180975" algn="l"/>
              </a:tabLst>
            </a:pPr>
            <a:r>
              <a:rPr kumimoji="1" lang="ja-JP" altLang="en-US" sz="1500" kern="0" dirty="0">
                <a:latin typeface="Meiryo UI" panose="020B0604030504040204" pitchFamily="50" charset="-128"/>
                <a:ea typeface="Meiryo UI" panose="020B0604030504040204" pitchFamily="50" charset="-128"/>
              </a:rPr>
              <a:t>ステークホルダー視点の潜在ニーズを貴社と共に洗い出し、</a:t>
            </a:r>
            <a:r>
              <a:rPr kumimoji="1" lang="ja-JP" altLang="en-US" sz="1500" b="1" u="sng" kern="0" dirty="0">
                <a:solidFill>
                  <a:schemeClr val="accent1">
                    <a:lumMod val="60000"/>
                    <a:lumOff val="40000"/>
                  </a:schemeClr>
                </a:solidFill>
                <a:latin typeface="Meiryo UI" panose="020B0604030504040204" pitchFamily="50" charset="-128"/>
                <a:ea typeface="Meiryo UI" panose="020B0604030504040204" pitchFamily="50" charset="-128"/>
              </a:rPr>
              <a:t>信託銀行に期待される新たな役割とビジネス機会を可視化する</a:t>
            </a:r>
            <a:endParaRPr kumimoji="1" lang="en-US" altLang="ja-JP" sz="1500" b="1" u="sng" kern="0" dirty="0">
              <a:solidFill>
                <a:schemeClr val="accent1">
                  <a:lumMod val="60000"/>
                  <a:lumOff val="40000"/>
                </a:schemeClr>
              </a:solidFill>
              <a:latin typeface="Meiryo UI" panose="020B0604030504040204" pitchFamily="50" charset="-128"/>
              <a:ea typeface="Meiryo UI" panose="020B0604030504040204" pitchFamily="50" charset="-128"/>
            </a:endParaRPr>
          </a:p>
          <a:p>
            <a:pPr marL="285750" indent="-285750" fontAlgn="auto">
              <a:spcBef>
                <a:spcPts val="0"/>
              </a:spcBef>
              <a:spcAft>
                <a:spcPts val="600"/>
              </a:spcAft>
              <a:buClr>
                <a:prstClr val="black"/>
              </a:buClr>
              <a:buFont typeface="Wingdings" panose="05000000000000000000" pitchFamily="2" charset="2"/>
              <a:buChar char="ü"/>
              <a:tabLst>
                <a:tab pos="180975" algn="l"/>
              </a:tabLst>
            </a:pPr>
            <a:r>
              <a:rPr kumimoji="1" lang="ja-JP" altLang="en-US" sz="1500" b="1" u="sng" kern="0" dirty="0">
                <a:solidFill>
                  <a:schemeClr val="accent1">
                    <a:lumMod val="60000"/>
                    <a:lumOff val="40000"/>
                  </a:schemeClr>
                </a:solidFill>
                <a:latin typeface="Meiryo UI" panose="020B0604030504040204" pitchFamily="50" charset="-128"/>
                <a:ea typeface="Meiryo UI" panose="020B0604030504040204" pitchFamily="50" charset="-128"/>
              </a:rPr>
              <a:t>上記要素がテクノロジー視点でフィージブルか否かを検討する</a:t>
            </a:r>
          </a:p>
        </p:txBody>
      </p:sp>
      <p:sp>
        <p:nvSpPr>
          <p:cNvPr id="48" name="正方形/長方形 47">
            <a:extLst>
              <a:ext uri="{FF2B5EF4-FFF2-40B4-BE49-F238E27FC236}">
                <a16:creationId xmlns:a16="http://schemas.microsoft.com/office/drawing/2014/main" id="{4DF797E9-E682-47D5-88FB-EC67BAD36D57}"/>
              </a:ext>
            </a:extLst>
          </p:cNvPr>
          <p:cNvSpPr/>
          <p:nvPr/>
        </p:nvSpPr>
        <p:spPr>
          <a:xfrm>
            <a:off x="173709" y="5162243"/>
            <a:ext cx="1782091" cy="1404000"/>
          </a:xfrm>
          <a:prstGeom prst="rect">
            <a:avLst/>
          </a:prstGeom>
          <a:solidFill>
            <a:schemeClr val="accent2">
              <a:lumMod val="75000"/>
            </a:schemeClr>
          </a:solidFill>
          <a:ln w="6350" cap="flat" cmpd="sng" algn="ctr">
            <a:solidFill>
              <a:schemeClr val="bg1">
                <a:lumMod val="85000"/>
              </a:schemeClr>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0"/>
              </a:spcBef>
              <a:spcAft>
                <a:spcPts val="1800"/>
              </a:spcAft>
              <a:buClr>
                <a:prstClr val="black"/>
              </a:buClr>
              <a:tabLst>
                <a:tab pos="180975" algn="l"/>
              </a:tabLst>
            </a:pPr>
            <a:r>
              <a:rPr kumimoji="1" lang="ja-JP" altLang="en-US" sz="1500" kern="0" dirty="0">
                <a:solidFill>
                  <a:schemeClr val="bg1"/>
                </a:solidFill>
                <a:latin typeface="Meiryo UI" panose="020B0604030504040204" pitchFamily="50" charset="-128"/>
                <a:ea typeface="Meiryo UI" panose="020B0604030504040204" pitchFamily="50" charset="-128"/>
              </a:rPr>
              <a:t>プロジェクトの</a:t>
            </a:r>
            <a:br>
              <a:rPr kumimoji="1" lang="en-US" altLang="ja-JP" sz="1500" kern="0" dirty="0">
                <a:solidFill>
                  <a:schemeClr val="bg1"/>
                </a:solidFill>
                <a:latin typeface="Meiryo UI" panose="020B0604030504040204" pitchFamily="50" charset="-128"/>
                <a:ea typeface="Meiryo UI" panose="020B0604030504040204" pitchFamily="50" charset="-128"/>
              </a:rPr>
            </a:br>
            <a:r>
              <a:rPr kumimoji="1" lang="ja-JP" altLang="en-US" sz="1500" kern="0" dirty="0">
                <a:solidFill>
                  <a:schemeClr val="bg1"/>
                </a:solidFill>
                <a:latin typeface="Meiryo UI" panose="020B0604030504040204" pitchFamily="50" charset="-128"/>
                <a:ea typeface="Meiryo UI" panose="020B0604030504040204" pitchFamily="50" charset="-128"/>
              </a:rPr>
              <a:t>要諦</a:t>
            </a:r>
          </a:p>
        </p:txBody>
      </p:sp>
      <p:sp>
        <p:nvSpPr>
          <p:cNvPr id="49" name="正方形/長方形 48">
            <a:extLst>
              <a:ext uri="{FF2B5EF4-FFF2-40B4-BE49-F238E27FC236}">
                <a16:creationId xmlns:a16="http://schemas.microsoft.com/office/drawing/2014/main" id="{239D28F6-7AB4-461C-8513-BD8C451119FE}"/>
              </a:ext>
            </a:extLst>
          </p:cNvPr>
          <p:cNvSpPr/>
          <p:nvPr/>
        </p:nvSpPr>
        <p:spPr>
          <a:xfrm>
            <a:off x="173709" y="3589404"/>
            <a:ext cx="1782091" cy="1404000"/>
          </a:xfrm>
          <a:prstGeom prst="rect">
            <a:avLst/>
          </a:prstGeom>
          <a:solidFill>
            <a:schemeClr val="accent2">
              <a:lumMod val="75000"/>
            </a:schemeClr>
          </a:solidFill>
          <a:ln w="6350" cap="flat" cmpd="sng" algn="ctr">
            <a:solidFill>
              <a:schemeClr val="bg1">
                <a:lumMod val="85000"/>
              </a:schemeClr>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0"/>
              </a:spcBef>
              <a:spcAft>
                <a:spcPts val="1800"/>
              </a:spcAft>
              <a:buClr>
                <a:prstClr val="black"/>
              </a:buClr>
              <a:tabLst>
                <a:tab pos="180975" algn="l"/>
              </a:tabLst>
            </a:pPr>
            <a:r>
              <a:rPr kumimoji="1" lang="ja-JP" altLang="en-US" sz="1500" kern="0" dirty="0">
                <a:solidFill>
                  <a:schemeClr val="bg1"/>
                </a:solidFill>
                <a:latin typeface="Meiryo UI" panose="020B0604030504040204" pitchFamily="50" charset="-128"/>
                <a:ea typeface="Meiryo UI" panose="020B0604030504040204" pitchFamily="50" charset="-128"/>
              </a:rPr>
              <a:t>実行テーマ</a:t>
            </a:r>
          </a:p>
        </p:txBody>
      </p:sp>
      <p:sp>
        <p:nvSpPr>
          <p:cNvPr id="50" name="正方形/長方形 49">
            <a:extLst>
              <a:ext uri="{FF2B5EF4-FFF2-40B4-BE49-F238E27FC236}">
                <a16:creationId xmlns:a16="http://schemas.microsoft.com/office/drawing/2014/main" id="{6C6940F9-155D-447C-82EB-6E6C9732EE05}"/>
              </a:ext>
            </a:extLst>
          </p:cNvPr>
          <p:cNvSpPr/>
          <p:nvPr/>
        </p:nvSpPr>
        <p:spPr>
          <a:xfrm>
            <a:off x="2023533" y="3597134"/>
            <a:ext cx="7707808" cy="1404000"/>
          </a:xfrm>
          <a:prstGeom prst="rect">
            <a:avLst/>
          </a:prstGeom>
          <a:solidFill>
            <a:schemeClr val="bg1"/>
          </a:solidFill>
          <a:ln w="6350" cap="flat" cmpd="sng" algn="ctr">
            <a:solidFill>
              <a:schemeClr val="bg1">
                <a:lumMod val="85000"/>
              </a:schemeClr>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285750" indent="-285750" fontAlgn="auto">
              <a:spcBef>
                <a:spcPts val="600"/>
              </a:spcBef>
              <a:spcAft>
                <a:spcPts val="0"/>
              </a:spcAft>
              <a:buClr>
                <a:prstClr val="black"/>
              </a:buClr>
              <a:buFont typeface="Wingdings" panose="05000000000000000000" pitchFamily="2" charset="2"/>
              <a:buChar char="ü"/>
              <a:tabLst>
                <a:tab pos="355600" algn="l"/>
              </a:tabLst>
            </a:pPr>
            <a:r>
              <a:rPr lang="ja-JP" altLang="en-US" sz="1500" b="1" u="sng" dirty="0">
                <a:solidFill>
                  <a:srgbClr val="A100FF"/>
                </a:solidFill>
                <a:latin typeface="+mj-lt"/>
              </a:rPr>
              <a:t>デジタルアセットビジネスのロードマップ再整理</a:t>
            </a:r>
            <a:r>
              <a:rPr lang="ja-JP" altLang="en-US" sz="1500" dirty="0">
                <a:cs typeface="Arial" pitchFamily="34" charset="0"/>
              </a:rPr>
              <a:t>（第</a:t>
            </a:r>
            <a:r>
              <a:rPr lang="en-US" altLang="ja-JP" sz="1500" dirty="0">
                <a:cs typeface="Arial" pitchFamily="34" charset="0"/>
              </a:rPr>
              <a:t>1</a:t>
            </a:r>
            <a:r>
              <a:rPr lang="ja-JP" altLang="en-US" sz="1500" dirty="0">
                <a:cs typeface="Arial" pitchFamily="34" charset="0"/>
              </a:rPr>
              <a:t>フェーズ、第</a:t>
            </a:r>
            <a:r>
              <a:rPr lang="en-US" altLang="ja-JP" sz="1500" dirty="0">
                <a:cs typeface="Arial" pitchFamily="34" charset="0"/>
              </a:rPr>
              <a:t>2</a:t>
            </a:r>
            <a:r>
              <a:rPr lang="ja-JP" altLang="en-US" sz="1500" dirty="0">
                <a:cs typeface="Arial" pitchFamily="34" charset="0"/>
              </a:rPr>
              <a:t>フェーズの取組結果を踏まえ、ロードマップを貴社と共に再整理する</a:t>
            </a:r>
            <a:r>
              <a:rPr kumimoji="1" lang="ja-JP" altLang="en-US" sz="1500" kern="0" dirty="0">
                <a:latin typeface="Meiryo UI" panose="020B0604030504040204" pitchFamily="50" charset="-128"/>
                <a:ea typeface="Meiryo UI" panose="020B0604030504040204" pitchFamily="50" charset="-128"/>
              </a:rPr>
              <a:t>）</a:t>
            </a:r>
            <a:endParaRPr kumimoji="1" lang="en-US" altLang="ja-JP" sz="1500" kern="0" dirty="0">
              <a:latin typeface="Meiryo UI" panose="020B0604030504040204" pitchFamily="50" charset="-128"/>
              <a:ea typeface="Meiryo UI" panose="020B0604030504040204" pitchFamily="50" charset="-128"/>
            </a:endParaRPr>
          </a:p>
          <a:p>
            <a:pPr marL="285750" indent="-285750" fontAlgn="auto">
              <a:spcBef>
                <a:spcPts val="600"/>
              </a:spcBef>
              <a:spcAft>
                <a:spcPts val="0"/>
              </a:spcAft>
              <a:buClr>
                <a:prstClr val="black"/>
              </a:buClr>
              <a:buFont typeface="Wingdings" panose="05000000000000000000" pitchFamily="2" charset="2"/>
              <a:buChar char="ü"/>
              <a:tabLst>
                <a:tab pos="355600" algn="l"/>
              </a:tabLst>
            </a:pPr>
            <a:r>
              <a:rPr lang="en-US" altLang="ja-JP" sz="1500" b="1" u="sng" dirty="0">
                <a:solidFill>
                  <a:schemeClr val="accent2"/>
                </a:solidFill>
                <a:latin typeface="+mj-lt"/>
              </a:rPr>
              <a:t>Web3.0</a:t>
            </a:r>
            <a:r>
              <a:rPr lang="ja-JP" altLang="en-US" sz="1500" b="1" u="sng" dirty="0">
                <a:solidFill>
                  <a:schemeClr val="accent2"/>
                </a:solidFill>
                <a:latin typeface="+mj-lt"/>
              </a:rPr>
              <a:t>起点での次世代型信託ビジネス構築に向けたロードマップ策定</a:t>
            </a:r>
            <a:r>
              <a:rPr kumimoji="1" lang="ja-JP" altLang="en-US" sz="1500" kern="0" dirty="0">
                <a:latin typeface="Meiryo UI" panose="020B0604030504040204" pitchFamily="50" charset="-128"/>
                <a:ea typeface="Meiryo UI" panose="020B0604030504040204" pitchFamily="50" charset="-128"/>
              </a:rPr>
              <a:t>（分散化されていく潮流の中で信託銀行に求められるビジネス将来像を貴社と共に整理する）</a:t>
            </a:r>
            <a:endParaRPr lang="en-US" altLang="ja-JP" sz="1500" dirty="0">
              <a:cs typeface="Arial" pitchFamily="34" charset="0"/>
            </a:endParaRPr>
          </a:p>
        </p:txBody>
      </p:sp>
      <p:sp>
        <p:nvSpPr>
          <p:cNvPr id="10" name="二等辺三角形 9">
            <a:extLst>
              <a:ext uri="{FF2B5EF4-FFF2-40B4-BE49-F238E27FC236}">
                <a16:creationId xmlns:a16="http://schemas.microsoft.com/office/drawing/2014/main" id="{2BB12D88-43C8-401E-BB6B-E1EF76A2896F}"/>
              </a:ext>
            </a:extLst>
          </p:cNvPr>
          <p:cNvSpPr/>
          <p:nvPr/>
        </p:nvSpPr>
        <p:spPr bwMode="auto">
          <a:xfrm rot="10800000">
            <a:off x="5520266" y="3445053"/>
            <a:ext cx="558800" cy="216000"/>
          </a:xfrm>
          <a:prstGeom prst="triangle">
            <a:avLst/>
          </a:prstGeom>
          <a:solidFill>
            <a:schemeClr val="accent2">
              <a:lumMod val="40000"/>
              <a:lumOff val="60000"/>
            </a:schemeClr>
          </a:solidFill>
          <a:ln w="6350" algn="ctr">
            <a:solidFill>
              <a:schemeClr val="bg1">
                <a:lumMod val="85000"/>
              </a:schemeClr>
            </a:solidFill>
            <a:round/>
            <a:headEnd/>
            <a:tailEnd/>
          </a:ln>
        </p:spPr>
        <p:txBody>
          <a:bodyPr wrap="square" lIns="0" tIns="108000" rIns="0" bIns="0" rtlCol="0" anchor="t" anchorCtr="0"/>
          <a:lstStyle/>
          <a:p>
            <a:pPr algn="ctr">
              <a:spcBef>
                <a:spcPct val="20000"/>
              </a:spcBef>
            </a:pPr>
            <a:endParaRPr kumimoji="1" lang="ja-JP" altLang="en-US" sz="1400" b="1" dirty="0">
              <a:latin typeface="Meiryo UI" panose="020B0604030504040204" pitchFamily="50" charset="-128"/>
              <a:ea typeface="Meiryo UI" panose="020B0604030504040204" pitchFamily="50" charset="-128"/>
            </a:endParaRPr>
          </a:p>
        </p:txBody>
      </p:sp>
      <p:sp>
        <p:nvSpPr>
          <p:cNvPr id="53" name="二等辺三角形 52">
            <a:extLst>
              <a:ext uri="{FF2B5EF4-FFF2-40B4-BE49-F238E27FC236}">
                <a16:creationId xmlns:a16="http://schemas.microsoft.com/office/drawing/2014/main" id="{5D25C58C-9D07-45C6-8B44-FD3DA45F48F8}"/>
              </a:ext>
            </a:extLst>
          </p:cNvPr>
          <p:cNvSpPr/>
          <p:nvPr/>
        </p:nvSpPr>
        <p:spPr bwMode="auto">
          <a:xfrm rot="10800000">
            <a:off x="5540148" y="5002123"/>
            <a:ext cx="558800" cy="216000"/>
          </a:xfrm>
          <a:prstGeom prst="triangle">
            <a:avLst/>
          </a:prstGeom>
          <a:solidFill>
            <a:schemeClr val="accent2">
              <a:lumMod val="40000"/>
              <a:lumOff val="60000"/>
            </a:schemeClr>
          </a:solidFill>
          <a:ln w="6350" algn="ctr">
            <a:solidFill>
              <a:schemeClr val="bg1">
                <a:lumMod val="85000"/>
              </a:schemeClr>
            </a:solidFill>
            <a:round/>
            <a:headEnd/>
            <a:tailEnd/>
          </a:ln>
        </p:spPr>
        <p:txBody>
          <a:bodyPr wrap="square" lIns="0" tIns="108000" rIns="0" bIns="0" rtlCol="0" anchor="t" anchorCtr="0"/>
          <a:lstStyle/>
          <a:p>
            <a:pPr algn="ctr">
              <a:spcBef>
                <a:spcPct val="20000"/>
              </a:spcBef>
            </a:pPr>
            <a:endParaRPr kumimoji="1" lang="ja-JP" altLang="en-US" sz="14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260176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正方形/長方形 12">
            <a:extLst>
              <a:ext uri="{FF2B5EF4-FFF2-40B4-BE49-F238E27FC236}">
                <a16:creationId xmlns:a16="http://schemas.microsoft.com/office/drawing/2014/main" id="{7EA9EEFB-E3EF-4757-87BD-51EE63FAF029}"/>
              </a:ext>
            </a:extLst>
          </p:cNvPr>
          <p:cNvSpPr>
            <a:spLocks noChangeArrowheads="1"/>
          </p:cNvSpPr>
          <p:nvPr/>
        </p:nvSpPr>
        <p:spPr bwMode="auto">
          <a:xfrm>
            <a:off x="6103437" y="2147646"/>
            <a:ext cx="1761792" cy="4420800"/>
          </a:xfrm>
          <a:prstGeom prst="rect">
            <a:avLst/>
          </a:prstGeom>
          <a:solidFill>
            <a:schemeClr val="accent4">
              <a:lumMod val="20000"/>
              <a:lumOff val="80000"/>
              <a:alpha val="52000"/>
            </a:schemeClr>
          </a:solidFill>
          <a:ln w="6350" algn="ctr">
            <a:solidFill>
              <a:schemeClr val="tx1">
                <a:lumMod val="65000"/>
                <a:lumOff val="35000"/>
              </a:schemeClr>
            </a:solidFill>
            <a:round/>
            <a:headEnd/>
            <a:tailEnd/>
          </a:ln>
        </p:spPr>
        <p:txBody>
          <a:bodyPr wrap="square" lIns="108000" tIns="108000" rIns="0" bIns="0" anchor="t" anchorCtr="0"/>
          <a:lstStyle/>
          <a:p>
            <a:pPr>
              <a:spcBef>
                <a:spcPct val="20000"/>
              </a:spcBef>
            </a:pPr>
            <a:r>
              <a:rPr kumimoji="1" lang="ja-JP" altLang="en-US" sz="1200" b="1" dirty="0">
                <a:latin typeface="+mj-lt"/>
                <a:ea typeface="Meiryo UI" panose="020B0604030504040204" pitchFamily="50" charset="-128"/>
              </a:rPr>
              <a:t>     ロードマップ取り纏め</a:t>
            </a:r>
            <a:endParaRPr kumimoji="1" lang="en-US" altLang="ja-JP" sz="1200" b="1" dirty="0">
              <a:latin typeface="+mj-lt"/>
              <a:ea typeface="Meiryo UI" panose="020B0604030504040204" pitchFamily="50" charset="-128"/>
            </a:endParaRPr>
          </a:p>
        </p:txBody>
      </p:sp>
      <p:graphicFrame>
        <p:nvGraphicFramePr>
          <p:cNvPr id="13" name="オブジェクト 12" hidden="1">
            <a:extLst>
              <a:ext uri="{FF2B5EF4-FFF2-40B4-BE49-F238E27FC236}">
                <a16:creationId xmlns:a16="http://schemas.microsoft.com/office/drawing/2014/main" id="{A2263FA5-0DAE-4B9C-8072-83BEA54CC4D6}"/>
              </a:ext>
            </a:extLst>
          </p:cNvPr>
          <p:cNvGraphicFramePr>
            <a:graphicFrameLocks noChangeAspect="1"/>
          </p:cNvGraphicFramePr>
          <p:nvPr>
            <p:custDataLst>
              <p:tags r:id="rId1"/>
            </p:custDataLst>
            <p:extLst>
              <p:ext uri="{D42A27DB-BD31-4B8C-83A1-F6EECF244321}">
                <p14:modId xmlns:p14="http://schemas.microsoft.com/office/powerpoint/2010/main" val="25270587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499" imgH="499" progId="TCLayout.ActiveDocument.1">
                  <p:embed/>
                </p:oleObj>
              </mc:Choice>
              <mc:Fallback>
                <p:oleObj name="think-cell スライド" r:id="rId4" imgW="499" imgH="499" progId="TCLayout.ActiveDocument.1">
                  <p:embed/>
                  <p:pic>
                    <p:nvPicPr>
                      <p:cNvPr id="13" name="オブジェクト 12" hidden="1">
                        <a:extLst>
                          <a:ext uri="{FF2B5EF4-FFF2-40B4-BE49-F238E27FC236}">
                            <a16:creationId xmlns:a16="http://schemas.microsoft.com/office/drawing/2014/main" id="{A2263FA5-0DAE-4B9C-8072-83BEA54CC4D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テキスト プレースホルダー 2">
            <a:extLst>
              <a:ext uri="{FF2B5EF4-FFF2-40B4-BE49-F238E27FC236}">
                <a16:creationId xmlns:a16="http://schemas.microsoft.com/office/drawing/2014/main" id="{818B7F5C-2FD7-40B6-90FE-9A33C1478F45}"/>
              </a:ext>
            </a:extLst>
          </p:cNvPr>
          <p:cNvSpPr>
            <a:spLocks noGrp="1"/>
          </p:cNvSpPr>
          <p:nvPr>
            <p:ph type="body" idx="12"/>
          </p:nvPr>
        </p:nvSpPr>
        <p:spPr>
          <a:xfrm>
            <a:off x="173709" y="944949"/>
            <a:ext cx="9584887" cy="612000"/>
          </a:xfrm>
        </p:spPr>
        <p:txBody>
          <a:bodyPr/>
          <a:lstStyle/>
          <a:p>
            <a:r>
              <a:rPr lang="ja-JP" altLang="en-US" dirty="0"/>
              <a:t>以下アプローチを通じて、次期中計策定に向けた検討支援を想定。</a:t>
            </a:r>
            <a:endParaRPr lang="en-US" altLang="ja-JP" dirty="0"/>
          </a:p>
        </p:txBody>
      </p:sp>
      <p:sp>
        <p:nvSpPr>
          <p:cNvPr id="148" name="タイトル 1">
            <a:extLst>
              <a:ext uri="{FF2B5EF4-FFF2-40B4-BE49-F238E27FC236}">
                <a16:creationId xmlns:a16="http://schemas.microsoft.com/office/drawing/2014/main" id="{4E2AA7FE-DB1F-4F7B-8D8D-A787C9D06EA2}"/>
              </a:ext>
            </a:extLst>
          </p:cNvPr>
          <p:cNvSpPr>
            <a:spLocks noGrp="1"/>
          </p:cNvSpPr>
          <p:nvPr>
            <p:ph type="title"/>
          </p:nvPr>
        </p:nvSpPr>
        <p:spPr>
          <a:xfrm>
            <a:off x="160253" y="470588"/>
            <a:ext cx="9584887" cy="420752"/>
          </a:xfrm>
        </p:spPr>
        <p:txBody>
          <a:bodyPr vert="horz"/>
          <a:lstStyle/>
          <a:p>
            <a:r>
              <a:rPr lang="ja-JP" altLang="en-US" dirty="0"/>
              <a:t>想定アプローチ案</a:t>
            </a:r>
            <a:endParaRPr kumimoji="1" lang="ja-JP" altLang="en-US" dirty="0"/>
          </a:p>
        </p:txBody>
      </p:sp>
      <p:sp>
        <p:nvSpPr>
          <p:cNvPr id="134" name="テキスト プレースホルダー 3">
            <a:extLst>
              <a:ext uri="{FF2B5EF4-FFF2-40B4-BE49-F238E27FC236}">
                <a16:creationId xmlns:a16="http://schemas.microsoft.com/office/drawing/2014/main" id="{743F8275-3AFA-4CA8-899B-183FA7C67226}"/>
              </a:ext>
            </a:extLst>
          </p:cNvPr>
          <p:cNvSpPr>
            <a:spLocks noGrp="1"/>
          </p:cNvSpPr>
          <p:nvPr>
            <p:ph type="body" sz="quarter" idx="13"/>
          </p:nvPr>
        </p:nvSpPr>
        <p:spPr>
          <a:xfrm>
            <a:off x="173709" y="107340"/>
            <a:ext cx="9584887" cy="369332"/>
          </a:xfrm>
        </p:spPr>
        <p:txBody>
          <a:bodyPr/>
          <a:lstStyle/>
          <a:p>
            <a:r>
              <a:rPr lang="en-US" altLang="ja-JP" dirty="0"/>
              <a:t>4</a:t>
            </a:r>
            <a:r>
              <a:rPr kumimoji="1" lang="en-US" altLang="ja-JP" dirty="0"/>
              <a:t>. </a:t>
            </a:r>
            <a:r>
              <a:rPr kumimoji="1" lang="ja-JP" altLang="en-US" dirty="0"/>
              <a:t>本取組の想定アプローチ</a:t>
            </a:r>
          </a:p>
        </p:txBody>
      </p:sp>
      <p:sp>
        <p:nvSpPr>
          <p:cNvPr id="175" name="正方形/長方形 174">
            <a:extLst>
              <a:ext uri="{FF2B5EF4-FFF2-40B4-BE49-F238E27FC236}">
                <a16:creationId xmlns:a16="http://schemas.microsoft.com/office/drawing/2014/main" id="{9EDA8EA9-FE04-49E1-A59B-B679581EABA5}"/>
              </a:ext>
            </a:extLst>
          </p:cNvPr>
          <p:cNvSpPr/>
          <p:nvPr/>
        </p:nvSpPr>
        <p:spPr>
          <a:xfrm>
            <a:off x="176361" y="2147646"/>
            <a:ext cx="380033" cy="4449600"/>
          </a:xfrm>
          <a:prstGeom prst="rect">
            <a:avLst/>
          </a:prstGeom>
          <a:solidFill>
            <a:schemeClr val="accent2">
              <a:lumMod val="50000"/>
            </a:schemeClr>
          </a:solidFill>
          <a:ln w="6350" algn="ctr">
            <a:solidFill>
              <a:schemeClr val="tx1">
                <a:lumMod val="65000"/>
                <a:lumOff val="35000"/>
                <a:alpha val="98000"/>
              </a:schemeClr>
            </a:solidFill>
            <a:round/>
            <a:headEnd/>
            <a:tailEnd/>
          </a:ln>
        </p:spPr>
        <p:txBody>
          <a:bodyPr vert="eaVert" wrap="square" lIns="0" tIns="0" rIns="0" bIns="0" anchor="ctr" anchorCtr="0"/>
          <a:lstStyle/>
          <a:p>
            <a:pPr algn="ctr">
              <a:spcBef>
                <a:spcPct val="20000"/>
              </a:spcBef>
            </a:pPr>
            <a:r>
              <a:rPr lang="ja-JP" altLang="en-US" sz="1200" dirty="0">
                <a:solidFill>
                  <a:schemeClr val="bg1"/>
                </a:solidFill>
                <a:latin typeface="Meiryo UI" panose="020B0604030504040204" pitchFamily="50" charset="-128"/>
                <a:ea typeface="Meiryo UI" panose="020B0604030504040204" pitchFamily="50" charset="-128"/>
              </a:rPr>
              <a:t>想定アプローチ</a:t>
            </a:r>
            <a:endParaRPr lang="ja-JP" altLang="en-US" sz="1200" dirty="0">
              <a:solidFill>
                <a:schemeClr val="bg1"/>
              </a:solidFill>
              <a:latin typeface="Meiryo UI" panose="020B0604030504040204" pitchFamily="50" charset="-128"/>
              <a:ea typeface="Meiryo UI" panose="020B0604030504040204" pitchFamily="50" charset="-128"/>
              <a:cs typeface="Arial" charset="0"/>
            </a:endParaRPr>
          </a:p>
        </p:txBody>
      </p:sp>
      <p:sp>
        <p:nvSpPr>
          <p:cNvPr id="209" name="正方形/長方形 41">
            <a:extLst>
              <a:ext uri="{FF2B5EF4-FFF2-40B4-BE49-F238E27FC236}">
                <a16:creationId xmlns:a16="http://schemas.microsoft.com/office/drawing/2014/main" id="{5AFA0570-C033-4CE3-9578-CB70374A59E4}"/>
              </a:ext>
            </a:extLst>
          </p:cNvPr>
          <p:cNvSpPr/>
          <p:nvPr/>
        </p:nvSpPr>
        <p:spPr bwMode="white">
          <a:xfrm>
            <a:off x="9013496" y="230693"/>
            <a:ext cx="718795" cy="144000"/>
          </a:xfrm>
          <a:prstGeom prst="rect">
            <a:avLst/>
          </a:prstGeom>
          <a:solidFill>
            <a:schemeClr val="bg1"/>
          </a:solidFill>
          <a:ln w="9525" cap="flat" cmpd="sng" algn="ctr">
            <a:no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marL="0" marR="0" indent="0" defTabSz="914400" rtl="0" eaLnBrk="1" fontAlgn="base" latinLnBrk="0" hangingPunct="1">
              <a:lnSpc>
                <a:spcPct val="100000"/>
              </a:lnSpc>
              <a:spcBef>
                <a:spcPct val="0"/>
              </a:spcBef>
              <a:spcAft>
                <a:spcPct val="0"/>
              </a:spcAft>
              <a:buClrTx/>
              <a:buSzTx/>
              <a:tabLst/>
            </a:pPr>
            <a:r>
              <a:rPr kumimoji="1" lang="ja-JP" altLang="en-US" sz="800" dirty="0">
                <a:latin typeface="Meiryo UI" panose="020B0604030504040204" pitchFamily="50" charset="-128"/>
                <a:ea typeface="Meiryo UI" panose="020B0604030504040204" pitchFamily="50" charset="-128"/>
              </a:rPr>
              <a:t>：貴社対応</a:t>
            </a:r>
          </a:p>
        </p:txBody>
      </p:sp>
      <p:sp>
        <p:nvSpPr>
          <p:cNvPr id="210" name="正方形/長方形 41">
            <a:extLst>
              <a:ext uri="{FF2B5EF4-FFF2-40B4-BE49-F238E27FC236}">
                <a16:creationId xmlns:a16="http://schemas.microsoft.com/office/drawing/2014/main" id="{CD9920E0-931C-4769-9B3E-816FBBD3F06D}"/>
              </a:ext>
            </a:extLst>
          </p:cNvPr>
          <p:cNvSpPr/>
          <p:nvPr/>
        </p:nvSpPr>
        <p:spPr bwMode="white">
          <a:xfrm>
            <a:off x="9013496" y="715860"/>
            <a:ext cx="718795" cy="144000"/>
          </a:xfrm>
          <a:prstGeom prst="rect">
            <a:avLst/>
          </a:prstGeom>
          <a:solidFill>
            <a:schemeClr val="bg1"/>
          </a:solidFill>
          <a:ln w="9525" cap="flat" cmpd="sng" algn="ctr">
            <a:no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marL="0" marR="0" indent="0" defTabSz="914400" rtl="0" eaLnBrk="1" fontAlgn="base" latinLnBrk="0" hangingPunct="1">
              <a:lnSpc>
                <a:spcPct val="100000"/>
              </a:lnSpc>
              <a:spcBef>
                <a:spcPct val="0"/>
              </a:spcBef>
              <a:spcAft>
                <a:spcPct val="0"/>
              </a:spcAft>
              <a:buClrTx/>
              <a:buSzTx/>
              <a:tabLst/>
            </a:pPr>
            <a:r>
              <a:rPr kumimoji="1" lang="ja-JP" altLang="en-US" sz="800" dirty="0">
                <a:latin typeface="Meiryo UI" panose="020B0604030504040204" pitchFamily="50" charset="-128"/>
                <a:ea typeface="Meiryo UI" panose="020B0604030504040204" pitchFamily="50" charset="-128"/>
              </a:rPr>
              <a:t>：弊社主体</a:t>
            </a:r>
          </a:p>
        </p:txBody>
      </p:sp>
      <p:sp>
        <p:nvSpPr>
          <p:cNvPr id="211" name="正方形/長方形 41">
            <a:extLst>
              <a:ext uri="{FF2B5EF4-FFF2-40B4-BE49-F238E27FC236}">
                <a16:creationId xmlns:a16="http://schemas.microsoft.com/office/drawing/2014/main" id="{81281B7B-D7F7-421B-A815-16AE6A0F991F}"/>
              </a:ext>
            </a:extLst>
          </p:cNvPr>
          <p:cNvSpPr/>
          <p:nvPr/>
        </p:nvSpPr>
        <p:spPr bwMode="white">
          <a:xfrm>
            <a:off x="8536142" y="437276"/>
            <a:ext cx="432000" cy="180000"/>
          </a:xfrm>
          <a:prstGeom prst="rect">
            <a:avLst/>
          </a:prstGeom>
          <a:gradFill flip="none" rotWithShape="1">
            <a:gsLst>
              <a:gs pos="50000">
                <a:schemeClr val="accent3">
                  <a:lumMod val="20000"/>
                  <a:lumOff val="80000"/>
                </a:schemeClr>
              </a:gs>
              <a:gs pos="61000">
                <a:schemeClr val="bg1"/>
              </a:gs>
            </a:gsLst>
            <a:lin ang="2700000" scaled="1"/>
            <a:tileRect/>
          </a:gradFill>
          <a:ln w="9525" cap="flat" cmpd="sng" algn="ctr">
            <a:solidFill>
              <a:schemeClr val="tx1"/>
            </a:solid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tabLst/>
            </a:pPr>
            <a:endParaRPr kumimoji="1" lang="ja-JP" altLang="en-US" sz="800" dirty="0">
              <a:latin typeface="Meiryo UI" panose="020B0604030504040204" pitchFamily="50" charset="-128"/>
              <a:ea typeface="Meiryo UI" panose="020B0604030504040204" pitchFamily="50" charset="-128"/>
            </a:endParaRPr>
          </a:p>
        </p:txBody>
      </p:sp>
      <p:sp>
        <p:nvSpPr>
          <p:cNvPr id="212" name="正方形/長方形 41">
            <a:extLst>
              <a:ext uri="{FF2B5EF4-FFF2-40B4-BE49-F238E27FC236}">
                <a16:creationId xmlns:a16="http://schemas.microsoft.com/office/drawing/2014/main" id="{2EB5D74F-2929-4403-856F-2E335EC6EAF5}"/>
              </a:ext>
            </a:extLst>
          </p:cNvPr>
          <p:cNvSpPr/>
          <p:nvPr/>
        </p:nvSpPr>
        <p:spPr bwMode="white">
          <a:xfrm>
            <a:off x="8536142" y="679860"/>
            <a:ext cx="432000" cy="1800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tabLst/>
            </a:pPr>
            <a:endParaRPr kumimoji="1" lang="ja-JP" altLang="en-US" sz="800" dirty="0">
              <a:latin typeface="Meiryo UI" panose="020B0604030504040204" pitchFamily="50" charset="-128"/>
              <a:ea typeface="Meiryo UI" panose="020B0604030504040204" pitchFamily="50" charset="-128"/>
            </a:endParaRPr>
          </a:p>
        </p:txBody>
      </p:sp>
      <p:sp>
        <p:nvSpPr>
          <p:cNvPr id="222" name="正方形/長方形 41">
            <a:extLst>
              <a:ext uri="{FF2B5EF4-FFF2-40B4-BE49-F238E27FC236}">
                <a16:creationId xmlns:a16="http://schemas.microsoft.com/office/drawing/2014/main" id="{1A2DAF7C-57ED-4CD5-A33C-4F19CA95D2CB}"/>
              </a:ext>
            </a:extLst>
          </p:cNvPr>
          <p:cNvSpPr/>
          <p:nvPr/>
        </p:nvSpPr>
        <p:spPr bwMode="white">
          <a:xfrm>
            <a:off x="9013496" y="473276"/>
            <a:ext cx="718795" cy="144000"/>
          </a:xfrm>
          <a:prstGeom prst="rect">
            <a:avLst/>
          </a:prstGeom>
          <a:solidFill>
            <a:schemeClr val="bg1"/>
          </a:solidFill>
          <a:ln w="9525" cap="flat" cmpd="sng" algn="ctr">
            <a:no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marL="0" marR="0" indent="0" defTabSz="914400" rtl="0" eaLnBrk="1" fontAlgn="base" latinLnBrk="0" hangingPunct="1">
              <a:lnSpc>
                <a:spcPct val="100000"/>
              </a:lnSpc>
              <a:spcBef>
                <a:spcPct val="0"/>
              </a:spcBef>
              <a:spcAft>
                <a:spcPct val="0"/>
              </a:spcAft>
              <a:buClrTx/>
              <a:buSzTx/>
              <a:tabLst/>
            </a:pPr>
            <a:r>
              <a:rPr kumimoji="1" lang="ja-JP" altLang="en-US" sz="800" dirty="0">
                <a:latin typeface="Meiryo UI" panose="020B0604030504040204" pitchFamily="50" charset="-128"/>
                <a:ea typeface="Meiryo UI" panose="020B0604030504040204" pitchFamily="50" charset="-128"/>
              </a:rPr>
              <a:t>：両社協働</a:t>
            </a:r>
          </a:p>
        </p:txBody>
      </p:sp>
      <p:sp>
        <p:nvSpPr>
          <p:cNvPr id="227" name="正方形/長方形 41">
            <a:extLst>
              <a:ext uri="{FF2B5EF4-FFF2-40B4-BE49-F238E27FC236}">
                <a16:creationId xmlns:a16="http://schemas.microsoft.com/office/drawing/2014/main" id="{13AFDB38-48E8-4113-94AC-370BC3EE7444}"/>
              </a:ext>
            </a:extLst>
          </p:cNvPr>
          <p:cNvSpPr/>
          <p:nvPr/>
        </p:nvSpPr>
        <p:spPr bwMode="white">
          <a:xfrm>
            <a:off x="8536142" y="194693"/>
            <a:ext cx="432000" cy="180000"/>
          </a:xfrm>
          <a:prstGeom prst="rect">
            <a:avLst/>
          </a:prstGeom>
          <a:solidFill>
            <a:schemeClr val="accent3">
              <a:lumMod val="20000"/>
              <a:lumOff val="80000"/>
            </a:schemeClr>
          </a:solidFill>
          <a:ln w="9525" cap="flat" cmpd="sng" algn="ctr">
            <a:solidFill>
              <a:schemeClr val="tx1"/>
            </a:solid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algn="ctr"/>
            <a:endParaRPr kumimoji="1" lang="ja-JP" altLang="en-US" sz="1200" kern="0" dirty="0">
              <a:solidFill>
                <a:prstClr val="black"/>
              </a:solidFill>
              <a:latin typeface="Meiryo UI" panose="020B0604030504040204" pitchFamily="50" charset="-128"/>
              <a:ea typeface="Meiryo UI" panose="020B0604030504040204" pitchFamily="50" charset="-128"/>
            </a:endParaRPr>
          </a:p>
        </p:txBody>
      </p:sp>
      <p:sp>
        <p:nvSpPr>
          <p:cNvPr id="69" name="正方形/長方形 68">
            <a:extLst>
              <a:ext uri="{FF2B5EF4-FFF2-40B4-BE49-F238E27FC236}">
                <a16:creationId xmlns:a16="http://schemas.microsoft.com/office/drawing/2014/main" id="{44286AC4-1A11-4738-B654-67A3E57CB0D2}"/>
              </a:ext>
            </a:extLst>
          </p:cNvPr>
          <p:cNvSpPr/>
          <p:nvPr/>
        </p:nvSpPr>
        <p:spPr bwMode="auto">
          <a:xfrm>
            <a:off x="650267" y="1620713"/>
            <a:ext cx="1008000" cy="216000"/>
          </a:xfrm>
          <a:prstGeom prst="rect">
            <a:avLst/>
          </a:prstGeom>
          <a:solidFill>
            <a:schemeClr val="accent2">
              <a:lumMod val="50000"/>
            </a:schemeClr>
          </a:solidFill>
          <a:ln w="12700" cap="flat" cmpd="sng" algn="ctr">
            <a:solidFill>
              <a:schemeClr val="bg1">
                <a:lumMod val="50000"/>
              </a:schemeClr>
            </a:solidFill>
            <a:prstDash val="solid"/>
            <a:round/>
            <a:headEnd type="none" w="med" len="med"/>
            <a:tailEnd type="none" w="med" len="med"/>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ja-JP" sz="120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rPr>
              <a:t>10</a:t>
            </a:r>
            <a:r>
              <a:rPr kumimoji="0" lang="ja-JP" altLang="en-US" sz="120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rPr>
              <a:t>月</a:t>
            </a:r>
            <a:endParaRPr kumimoji="0" lang="en-US" altLang="ja-JP" sz="120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161" name="正方形/長方形 160">
            <a:extLst>
              <a:ext uri="{FF2B5EF4-FFF2-40B4-BE49-F238E27FC236}">
                <a16:creationId xmlns:a16="http://schemas.microsoft.com/office/drawing/2014/main" id="{618099CA-AB0B-4C6A-A246-20AF9AC2D99F}"/>
              </a:ext>
            </a:extLst>
          </p:cNvPr>
          <p:cNvSpPr/>
          <p:nvPr/>
        </p:nvSpPr>
        <p:spPr bwMode="auto">
          <a:xfrm>
            <a:off x="1693064" y="1620260"/>
            <a:ext cx="5040000" cy="216000"/>
          </a:xfrm>
          <a:prstGeom prst="rect">
            <a:avLst/>
          </a:prstGeom>
          <a:solidFill>
            <a:schemeClr val="accent2">
              <a:lumMod val="50000"/>
            </a:schemeClr>
          </a:solidFill>
          <a:ln w="12700" cap="flat" cmpd="sng" algn="ctr">
            <a:solidFill>
              <a:schemeClr val="bg1">
                <a:lumMod val="50000"/>
              </a:schemeClr>
            </a:solidFill>
            <a:prstDash val="solid"/>
            <a:round/>
            <a:headEnd type="none" w="med" len="med"/>
            <a:tailEnd type="none" w="med" len="med"/>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altLang="ja-JP" sz="1200" dirty="0">
                <a:solidFill>
                  <a:schemeClr val="bg1"/>
                </a:solidFill>
                <a:latin typeface="Meiryo UI" panose="020B0604030504040204" pitchFamily="50" charset="-128"/>
                <a:ea typeface="Meiryo UI" panose="020B0604030504040204" pitchFamily="50" charset="-128"/>
              </a:rPr>
              <a:t>11</a:t>
            </a:r>
            <a:r>
              <a:rPr lang="ja-JP" altLang="en-US" sz="1200" dirty="0">
                <a:solidFill>
                  <a:schemeClr val="bg1"/>
                </a:solidFill>
                <a:latin typeface="Meiryo UI" panose="020B0604030504040204" pitchFamily="50" charset="-128"/>
                <a:ea typeface="Meiryo UI" panose="020B0604030504040204" pitchFamily="50" charset="-128"/>
              </a:rPr>
              <a:t>月</a:t>
            </a:r>
            <a:endParaRPr kumimoji="0" lang="en-US" altLang="ja-JP" sz="120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94" name="正方形/長方形 93">
            <a:extLst>
              <a:ext uri="{FF2B5EF4-FFF2-40B4-BE49-F238E27FC236}">
                <a16:creationId xmlns:a16="http://schemas.microsoft.com/office/drawing/2014/main" id="{DA462D8A-240A-443B-B27D-EBB0B1134E29}"/>
              </a:ext>
            </a:extLst>
          </p:cNvPr>
          <p:cNvSpPr/>
          <p:nvPr/>
        </p:nvSpPr>
        <p:spPr bwMode="auto">
          <a:xfrm>
            <a:off x="6764784" y="1620713"/>
            <a:ext cx="3024000" cy="216000"/>
          </a:xfrm>
          <a:prstGeom prst="rect">
            <a:avLst/>
          </a:prstGeom>
          <a:solidFill>
            <a:schemeClr val="accent2">
              <a:lumMod val="50000"/>
            </a:schemeClr>
          </a:solidFill>
          <a:ln w="12700" cap="flat" cmpd="sng" algn="ctr">
            <a:solidFill>
              <a:schemeClr val="bg1">
                <a:lumMod val="50000"/>
              </a:schemeClr>
            </a:solidFill>
            <a:prstDash val="solid"/>
            <a:round/>
            <a:headEnd type="none" w="med" len="med"/>
            <a:tailEnd type="none" w="med" len="med"/>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ja-JP" sz="120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rPr>
              <a:t>12</a:t>
            </a:r>
            <a:r>
              <a:rPr kumimoji="0" lang="ja-JP" altLang="en-US" sz="120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rPr>
              <a:t>月</a:t>
            </a:r>
            <a:endParaRPr kumimoji="0" lang="en-US" altLang="ja-JP" sz="120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87" name="正方形/長方形 12">
            <a:extLst>
              <a:ext uri="{FF2B5EF4-FFF2-40B4-BE49-F238E27FC236}">
                <a16:creationId xmlns:a16="http://schemas.microsoft.com/office/drawing/2014/main" id="{9CD3FAB6-0CF0-491C-B809-7DC829BF9979}"/>
              </a:ext>
            </a:extLst>
          </p:cNvPr>
          <p:cNvSpPr>
            <a:spLocks noChangeArrowheads="1"/>
          </p:cNvSpPr>
          <p:nvPr/>
        </p:nvSpPr>
        <p:spPr bwMode="auto">
          <a:xfrm>
            <a:off x="660827" y="2147646"/>
            <a:ext cx="1693994" cy="4419420"/>
          </a:xfrm>
          <a:prstGeom prst="rect">
            <a:avLst/>
          </a:prstGeom>
          <a:solidFill>
            <a:schemeClr val="accent4">
              <a:lumMod val="20000"/>
              <a:lumOff val="80000"/>
              <a:alpha val="52000"/>
            </a:schemeClr>
          </a:solidFill>
          <a:ln w="6350" algn="ctr">
            <a:solidFill>
              <a:schemeClr val="tx1">
                <a:lumMod val="65000"/>
                <a:lumOff val="35000"/>
              </a:schemeClr>
            </a:solidFill>
            <a:round/>
            <a:headEnd/>
            <a:tailEnd/>
          </a:ln>
        </p:spPr>
        <p:txBody>
          <a:bodyPr wrap="square" lIns="108000" tIns="108000" rIns="0" bIns="0" anchor="t" anchorCtr="0"/>
          <a:lstStyle/>
          <a:p>
            <a:pPr>
              <a:spcBef>
                <a:spcPct val="20000"/>
              </a:spcBef>
            </a:pPr>
            <a:r>
              <a:rPr kumimoji="1" lang="ja-JP" altLang="en-US" sz="1200" b="1" dirty="0">
                <a:latin typeface="+mj-lt"/>
                <a:ea typeface="Meiryo UI" panose="020B0604030504040204" pitchFamily="50" charset="-128"/>
              </a:rPr>
              <a:t>     情報収集・準備</a:t>
            </a:r>
            <a:endParaRPr kumimoji="1" lang="en-US" altLang="ja-JP" sz="1200" b="1" dirty="0">
              <a:latin typeface="+mj-lt"/>
              <a:ea typeface="Meiryo UI" panose="020B0604030504040204" pitchFamily="50" charset="-128"/>
            </a:endParaRPr>
          </a:p>
          <a:p>
            <a:pPr>
              <a:spcBef>
                <a:spcPct val="20000"/>
              </a:spcBef>
            </a:pPr>
            <a:endParaRPr kumimoji="1" lang="en-US" altLang="ja-JP" sz="1200" b="1" dirty="0">
              <a:latin typeface="+mj-lt"/>
              <a:ea typeface="Meiryo UI" panose="020B0604030504040204" pitchFamily="50" charset="-128"/>
            </a:endParaRPr>
          </a:p>
        </p:txBody>
      </p:sp>
      <p:sp>
        <p:nvSpPr>
          <p:cNvPr id="193" name="正方形/長方形 12">
            <a:extLst>
              <a:ext uri="{FF2B5EF4-FFF2-40B4-BE49-F238E27FC236}">
                <a16:creationId xmlns:a16="http://schemas.microsoft.com/office/drawing/2014/main" id="{A4311D44-8401-44F0-99BE-FBF73EF7685C}"/>
              </a:ext>
            </a:extLst>
          </p:cNvPr>
          <p:cNvSpPr>
            <a:spLocks noChangeArrowheads="1"/>
          </p:cNvSpPr>
          <p:nvPr/>
        </p:nvSpPr>
        <p:spPr bwMode="auto">
          <a:xfrm flipV="1">
            <a:off x="2465504" y="2147646"/>
            <a:ext cx="3549260" cy="4419419"/>
          </a:xfrm>
          <a:prstGeom prst="corner">
            <a:avLst>
              <a:gd name="adj1" fmla="val 68390"/>
              <a:gd name="adj2" fmla="val 100000"/>
            </a:avLst>
          </a:prstGeom>
          <a:solidFill>
            <a:schemeClr val="accent4">
              <a:lumMod val="20000"/>
              <a:lumOff val="80000"/>
              <a:alpha val="52000"/>
            </a:schemeClr>
          </a:solidFill>
          <a:ln w="6350" algn="ctr">
            <a:solidFill>
              <a:schemeClr val="tx1">
                <a:lumMod val="65000"/>
                <a:lumOff val="35000"/>
              </a:schemeClr>
            </a:solidFill>
            <a:round/>
            <a:headEnd/>
            <a:tailEnd/>
          </a:ln>
        </p:spPr>
        <p:txBody>
          <a:bodyPr vert="horz" wrap="square" lIns="0" tIns="108000" rIns="0" bIns="0" anchor="t" anchorCtr="0"/>
          <a:lstStyle/>
          <a:p>
            <a:pPr marL="180000" lvl="1">
              <a:spcBef>
                <a:spcPct val="20000"/>
              </a:spcBef>
            </a:pPr>
            <a:endParaRPr lang="en-US" altLang="ja-JP" sz="1200" b="1" dirty="0">
              <a:latin typeface="Meiryo UI" panose="020B0604030504040204" pitchFamily="50" charset="-128"/>
              <a:ea typeface="Meiryo UI" panose="020B0604030504040204" pitchFamily="50" charset="-128"/>
            </a:endParaRPr>
          </a:p>
        </p:txBody>
      </p:sp>
      <p:sp>
        <p:nvSpPr>
          <p:cNvPr id="166" name="テキスト ボックス 165">
            <a:extLst>
              <a:ext uri="{FF2B5EF4-FFF2-40B4-BE49-F238E27FC236}">
                <a16:creationId xmlns:a16="http://schemas.microsoft.com/office/drawing/2014/main" id="{161D595E-4F8B-4693-BF4C-1AB060BBEBC4}"/>
              </a:ext>
            </a:extLst>
          </p:cNvPr>
          <p:cNvSpPr txBox="1"/>
          <p:nvPr/>
        </p:nvSpPr>
        <p:spPr>
          <a:xfrm>
            <a:off x="2346982" y="2194672"/>
            <a:ext cx="3694632" cy="276999"/>
          </a:xfrm>
          <a:prstGeom prst="rect">
            <a:avLst/>
          </a:prstGeom>
          <a:noFill/>
        </p:spPr>
        <p:txBody>
          <a:bodyPr wrap="square">
            <a:spAutoFit/>
          </a:bodyPr>
          <a:lstStyle/>
          <a:p>
            <a:pPr marL="360000" lvl="1" indent="-187222">
              <a:spcBef>
                <a:spcPct val="20000"/>
              </a:spcBef>
            </a:pPr>
            <a:r>
              <a:rPr lang="ja-JP" altLang="en-US" sz="1200" b="1" dirty="0">
                <a:latin typeface="Meiryo UI" panose="020B0604030504040204" pitchFamily="50" charset="-128"/>
                <a:ea typeface="Meiryo UI" panose="020B0604030504040204" pitchFamily="50" charset="-128"/>
              </a:rPr>
              <a:t>　　　次期中計策定に向けた検討</a:t>
            </a:r>
            <a:endParaRPr lang="en-US" altLang="ja-JP" sz="1200" b="1" dirty="0">
              <a:latin typeface="Meiryo UI" panose="020B0604030504040204" pitchFamily="50" charset="-128"/>
              <a:ea typeface="Meiryo UI" panose="020B0604030504040204" pitchFamily="50" charset="-128"/>
            </a:endParaRPr>
          </a:p>
        </p:txBody>
      </p:sp>
      <p:sp>
        <p:nvSpPr>
          <p:cNvPr id="109" name="正方形/長方形 12">
            <a:extLst>
              <a:ext uri="{FF2B5EF4-FFF2-40B4-BE49-F238E27FC236}">
                <a16:creationId xmlns:a16="http://schemas.microsoft.com/office/drawing/2014/main" id="{897AA1AF-09E2-4B8B-ACC4-7A4DD7B60112}"/>
              </a:ext>
            </a:extLst>
          </p:cNvPr>
          <p:cNvSpPr>
            <a:spLocks noChangeArrowheads="1"/>
          </p:cNvSpPr>
          <p:nvPr/>
        </p:nvSpPr>
        <p:spPr bwMode="auto">
          <a:xfrm>
            <a:off x="2985952" y="2083977"/>
            <a:ext cx="189430" cy="180000"/>
          </a:xfrm>
          <a:prstGeom prst="rect">
            <a:avLst/>
          </a:prstGeom>
          <a:noFill/>
          <a:ln w="6350" algn="ctr">
            <a:noFill/>
            <a:round/>
            <a:headEnd/>
            <a:tailEnd/>
          </a:ln>
        </p:spPr>
        <p:txBody>
          <a:bodyPr wrap="none" lIns="0" tIns="0" rIns="0" bIns="0" anchor="ctr" anchorCtr="0"/>
          <a:lstStyle/>
          <a:p>
            <a:pPr algn="ctr">
              <a:spcBef>
                <a:spcPct val="20000"/>
              </a:spcBef>
              <a:buFont typeface="Wingdings" pitchFamily="2" charset="2"/>
              <a:buNone/>
            </a:pPr>
            <a:endParaRPr lang="en-US" altLang="ja-JP" sz="1000" dirty="0">
              <a:latin typeface="+mn-ea"/>
              <a:cs typeface="Meiryo UI" panose="020B0604030504040204" pitchFamily="50" charset="-128"/>
            </a:endParaRPr>
          </a:p>
        </p:txBody>
      </p:sp>
      <p:sp>
        <p:nvSpPr>
          <p:cNvPr id="131" name="正方形/長方形 41">
            <a:extLst>
              <a:ext uri="{FF2B5EF4-FFF2-40B4-BE49-F238E27FC236}">
                <a16:creationId xmlns:a16="http://schemas.microsoft.com/office/drawing/2014/main" id="{A7816660-218D-4E2B-B357-97683172E90E}"/>
              </a:ext>
            </a:extLst>
          </p:cNvPr>
          <p:cNvSpPr/>
          <p:nvPr/>
        </p:nvSpPr>
        <p:spPr bwMode="white">
          <a:xfrm>
            <a:off x="556394" y="1844998"/>
            <a:ext cx="713558" cy="144000"/>
          </a:xfrm>
          <a:prstGeom prst="rect">
            <a:avLst/>
          </a:prstGeom>
          <a:solidFill>
            <a:schemeClr val="bg1"/>
          </a:solidFill>
          <a:ln w="9525" cap="flat" cmpd="sng" algn="ctr">
            <a:no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tabLst/>
            </a:pPr>
            <a:r>
              <a:rPr kumimoji="1" lang="ja-JP" altLang="en-US" sz="1200" dirty="0">
                <a:latin typeface="Meiryo UI" panose="020B0604030504040204" pitchFamily="50" charset="-128"/>
                <a:ea typeface="Meiryo UI" panose="020B0604030504040204" pitchFamily="50" charset="-128"/>
              </a:rPr>
              <a:t>キックオフ</a:t>
            </a:r>
          </a:p>
        </p:txBody>
      </p:sp>
      <p:sp>
        <p:nvSpPr>
          <p:cNvPr id="139" name="正方形/長方形 41">
            <a:extLst>
              <a:ext uri="{FF2B5EF4-FFF2-40B4-BE49-F238E27FC236}">
                <a16:creationId xmlns:a16="http://schemas.microsoft.com/office/drawing/2014/main" id="{E4F3299E-2662-4F77-8EC7-1CC4497FA4B7}"/>
              </a:ext>
            </a:extLst>
          </p:cNvPr>
          <p:cNvSpPr/>
          <p:nvPr/>
        </p:nvSpPr>
        <p:spPr bwMode="white">
          <a:xfrm>
            <a:off x="9005681" y="1857698"/>
            <a:ext cx="713558" cy="144000"/>
          </a:xfrm>
          <a:prstGeom prst="rect">
            <a:avLst/>
          </a:prstGeom>
          <a:solidFill>
            <a:schemeClr val="bg1"/>
          </a:solidFill>
          <a:ln w="9525" cap="flat" cmpd="sng" algn="ctr">
            <a:no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tabLst/>
            </a:pPr>
            <a:r>
              <a:rPr kumimoji="1" lang="ja-JP" altLang="en-US" sz="1000" b="1" dirty="0">
                <a:solidFill>
                  <a:schemeClr val="accent2">
                    <a:lumMod val="75000"/>
                  </a:schemeClr>
                </a:solidFill>
                <a:latin typeface="Meiryo UI" panose="020B0604030504040204" pitchFamily="50" charset="-128"/>
                <a:ea typeface="Meiryo UI" panose="020B0604030504040204" pitchFamily="50" charset="-128"/>
              </a:rPr>
              <a:t>最終報告</a:t>
            </a:r>
          </a:p>
        </p:txBody>
      </p:sp>
      <p:cxnSp>
        <p:nvCxnSpPr>
          <p:cNvPr id="145" name="直線矢印コネクタ 40">
            <a:extLst>
              <a:ext uri="{FF2B5EF4-FFF2-40B4-BE49-F238E27FC236}">
                <a16:creationId xmlns:a16="http://schemas.microsoft.com/office/drawing/2014/main" id="{C29E465A-14B6-4430-8C00-9F44D512A556}"/>
              </a:ext>
            </a:extLst>
          </p:cNvPr>
          <p:cNvCxnSpPr>
            <a:cxnSpLocks/>
          </p:cNvCxnSpPr>
          <p:nvPr/>
        </p:nvCxnSpPr>
        <p:spPr>
          <a:xfrm>
            <a:off x="2486764" y="2081805"/>
            <a:ext cx="3528000" cy="0"/>
          </a:xfrm>
          <a:prstGeom prst="straightConnector1">
            <a:avLst/>
          </a:prstGeom>
          <a:noFill/>
          <a:ln w="9525" cap="flat" cmpd="sng" algn="ctr">
            <a:solidFill>
              <a:schemeClr val="accent1"/>
            </a:solidFill>
            <a:prstDash val="solid"/>
            <a:round/>
            <a:headEnd type="triangle" w="med" len="med"/>
            <a:tailEnd type="triangle"/>
          </a:ln>
          <a:effectLst/>
        </p:spPr>
      </p:cxnSp>
      <p:sp>
        <p:nvSpPr>
          <p:cNvPr id="153" name="正方形/長方形 41">
            <a:extLst>
              <a:ext uri="{FF2B5EF4-FFF2-40B4-BE49-F238E27FC236}">
                <a16:creationId xmlns:a16="http://schemas.microsoft.com/office/drawing/2014/main" id="{6649BE9C-6438-42B1-9FC4-E00157CE9B4D}"/>
              </a:ext>
            </a:extLst>
          </p:cNvPr>
          <p:cNvSpPr/>
          <p:nvPr/>
        </p:nvSpPr>
        <p:spPr bwMode="white">
          <a:xfrm>
            <a:off x="556394" y="1857698"/>
            <a:ext cx="713558" cy="144000"/>
          </a:xfrm>
          <a:prstGeom prst="rect">
            <a:avLst/>
          </a:prstGeom>
          <a:solidFill>
            <a:schemeClr val="bg1"/>
          </a:solidFill>
          <a:ln w="9525" cap="flat" cmpd="sng" algn="ctr">
            <a:no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tabLst/>
            </a:pPr>
            <a:r>
              <a:rPr kumimoji="1" lang="ja-JP" altLang="en-US" sz="1000" b="1" dirty="0">
                <a:solidFill>
                  <a:schemeClr val="accent2">
                    <a:lumMod val="75000"/>
                  </a:schemeClr>
                </a:solidFill>
                <a:latin typeface="Meiryo UI" panose="020B0604030504040204" pitchFamily="50" charset="-128"/>
                <a:ea typeface="Meiryo UI" panose="020B0604030504040204" pitchFamily="50" charset="-128"/>
              </a:rPr>
              <a:t>キックオフ</a:t>
            </a:r>
          </a:p>
        </p:txBody>
      </p:sp>
      <p:sp>
        <p:nvSpPr>
          <p:cNvPr id="158" name="正方形/長方形 41">
            <a:extLst>
              <a:ext uri="{FF2B5EF4-FFF2-40B4-BE49-F238E27FC236}">
                <a16:creationId xmlns:a16="http://schemas.microsoft.com/office/drawing/2014/main" id="{CC8240C3-16CE-43FB-8F73-0327F8A2382E}"/>
              </a:ext>
            </a:extLst>
          </p:cNvPr>
          <p:cNvSpPr/>
          <p:nvPr/>
        </p:nvSpPr>
        <p:spPr bwMode="white">
          <a:xfrm>
            <a:off x="4496154" y="1857698"/>
            <a:ext cx="713558" cy="144000"/>
          </a:xfrm>
          <a:prstGeom prst="rect">
            <a:avLst/>
          </a:prstGeom>
          <a:solidFill>
            <a:schemeClr val="bg1"/>
          </a:solidFill>
          <a:ln w="9525" cap="flat" cmpd="sng" algn="ctr">
            <a:no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tabLst/>
            </a:pPr>
            <a:r>
              <a:rPr kumimoji="1" lang="ja-JP" altLang="en-US" sz="1000" b="1" dirty="0">
                <a:solidFill>
                  <a:schemeClr val="accent2">
                    <a:lumMod val="75000"/>
                  </a:schemeClr>
                </a:solidFill>
                <a:latin typeface="Meiryo UI" panose="020B0604030504040204" pitchFamily="50" charset="-128"/>
                <a:ea typeface="Meiryo UI" panose="020B0604030504040204" pitchFamily="50" charset="-128"/>
              </a:rPr>
              <a:t>中間報告</a:t>
            </a:r>
          </a:p>
        </p:txBody>
      </p:sp>
      <p:sp>
        <p:nvSpPr>
          <p:cNvPr id="169" name="正方形/長方形 41">
            <a:extLst>
              <a:ext uri="{FF2B5EF4-FFF2-40B4-BE49-F238E27FC236}">
                <a16:creationId xmlns:a16="http://schemas.microsoft.com/office/drawing/2014/main" id="{A33D993C-A690-4A31-9CFC-14A5C0973F0A}"/>
              </a:ext>
            </a:extLst>
          </p:cNvPr>
          <p:cNvSpPr/>
          <p:nvPr/>
        </p:nvSpPr>
        <p:spPr bwMode="white">
          <a:xfrm>
            <a:off x="4051600" y="1961291"/>
            <a:ext cx="340974" cy="144000"/>
          </a:xfrm>
          <a:prstGeom prst="rect">
            <a:avLst/>
          </a:prstGeom>
          <a:solidFill>
            <a:schemeClr val="bg1"/>
          </a:solidFill>
          <a:ln w="9525" cap="flat" cmpd="sng" algn="ctr">
            <a:no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tabLst/>
            </a:pPr>
            <a:r>
              <a:rPr kumimoji="1" lang="en-US" altLang="ja-JP" sz="1200" dirty="0">
                <a:latin typeface="Meiryo UI" panose="020B0604030504040204" pitchFamily="50" charset="-128"/>
                <a:ea typeface="Meiryo UI" panose="020B0604030504040204" pitchFamily="50" charset="-128"/>
              </a:rPr>
              <a:t>3w</a:t>
            </a:r>
            <a:endParaRPr kumimoji="1" lang="ja-JP" altLang="en-US" sz="1200" dirty="0">
              <a:latin typeface="Meiryo UI" panose="020B0604030504040204" pitchFamily="50" charset="-128"/>
              <a:ea typeface="Meiryo UI" panose="020B0604030504040204" pitchFamily="50" charset="-128"/>
            </a:endParaRPr>
          </a:p>
        </p:txBody>
      </p:sp>
      <p:cxnSp>
        <p:nvCxnSpPr>
          <p:cNvPr id="159" name="直線矢印コネクタ 40">
            <a:extLst>
              <a:ext uri="{FF2B5EF4-FFF2-40B4-BE49-F238E27FC236}">
                <a16:creationId xmlns:a16="http://schemas.microsoft.com/office/drawing/2014/main" id="{9ED26356-E02C-4B2B-AFFB-EB0A7C2882E6}"/>
              </a:ext>
            </a:extLst>
          </p:cNvPr>
          <p:cNvCxnSpPr>
            <a:cxnSpLocks/>
          </p:cNvCxnSpPr>
          <p:nvPr/>
        </p:nvCxnSpPr>
        <p:spPr>
          <a:xfrm>
            <a:off x="599570" y="2081805"/>
            <a:ext cx="1780640" cy="0"/>
          </a:xfrm>
          <a:prstGeom prst="straightConnector1">
            <a:avLst/>
          </a:prstGeom>
          <a:noFill/>
          <a:ln w="9525" cap="flat" cmpd="sng" algn="ctr">
            <a:solidFill>
              <a:schemeClr val="accent1"/>
            </a:solidFill>
            <a:prstDash val="solid"/>
            <a:round/>
            <a:headEnd type="triangle" w="med" len="med"/>
            <a:tailEnd type="triangle"/>
          </a:ln>
          <a:effectLst/>
        </p:spPr>
      </p:cxnSp>
      <p:sp>
        <p:nvSpPr>
          <p:cNvPr id="167" name="正方形/長方形 41">
            <a:extLst>
              <a:ext uri="{FF2B5EF4-FFF2-40B4-BE49-F238E27FC236}">
                <a16:creationId xmlns:a16="http://schemas.microsoft.com/office/drawing/2014/main" id="{B51F5CAC-68DF-4654-A59E-2579F575364A}"/>
              </a:ext>
            </a:extLst>
          </p:cNvPr>
          <p:cNvSpPr/>
          <p:nvPr/>
        </p:nvSpPr>
        <p:spPr bwMode="white">
          <a:xfrm>
            <a:off x="1284700" y="1961291"/>
            <a:ext cx="340974" cy="144000"/>
          </a:xfrm>
          <a:prstGeom prst="rect">
            <a:avLst/>
          </a:prstGeom>
          <a:solidFill>
            <a:schemeClr val="bg1"/>
          </a:solidFill>
          <a:ln w="9525" cap="flat" cmpd="sng" algn="ctr">
            <a:no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tabLst/>
            </a:pPr>
            <a:r>
              <a:rPr kumimoji="1" lang="en-US" altLang="ja-JP" sz="1200" dirty="0">
                <a:latin typeface="Meiryo UI" panose="020B0604030504040204" pitchFamily="50" charset="-128"/>
                <a:ea typeface="Meiryo UI" panose="020B0604030504040204" pitchFamily="50" charset="-128"/>
              </a:rPr>
              <a:t>2w</a:t>
            </a:r>
            <a:endParaRPr kumimoji="1" lang="ja-JP" altLang="en-US" sz="1200" dirty="0">
              <a:latin typeface="Meiryo UI" panose="020B0604030504040204" pitchFamily="50" charset="-128"/>
              <a:ea typeface="Meiryo UI" panose="020B0604030504040204" pitchFamily="50" charset="-128"/>
            </a:endParaRPr>
          </a:p>
        </p:txBody>
      </p:sp>
      <p:sp>
        <p:nvSpPr>
          <p:cNvPr id="96" name="正方形/長方形 12">
            <a:extLst>
              <a:ext uri="{FF2B5EF4-FFF2-40B4-BE49-F238E27FC236}">
                <a16:creationId xmlns:a16="http://schemas.microsoft.com/office/drawing/2014/main" id="{754AF439-15C7-4A29-99DF-34067CA13453}"/>
              </a:ext>
            </a:extLst>
          </p:cNvPr>
          <p:cNvSpPr>
            <a:spLocks noChangeArrowheads="1"/>
          </p:cNvSpPr>
          <p:nvPr/>
        </p:nvSpPr>
        <p:spPr bwMode="auto">
          <a:xfrm>
            <a:off x="853243" y="2693195"/>
            <a:ext cx="1332000" cy="72000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algn="ctr">
              <a:spcBef>
                <a:spcPct val="20000"/>
              </a:spcBef>
            </a:pPr>
            <a:r>
              <a:rPr lang="ja-JP" altLang="en-US" sz="1200" dirty="0">
                <a:latin typeface="Meiryo UI" panose="020B0604030504040204" pitchFamily="50" charset="-128"/>
                <a:ea typeface="Meiryo UI" panose="020B0604030504040204" pitchFamily="50" charset="-128"/>
              </a:rPr>
              <a:t>内部環境整理</a:t>
            </a:r>
            <a:br>
              <a:rPr lang="en-US" altLang="ja-JP" sz="1200" dirty="0">
                <a:latin typeface="Meiryo UI" panose="020B0604030504040204" pitchFamily="50" charset="-128"/>
                <a:ea typeface="Meiryo UI" panose="020B0604030504040204" pitchFamily="50" charset="-128"/>
              </a:rPr>
            </a:br>
            <a:r>
              <a:rPr lang="ja-JP" altLang="en-US" sz="1200" dirty="0">
                <a:latin typeface="Meiryo UI" panose="020B0604030504040204" pitchFamily="50" charset="-128"/>
                <a:ea typeface="Meiryo UI" panose="020B0604030504040204" pitchFamily="50" charset="-128"/>
              </a:rPr>
              <a:t>（貴社内部）</a:t>
            </a:r>
            <a:endParaRPr lang="en-US" altLang="ja-JP" sz="1200" dirty="0">
              <a:latin typeface="Meiryo UI" panose="020B0604030504040204" pitchFamily="50" charset="-128"/>
              <a:ea typeface="Meiryo UI" panose="020B0604030504040204" pitchFamily="50" charset="-128"/>
            </a:endParaRPr>
          </a:p>
        </p:txBody>
      </p:sp>
      <p:cxnSp>
        <p:nvCxnSpPr>
          <p:cNvPr id="108" name="直線矢印コネクタ 40">
            <a:extLst>
              <a:ext uri="{FF2B5EF4-FFF2-40B4-BE49-F238E27FC236}">
                <a16:creationId xmlns:a16="http://schemas.microsoft.com/office/drawing/2014/main" id="{D8704EB5-1B19-4614-81A0-B80CAF6F3414}"/>
              </a:ext>
            </a:extLst>
          </p:cNvPr>
          <p:cNvCxnSpPr>
            <a:cxnSpLocks/>
          </p:cNvCxnSpPr>
          <p:nvPr/>
        </p:nvCxnSpPr>
        <p:spPr>
          <a:xfrm>
            <a:off x="7931219" y="2081805"/>
            <a:ext cx="1780640" cy="0"/>
          </a:xfrm>
          <a:prstGeom prst="straightConnector1">
            <a:avLst/>
          </a:prstGeom>
          <a:noFill/>
          <a:ln w="9525" cap="flat" cmpd="sng" algn="ctr">
            <a:solidFill>
              <a:schemeClr val="accent1"/>
            </a:solidFill>
            <a:prstDash val="solid"/>
            <a:round/>
            <a:headEnd type="triangle" w="med" len="med"/>
            <a:tailEnd type="triangle"/>
          </a:ln>
          <a:effectLst/>
        </p:spPr>
      </p:cxnSp>
      <p:sp>
        <p:nvSpPr>
          <p:cNvPr id="110" name="正方形/長方形 41">
            <a:extLst>
              <a:ext uri="{FF2B5EF4-FFF2-40B4-BE49-F238E27FC236}">
                <a16:creationId xmlns:a16="http://schemas.microsoft.com/office/drawing/2014/main" id="{C9CEEDB6-BDD7-4CA2-9ABE-D8A10CB4CB89}"/>
              </a:ext>
            </a:extLst>
          </p:cNvPr>
          <p:cNvSpPr/>
          <p:nvPr/>
        </p:nvSpPr>
        <p:spPr bwMode="white">
          <a:xfrm>
            <a:off x="8658539" y="1961291"/>
            <a:ext cx="340974" cy="144000"/>
          </a:xfrm>
          <a:prstGeom prst="rect">
            <a:avLst/>
          </a:prstGeom>
          <a:solidFill>
            <a:schemeClr val="bg1"/>
          </a:solidFill>
          <a:ln w="9525" cap="flat" cmpd="sng" algn="ctr">
            <a:no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tabLst/>
            </a:pPr>
            <a:r>
              <a:rPr kumimoji="1" lang="en-US" altLang="ja-JP" sz="1200" dirty="0">
                <a:latin typeface="Meiryo UI" panose="020B0604030504040204" pitchFamily="50" charset="-128"/>
                <a:ea typeface="Meiryo UI" panose="020B0604030504040204" pitchFamily="50" charset="-128"/>
              </a:rPr>
              <a:t>2w</a:t>
            </a:r>
            <a:endParaRPr kumimoji="1" lang="ja-JP" altLang="en-US" sz="1200" dirty="0">
              <a:latin typeface="Meiryo UI" panose="020B0604030504040204" pitchFamily="50" charset="-128"/>
              <a:ea typeface="Meiryo UI" panose="020B0604030504040204" pitchFamily="50" charset="-128"/>
            </a:endParaRPr>
          </a:p>
        </p:txBody>
      </p:sp>
      <p:sp>
        <p:nvSpPr>
          <p:cNvPr id="117" name="正方形/長方形 12">
            <a:extLst>
              <a:ext uri="{FF2B5EF4-FFF2-40B4-BE49-F238E27FC236}">
                <a16:creationId xmlns:a16="http://schemas.microsoft.com/office/drawing/2014/main" id="{899DEEC3-7CAA-494C-A593-10566BA36E75}"/>
              </a:ext>
            </a:extLst>
          </p:cNvPr>
          <p:cNvSpPr>
            <a:spLocks noChangeArrowheads="1"/>
          </p:cNvSpPr>
          <p:nvPr/>
        </p:nvSpPr>
        <p:spPr bwMode="auto">
          <a:xfrm>
            <a:off x="7956598" y="2147646"/>
            <a:ext cx="1761792" cy="4420800"/>
          </a:xfrm>
          <a:prstGeom prst="rect">
            <a:avLst/>
          </a:prstGeom>
          <a:solidFill>
            <a:schemeClr val="accent4">
              <a:lumMod val="20000"/>
              <a:lumOff val="80000"/>
              <a:alpha val="52000"/>
            </a:schemeClr>
          </a:solidFill>
          <a:ln w="6350" algn="ctr">
            <a:solidFill>
              <a:schemeClr val="tx1">
                <a:lumMod val="65000"/>
                <a:lumOff val="35000"/>
              </a:schemeClr>
            </a:solidFill>
            <a:round/>
            <a:headEnd/>
            <a:tailEnd/>
          </a:ln>
        </p:spPr>
        <p:txBody>
          <a:bodyPr wrap="none" lIns="108000" tIns="108000" rIns="0" bIns="0" anchor="t" anchorCtr="0"/>
          <a:lstStyle/>
          <a:p>
            <a:pPr>
              <a:spcBef>
                <a:spcPct val="20000"/>
              </a:spcBef>
            </a:pPr>
            <a:r>
              <a:rPr kumimoji="1" lang="ja-JP" altLang="en-US" sz="1200" b="1" dirty="0">
                <a:latin typeface="+mj-lt"/>
                <a:ea typeface="Meiryo UI" panose="020B0604030504040204" pitchFamily="50" charset="-128"/>
              </a:rPr>
              <a:t>　　 次期中計素案取り纏め</a:t>
            </a:r>
            <a:endParaRPr kumimoji="1" lang="en-US" altLang="ja-JP" sz="1200" b="1" dirty="0">
              <a:latin typeface="+mj-lt"/>
              <a:ea typeface="Meiryo UI" panose="020B0604030504040204" pitchFamily="50" charset="-128"/>
            </a:endParaRPr>
          </a:p>
        </p:txBody>
      </p:sp>
      <p:sp>
        <p:nvSpPr>
          <p:cNvPr id="181" name="Oval 57">
            <a:extLst>
              <a:ext uri="{FF2B5EF4-FFF2-40B4-BE49-F238E27FC236}">
                <a16:creationId xmlns:a16="http://schemas.microsoft.com/office/drawing/2014/main" id="{7E577894-7D63-4625-9B8B-D257E65D4758}"/>
              </a:ext>
            </a:extLst>
          </p:cNvPr>
          <p:cNvSpPr/>
          <p:nvPr/>
        </p:nvSpPr>
        <p:spPr>
          <a:xfrm>
            <a:off x="2577663" y="2158505"/>
            <a:ext cx="256191" cy="285149"/>
          </a:xfrm>
          <a:prstGeom prst="ellipse">
            <a:avLst/>
          </a:prstGeom>
          <a:solidFill>
            <a:schemeClr val="bg1"/>
          </a:solidFill>
          <a:ln>
            <a:solidFill>
              <a:srgbClr val="A1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2">
                    <a:lumMod val="50000"/>
                  </a:schemeClr>
                </a:solidFill>
              </a:rPr>
              <a:t>B</a:t>
            </a:r>
          </a:p>
        </p:txBody>
      </p:sp>
      <p:sp>
        <p:nvSpPr>
          <p:cNvPr id="130" name="二等辺三角形 129">
            <a:extLst>
              <a:ext uri="{FF2B5EF4-FFF2-40B4-BE49-F238E27FC236}">
                <a16:creationId xmlns:a16="http://schemas.microsoft.com/office/drawing/2014/main" id="{F3235C61-4A56-47C3-A1E2-AC24AB0BAD6D}"/>
              </a:ext>
            </a:extLst>
          </p:cNvPr>
          <p:cNvSpPr/>
          <p:nvPr/>
        </p:nvSpPr>
        <p:spPr>
          <a:xfrm rot="10800000">
            <a:off x="827065" y="2024888"/>
            <a:ext cx="160159" cy="110899"/>
          </a:xfrm>
          <a:prstGeom prst="triangle">
            <a:avLst/>
          </a:prstGeom>
          <a:solidFill>
            <a:srgbClr val="A100FF"/>
          </a:solidFill>
          <a:ln w="6350" cap="flat" cmpd="sng" algn="ctr">
            <a:solidFill>
              <a:srgbClr val="969696"/>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endParaRPr kumimoji="1" lang="ja-JP" altLang="en-US" sz="1200" kern="0" dirty="0" err="1">
              <a:solidFill>
                <a:prstClr val="black"/>
              </a:solidFill>
              <a:latin typeface="Meiryo UI" panose="020B0604030504040204" pitchFamily="50" charset="-128"/>
              <a:ea typeface="Meiryo UI" panose="020B0604030504040204" pitchFamily="50" charset="-128"/>
            </a:endParaRPr>
          </a:p>
        </p:txBody>
      </p:sp>
      <p:sp>
        <p:nvSpPr>
          <p:cNvPr id="171" name="二等辺三角形 170">
            <a:extLst>
              <a:ext uri="{FF2B5EF4-FFF2-40B4-BE49-F238E27FC236}">
                <a16:creationId xmlns:a16="http://schemas.microsoft.com/office/drawing/2014/main" id="{87E77C43-DD19-4453-8836-CEE334EA024C}"/>
              </a:ext>
            </a:extLst>
          </p:cNvPr>
          <p:cNvSpPr/>
          <p:nvPr/>
        </p:nvSpPr>
        <p:spPr>
          <a:xfrm rot="10800000">
            <a:off x="4779774" y="2018512"/>
            <a:ext cx="160159" cy="110899"/>
          </a:xfrm>
          <a:prstGeom prst="triangle">
            <a:avLst/>
          </a:prstGeom>
          <a:solidFill>
            <a:srgbClr val="A100FF"/>
          </a:solidFill>
          <a:ln w="6350" cap="flat" cmpd="sng" algn="ctr">
            <a:solidFill>
              <a:srgbClr val="969696"/>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endParaRPr kumimoji="1" lang="ja-JP" altLang="en-US" sz="1200" kern="0" dirty="0" err="1">
              <a:solidFill>
                <a:prstClr val="black"/>
              </a:solidFill>
              <a:latin typeface="Meiryo UI" panose="020B0604030504040204" pitchFamily="50" charset="-128"/>
              <a:ea typeface="Meiryo UI" panose="020B0604030504040204" pitchFamily="50" charset="-128"/>
            </a:endParaRPr>
          </a:p>
        </p:txBody>
      </p:sp>
      <p:sp>
        <p:nvSpPr>
          <p:cNvPr id="132" name="二等辺三角形 131">
            <a:extLst>
              <a:ext uri="{FF2B5EF4-FFF2-40B4-BE49-F238E27FC236}">
                <a16:creationId xmlns:a16="http://schemas.microsoft.com/office/drawing/2014/main" id="{72893C8A-FAAC-45A1-BB55-64FABFA561D7}"/>
              </a:ext>
            </a:extLst>
          </p:cNvPr>
          <p:cNvSpPr/>
          <p:nvPr/>
        </p:nvSpPr>
        <p:spPr>
          <a:xfrm rot="10800000">
            <a:off x="9282380" y="2018511"/>
            <a:ext cx="160159" cy="110899"/>
          </a:xfrm>
          <a:prstGeom prst="triangle">
            <a:avLst/>
          </a:prstGeom>
          <a:solidFill>
            <a:srgbClr val="A100FF"/>
          </a:solidFill>
          <a:ln w="6350" cap="flat" cmpd="sng" algn="ctr">
            <a:solidFill>
              <a:srgbClr val="969696"/>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endParaRPr kumimoji="1" lang="ja-JP" altLang="en-US" sz="1200" kern="0" dirty="0" err="1">
              <a:solidFill>
                <a:prstClr val="black"/>
              </a:solidFill>
              <a:latin typeface="Meiryo UI" panose="020B0604030504040204" pitchFamily="50" charset="-128"/>
              <a:ea typeface="Meiryo UI" panose="020B0604030504040204" pitchFamily="50" charset="-128"/>
            </a:endParaRPr>
          </a:p>
        </p:txBody>
      </p:sp>
      <p:sp>
        <p:nvSpPr>
          <p:cNvPr id="105" name="正方形/長方形 104">
            <a:extLst>
              <a:ext uri="{FF2B5EF4-FFF2-40B4-BE49-F238E27FC236}">
                <a16:creationId xmlns:a16="http://schemas.microsoft.com/office/drawing/2014/main" id="{3329130F-B4CF-4E9B-AA4D-621A2D321F02}"/>
              </a:ext>
            </a:extLst>
          </p:cNvPr>
          <p:cNvSpPr/>
          <p:nvPr/>
        </p:nvSpPr>
        <p:spPr bwMode="auto">
          <a:xfrm>
            <a:off x="4369962" y="3674030"/>
            <a:ext cx="1404000" cy="720000"/>
          </a:xfrm>
          <a:prstGeom prst="rect">
            <a:avLst/>
          </a:prstGeom>
          <a:gradFill>
            <a:gsLst>
              <a:gs pos="50000">
                <a:schemeClr val="accent3">
                  <a:lumMod val="20000"/>
                  <a:lumOff val="80000"/>
                </a:schemeClr>
              </a:gs>
              <a:gs pos="61000">
                <a:schemeClr val="bg1"/>
              </a:gs>
            </a:gsLst>
            <a:lin ang="2700000" scaled="1"/>
          </a:gradFill>
          <a:ln w="6350" algn="ctr">
            <a:solidFill>
              <a:schemeClr val="bg1">
                <a:lumMod val="65000"/>
              </a:schemeClr>
            </a:solidFill>
            <a:round/>
            <a:headEnd/>
            <a:tailEnd/>
          </a:ln>
        </p:spPr>
        <p:txBody>
          <a:bodyPr wrap="none" lIns="0" tIns="0" rIns="0" bIns="0" rtlCol="0" anchor="ctr" anchorCtr="0"/>
          <a:lstStyle/>
          <a:p>
            <a:pPr algn="ctr">
              <a:spcBef>
                <a:spcPct val="20000"/>
              </a:spcBef>
            </a:pPr>
            <a:r>
              <a:rPr kumimoji="1" lang="ja-JP" altLang="en-US" sz="1200" dirty="0">
                <a:latin typeface="Meiryo UI" panose="020B0604030504040204" pitchFamily="50" charset="-128"/>
                <a:ea typeface="Meiryo UI" panose="020B0604030504040204" pitchFamily="50" charset="-128"/>
              </a:rPr>
              <a:t>信託銀行</a:t>
            </a:r>
            <a:br>
              <a:rPr kumimoji="1" lang="en-US" altLang="ja-JP" sz="1200" dirty="0">
                <a:latin typeface="Meiryo UI" panose="020B0604030504040204" pitchFamily="50" charset="-128"/>
                <a:ea typeface="Meiryo UI" panose="020B0604030504040204" pitchFamily="50" charset="-128"/>
              </a:rPr>
            </a:br>
            <a:r>
              <a:rPr kumimoji="1" lang="ja-JP" altLang="en-US" sz="1200" dirty="0">
                <a:latin typeface="Meiryo UI" panose="020B0604030504040204" pitchFamily="50" charset="-128"/>
                <a:ea typeface="Meiryo UI" panose="020B0604030504040204" pitchFamily="50" charset="-128"/>
              </a:rPr>
              <a:t>としての</a:t>
            </a:r>
            <a:br>
              <a:rPr kumimoji="1" lang="en-US" altLang="ja-JP" sz="1200" dirty="0">
                <a:latin typeface="Meiryo UI" panose="020B0604030504040204" pitchFamily="50" charset="-128"/>
                <a:ea typeface="Meiryo UI" panose="020B0604030504040204" pitchFamily="50" charset="-128"/>
              </a:rPr>
            </a:br>
            <a:r>
              <a:rPr kumimoji="1" lang="ja-JP" altLang="en-US" sz="1200" dirty="0">
                <a:latin typeface="Meiryo UI" panose="020B0604030504040204" pitchFamily="50" charset="-128"/>
                <a:ea typeface="Meiryo UI" panose="020B0604030504040204" pitchFamily="50" charset="-128"/>
              </a:rPr>
              <a:t>立ち位置整理</a:t>
            </a:r>
            <a:endParaRPr kumimoji="1" lang="en-US" altLang="ja-JP" sz="1200" dirty="0">
              <a:latin typeface="Meiryo UI" panose="020B0604030504040204" pitchFamily="50" charset="-128"/>
              <a:ea typeface="Meiryo UI" panose="020B0604030504040204" pitchFamily="50" charset="-128"/>
            </a:endParaRPr>
          </a:p>
        </p:txBody>
      </p:sp>
      <p:sp>
        <p:nvSpPr>
          <p:cNvPr id="106" name="正方形/長方形 105">
            <a:extLst>
              <a:ext uri="{FF2B5EF4-FFF2-40B4-BE49-F238E27FC236}">
                <a16:creationId xmlns:a16="http://schemas.microsoft.com/office/drawing/2014/main" id="{5C51063C-EF81-4804-B9A2-85A5CAC97652}"/>
              </a:ext>
            </a:extLst>
          </p:cNvPr>
          <p:cNvSpPr/>
          <p:nvPr/>
        </p:nvSpPr>
        <p:spPr bwMode="auto">
          <a:xfrm>
            <a:off x="6230508" y="2699616"/>
            <a:ext cx="1535646" cy="1694414"/>
          </a:xfrm>
          <a:prstGeom prst="rect">
            <a:avLst/>
          </a:prstGeom>
          <a:gradFill>
            <a:gsLst>
              <a:gs pos="50000">
                <a:schemeClr val="accent3">
                  <a:lumMod val="20000"/>
                  <a:lumOff val="80000"/>
                </a:schemeClr>
              </a:gs>
              <a:gs pos="61000">
                <a:schemeClr val="bg1"/>
              </a:gs>
            </a:gsLst>
            <a:lin ang="2700000" scaled="1"/>
          </a:gradFill>
          <a:ln w="6350" algn="ctr">
            <a:solidFill>
              <a:schemeClr val="bg1">
                <a:lumMod val="65000"/>
              </a:schemeClr>
            </a:solidFill>
            <a:round/>
            <a:headEnd/>
            <a:tailEnd/>
          </a:ln>
        </p:spPr>
        <p:txBody>
          <a:bodyPr wrap="none" lIns="0" tIns="0" rIns="0" bIns="0" rtlCol="0" anchor="ctr" anchorCtr="0"/>
          <a:lstStyle/>
          <a:p>
            <a:pPr algn="ctr">
              <a:spcBef>
                <a:spcPct val="20000"/>
              </a:spcBef>
            </a:pPr>
            <a:r>
              <a:rPr kumimoji="1" lang="ja-JP" altLang="en-US" sz="1200" dirty="0">
                <a:latin typeface="Meiryo UI" panose="020B0604030504040204" pitchFamily="50" charset="-128"/>
                <a:ea typeface="Meiryo UI" panose="020B0604030504040204" pitchFamily="50" charset="-128"/>
              </a:rPr>
              <a:t>次世代型信託ビジネス</a:t>
            </a:r>
            <a:br>
              <a:rPr kumimoji="1" lang="en-US" altLang="ja-JP" sz="1200" dirty="0">
                <a:latin typeface="Meiryo UI" panose="020B0604030504040204" pitchFamily="50" charset="-128"/>
                <a:ea typeface="Meiryo UI" panose="020B0604030504040204" pitchFamily="50" charset="-128"/>
              </a:rPr>
            </a:br>
            <a:r>
              <a:rPr kumimoji="1" lang="ja-JP" altLang="en-US" sz="1200" dirty="0">
                <a:latin typeface="Meiryo UI" panose="020B0604030504040204" pitchFamily="50" charset="-128"/>
                <a:ea typeface="Meiryo UI" panose="020B0604030504040204" pitchFamily="50" charset="-128"/>
              </a:rPr>
              <a:t>の検討結果取り纏め</a:t>
            </a:r>
          </a:p>
        </p:txBody>
      </p:sp>
      <p:sp>
        <p:nvSpPr>
          <p:cNvPr id="119" name="正方形/長方形 118">
            <a:extLst>
              <a:ext uri="{FF2B5EF4-FFF2-40B4-BE49-F238E27FC236}">
                <a16:creationId xmlns:a16="http://schemas.microsoft.com/office/drawing/2014/main" id="{3634C8D7-67F7-4433-AEDB-44BBFE62326D}"/>
              </a:ext>
            </a:extLst>
          </p:cNvPr>
          <p:cNvSpPr/>
          <p:nvPr/>
        </p:nvSpPr>
        <p:spPr bwMode="auto">
          <a:xfrm>
            <a:off x="2761311" y="3674030"/>
            <a:ext cx="1404000" cy="720000"/>
          </a:xfrm>
          <a:prstGeom prst="rect">
            <a:avLst/>
          </a:prstGeom>
          <a:gradFill>
            <a:gsLst>
              <a:gs pos="50000">
                <a:schemeClr val="accent3">
                  <a:lumMod val="20000"/>
                  <a:lumOff val="80000"/>
                </a:schemeClr>
              </a:gs>
              <a:gs pos="61000">
                <a:schemeClr val="bg1"/>
              </a:gs>
            </a:gsLst>
            <a:lin ang="2700000" scaled="1"/>
          </a:gradFill>
          <a:ln w="6350" algn="ctr">
            <a:solidFill>
              <a:schemeClr val="bg1">
                <a:lumMod val="65000"/>
              </a:schemeClr>
            </a:solidFill>
            <a:round/>
            <a:headEnd/>
            <a:tailEnd/>
          </a:ln>
        </p:spPr>
        <p:txBody>
          <a:bodyPr wrap="none" lIns="0" tIns="0" rIns="0" bIns="0" rtlCol="0" anchor="ctr" anchorCtr="0"/>
          <a:lstStyle/>
          <a:p>
            <a:pPr algn="ctr">
              <a:spcBef>
                <a:spcPct val="20000"/>
              </a:spcBef>
            </a:pPr>
            <a:r>
              <a:rPr kumimoji="1" lang="ja-JP" altLang="en-US" sz="1200" dirty="0">
                <a:latin typeface="Meiryo UI" panose="020B0604030504040204" pitchFamily="50" charset="-128"/>
                <a:ea typeface="Meiryo UI" panose="020B0604030504040204" pitchFamily="50" charset="-128"/>
              </a:rPr>
              <a:t>求められる</a:t>
            </a:r>
            <a:br>
              <a:rPr kumimoji="1" lang="ja-JP" altLang="en-US" sz="1200" dirty="0">
                <a:latin typeface="Meiryo UI" panose="020B0604030504040204" pitchFamily="50" charset="-128"/>
                <a:ea typeface="Meiryo UI" panose="020B0604030504040204" pitchFamily="50" charset="-128"/>
              </a:rPr>
            </a:br>
            <a:r>
              <a:rPr kumimoji="1" lang="ja-JP" altLang="en-US" sz="1200" dirty="0">
                <a:latin typeface="Meiryo UI" panose="020B0604030504040204" pitchFamily="50" charset="-128"/>
                <a:ea typeface="Meiryo UI" panose="020B0604030504040204" pitchFamily="50" charset="-128"/>
              </a:rPr>
              <a:t>仕組み・機能</a:t>
            </a:r>
            <a:br>
              <a:rPr kumimoji="1" lang="en-US" altLang="ja-JP" sz="1200" dirty="0">
                <a:latin typeface="Meiryo UI" panose="020B0604030504040204" pitchFamily="50" charset="-128"/>
                <a:ea typeface="Meiryo UI" panose="020B0604030504040204" pitchFamily="50" charset="-128"/>
              </a:rPr>
            </a:br>
            <a:r>
              <a:rPr kumimoji="1" lang="ja-JP" altLang="en-US" sz="1200" dirty="0">
                <a:latin typeface="Meiryo UI" panose="020B0604030504040204" pitchFamily="50" charset="-128"/>
                <a:ea typeface="Meiryo UI" panose="020B0604030504040204" pitchFamily="50" charset="-128"/>
              </a:rPr>
              <a:t>・態勢の整理</a:t>
            </a:r>
          </a:p>
        </p:txBody>
      </p:sp>
      <p:sp>
        <p:nvSpPr>
          <p:cNvPr id="120" name="正方形/長方形 12">
            <a:extLst>
              <a:ext uri="{FF2B5EF4-FFF2-40B4-BE49-F238E27FC236}">
                <a16:creationId xmlns:a16="http://schemas.microsoft.com/office/drawing/2014/main" id="{780EC461-A28C-4E60-9A25-671ECE448FC3}"/>
              </a:ext>
            </a:extLst>
          </p:cNvPr>
          <p:cNvSpPr>
            <a:spLocks noChangeArrowheads="1"/>
          </p:cNvSpPr>
          <p:nvPr/>
        </p:nvSpPr>
        <p:spPr bwMode="auto">
          <a:xfrm>
            <a:off x="853243" y="4654865"/>
            <a:ext cx="1332000" cy="720000"/>
          </a:xfrm>
          <a:prstGeom prst="rect">
            <a:avLst/>
          </a:prstGeom>
          <a:gradFill>
            <a:gsLst>
              <a:gs pos="50000">
                <a:schemeClr val="accent3">
                  <a:lumMod val="20000"/>
                  <a:lumOff val="80000"/>
                </a:schemeClr>
              </a:gs>
              <a:gs pos="61000">
                <a:schemeClr val="bg1"/>
              </a:gs>
            </a:gsLst>
            <a:lin ang="2700000" scaled="1"/>
          </a:gradFill>
          <a:ln w="9525" cap="flat" cmpd="sng" algn="ctr">
            <a:solidFill>
              <a:schemeClr val="bg1">
                <a:lumMod val="65000"/>
              </a:schemeClr>
            </a:solid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algn="ctr">
              <a:spcBef>
                <a:spcPct val="20000"/>
              </a:spcBef>
            </a:pPr>
            <a:r>
              <a:rPr lang="ja-JP" altLang="en-US" sz="1200" dirty="0">
                <a:latin typeface="Meiryo UI" panose="020B0604030504040204" pitchFamily="50" charset="-128"/>
                <a:ea typeface="Meiryo UI" panose="020B0604030504040204" pitchFamily="50" charset="-128"/>
              </a:rPr>
              <a:t>強調すべき</a:t>
            </a:r>
            <a:br>
              <a:rPr lang="en-US" altLang="ja-JP" sz="1200" dirty="0">
                <a:latin typeface="Meiryo UI" panose="020B0604030504040204" pitchFamily="50" charset="-128"/>
                <a:ea typeface="Meiryo UI" panose="020B0604030504040204" pitchFamily="50" charset="-128"/>
              </a:rPr>
            </a:br>
            <a:r>
              <a:rPr lang="ja-JP" altLang="en-US" sz="1200" dirty="0">
                <a:latin typeface="Meiryo UI" panose="020B0604030504040204" pitchFamily="50" charset="-128"/>
                <a:ea typeface="Meiryo UI" panose="020B0604030504040204" pitchFamily="50" charset="-128"/>
              </a:rPr>
              <a:t>キーワード仮決定</a:t>
            </a:r>
          </a:p>
        </p:txBody>
      </p:sp>
      <p:sp>
        <p:nvSpPr>
          <p:cNvPr id="121" name="正方形/長方形 120">
            <a:extLst>
              <a:ext uri="{FF2B5EF4-FFF2-40B4-BE49-F238E27FC236}">
                <a16:creationId xmlns:a16="http://schemas.microsoft.com/office/drawing/2014/main" id="{188651A8-C60D-4396-9699-B27C6F7D4D3E}"/>
              </a:ext>
            </a:extLst>
          </p:cNvPr>
          <p:cNvSpPr/>
          <p:nvPr/>
        </p:nvSpPr>
        <p:spPr bwMode="auto">
          <a:xfrm>
            <a:off x="2763700" y="2693194"/>
            <a:ext cx="3007309" cy="720000"/>
          </a:xfrm>
          <a:prstGeom prst="rect">
            <a:avLst/>
          </a:prstGeom>
          <a:gradFill>
            <a:gsLst>
              <a:gs pos="50000">
                <a:schemeClr val="accent3">
                  <a:lumMod val="20000"/>
                  <a:lumOff val="80000"/>
                </a:schemeClr>
              </a:gs>
              <a:gs pos="61000">
                <a:schemeClr val="bg1"/>
              </a:gs>
            </a:gsLst>
            <a:lin ang="2700000" scaled="1"/>
          </a:gradFill>
          <a:ln w="6350" algn="ctr">
            <a:solidFill>
              <a:schemeClr val="bg1">
                <a:lumMod val="65000"/>
              </a:schemeClr>
            </a:solidFill>
            <a:round/>
            <a:headEnd/>
            <a:tailEnd/>
          </a:ln>
        </p:spPr>
        <p:txBody>
          <a:bodyPr wrap="none" lIns="0" tIns="0" rIns="0" bIns="0" rtlCol="0" anchor="ctr" anchorCtr="0"/>
          <a:lstStyle/>
          <a:p>
            <a:pPr algn="ctr">
              <a:spcBef>
                <a:spcPct val="20000"/>
              </a:spcBef>
            </a:pPr>
            <a:r>
              <a:rPr kumimoji="1" lang="en-US" altLang="ja-JP" sz="1200" dirty="0">
                <a:latin typeface="Meiryo UI" panose="020B0604030504040204" pitchFamily="50" charset="-128"/>
                <a:ea typeface="Meiryo UI" panose="020B0604030504040204" pitchFamily="50" charset="-128"/>
              </a:rPr>
              <a:t>Web3.0</a:t>
            </a:r>
            <a:r>
              <a:rPr kumimoji="1" lang="ja-JP" altLang="en-US" sz="1200" dirty="0">
                <a:latin typeface="Meiryo UI" panose="020B0604030504040204" pitchFamily="50" charset="-128"/>
                <a:ea typeface="Meiryo UI" panose="020B0604030504040204" pitchFamily="50" charset="-128"/>
              </a:rPr>
              <a:t>に関するディスカッションと整理</a:t>
            </a:r>
            <a:br>
              <a:rPr kumimoji="1" lang="en-US" altLang="ja-JP" sz="1200" dirty="0">
                <a:latin typeface="Meiryo UI" panose="020B0604030504040204" pitchFamily="50" charset="-128"/>
                <a:ea typeface="Meiryo UI" panose="020B0604030504040204" pitchFamily="50" charset="-128"/>
              </a:rPr>
            </a:br>
            <a:r>
              <a:rPr kumimoji="1" lang="ja-JP" altLang="en-US" sz="1200" dirty="0">
                <a:latin typeface="Meiryo UI" panose="020B0604030504040204" pitchFamily="50" charset="-128"/>
                <a:ea typeface="Meiryo UI" panose="020B0604030504040204" pitchFamily="50" charset="-128"/>
              </a:rPr>
              <a:t>（</a:t>
            </a:r>
            <a:r>
              <a:rPr kumimoji="1" lang="en-US" altLang="ja-JP" sz="1200" dirty="0">
                <a:latin typeface="Meiryo UI" panose="020B0604030504040204" pitchFamily="50" charset="-128"/>
                <a:ea typeface="Meiryo UI" panose="020B0604030504040204" pitchFamily="50" charset="-128"/>
              </a:rPr>
              <a:t>Web3.0</a:t>
            </a:r>
            <a:r>
              <a:rPr kumimoji="1" lang="ja-JP" altLang="en-US" sz="1200" dirty="0">
                <a:latin typeface="Meiryo UI" panose="020B0604030504040204" pitchFamily="50" charset="-128"/>
                <a:ea typeface="Meiryo UI" panose="020B0604030504040204" pitchFamily="50" charset="-128"/>
              </a:rPr>
              <a:t>に関するスコープ決め）</a:t>
            </a:r>
          </a:p>
        </p:txBody>
      </p:sp>
      <p:grpSp>
        <p:nvGrpSpPr>
          <p:cNvPr id="124" name="グループ化 123">
            <a:extLst>
              <a:ext uri="{FF2B5EF4-FFF2-40B4-BE49-F238E27FC236}">
                <a16:creationId xmlns:a16="http://schemas.microsoft.com/office/drawing/2014/main" id="{9F7ABE78-BE00-461F-903B-4A4B14989A70}"/>
              </a:ext>
            </a:extLst>
          </p:cNvPr>
          <p:cNvGrpSpPr/>
          <p:nvPr/>
        </p:nvGrpSpPr>
        <p:grpSpPr>
          <a:xfrm>
            <a:off x="4789477" y="3375994"/>
            <a:ext cx="524437" cy="321899"/>
            <a:chOff x="7099300" y="3790127"/>
            <a:chExt cx="280813" cy="313400"/>
          </a:xfrm>
          <a:solidFill>
            <a:schemeClr val="accent1">
              <a:lumMod val="40000"/>
              <a:lumOff val="60000"/>
            </a:schemeClr>
          </a:solidFill>
        </p:grpSpPr>
        <p:sp>
          <p:nvSpPr>
            <p:cNvPr id="126" name="矢印: 右カーブ 125">
              <a:extLst>
                <a:ext uri="{FF2B5EF4-FFF2-40B4-BE49-F238E27FC236}">
                  <a16:creationId xmlns:a16="http://schemas.microsoft.com/office/drawing/2014/main" id="{EF4E5959-6CCE-4D8E-94F8-84B58C98E1FD}"/>
                </a:ext>
              </a:extLst>
            </p:cNvPr>
            <p:cNvSpPr/>
            <p:nvPr/>
          </p:nvSpPr>
          <p:spPr bwMode="auto">
            <a:xfrm>
              <a:off x="7099300" y="3815527"/>
              <a:ext cx="108000" cy="288000"/>
            </a:xfrm>
            <a:prstGeom prst="curvedRightArrow">
              <a:avLst/>
            </a:prstGeom>
            <a:grpFill/>
            <a:ln w="19050" cap="flat" cmpd="sng" algn="ctr">
              <a:solidFill>
                <a:srgbClr val="460073"/>
              </a:solidFill>
              <a:prstDash val="solid"/>
              <a:round/>
              <a:headEnd type="none" w="med" len="med"/>
              <a:tailEnd type="none" w="med" len="med"/>
            </a:ln>
            <a:effectLst/>
          </p:spPr>
          <p:txBody>
            <a:bodyPr lIns="72000" tIns="72000" rIns="72000" bIns="72000" rtlCol="0" anchor="ctr" anchorCtr="0"/>
            <a:lstStyle/>
            <a:p>
              <a:pPr marL="63500" marR="0" lvl="0" indent="0" algn="l" defTabSz="269875" rtl="0" eaLnBrk="1" fontAlgn="auto" latinLnBrk="0" hangingPunct="1">
                <a:lnSpc>
                  <a:spcPct val="110000"/>
                </a:lnSpc>
                <a:spcBef>
                  <a:spcPct val="40000"/>
                </a:spcBef>
                <a:spcAft>
                  <a:spcPct val="0"/>
                </a:spcAft>
                <a:buClrTx/>
                <a:buSzTx/>
                <a:buFontTx/>
                <a:buNone/>
                <a:tabLst/>
                <a:defRPr/>
              </a:pPr>
              <a:endParaRPr kumimoji="0" lang="ja-JP" altLang="en-US" sz="1400" b="0" i="0" u="none" strike="noStrike" kern="0" cap="none" spc="0" normalizeH="0" baseline="0" noProof="0" dirty="0">
                <a:ln>
                  <a:noFill/>
                </a:ln>
                <a:solidFill>
                  <a:prstClr val="black"/>
                </a:solidFill>
                <a:effectLst/>
                <a:uLnTx/>
                <a:uFillTx/>
                <a:latin typeface="+mj-lt"/>
                <a:ea typeface="Meiryo UI" panose="020B0604030504040204" pitchFamily="50" charset="-128"/>
                <a:cs typeface="Meiryo UI" panose="020B0604030504040204" pitchFamily="50" charset="-128"/>
              </a:endParaRPr>
            </a:p>
          </p:txBody>
        </p:sp>
        <p:sp>
          <p:nvSpPr>
            <p:cNvPr id="127" name="矢印: 右カーブ 126">
              <a:extLst>
                <a:ext uri="{FF2B5EF4-FFF2-40B4-BE49-F238E27FC236}">
                  <a16:creationId xmlns:a16="http://schemas.microsoft.com/office/drawing/2014/main" id="{5FF33FC7-B90B-4AE4-9E1F-4A0242C90F05}"/>
                </a:ext>
              </a:extLst>
            </p:cNvPr>
            <p:cNvSpPr/>
            <p:nvPr/>
          </p:nvSpPr>
          <p:spPr bwMode="auto">
            <a:xfrm rot="271433" flipH="1" flipV="1">
              <a:off x="7272113" y="3790127"/>
              <a:ext cx="108000" cy="288000"/>
            </a:xfrm>
            <a:prstGeom prst="curvedRightArrow">
              <a:avLst/>
            </a:prstGeom>
            <a:grpFill/>
            <a:ln w="19050" cap="flat" cmpd="sng" algn="ctr">
              <a:solidFill>
                <a:srgbClr val="460073"/>
              </a:solidFill>
              <a:prstDash val="solid"/>
              <a:round/>
              <a:headEnd type="none" w="med" len="med"/>
              <a:tailEnd type="none" w="med" len="med"/>
            </a:ln>
            <a:effectLst/>
          </p:spPr>
          <p:txBody>
            <a:bodyPr lIns="72000" tIns="72000" rIns="72000" bIns="72000" rtlCol="0" anchor="ctr" anchorCtr="0"/>
            <a:lstStyle/>
            <a:p>
              <a:pPr marL="63500" marR="0" lvl="0" indent="0" algn="l" defTabSz="269875" rtl="0" eaLnBrk="1" fontAlgn="auto" latinLnBrk="0" hangingPunct="1">
                <a:lnSpc>
                  <a:spcPct val="110000"/>
                </a:lnSpc>
                <a:spcBef>
                  <a:spcPct val="40000"/>
                </a:spcBef>
                <a:spcAft>
                  <a:spcPct val="0"/>
                </a:spcAft>
                <a:buClrTx/>
                <a:buSzTx/>
                <a:buFontTx/>
                <a:buNone/>
                <a:tabLst/>
                <a:defRPr/>
              </a:pPr>
              <a:endParaRPr kumimoji="0" lang="ja-JP" altLang="en-US" sz="1400" b="0" i="0" u="none" strike="noStrike" kern="0" cap="none" spc="0" normalizeH="0" baseline="0" noProof="0" dirty="0">
                <a:ln>
                  <a:noFill/>
                </a:ln>
                <a:solidFill>
                  <a:prstClr val="black"/>
                </a:solidFill>
                <a:effectLst/>
                <a:uLnTx/>
                <a:uFillTx/>
                <a:latin typeface="+mj-lt"/>
                <a:ea typeface="Meiryo UI" panose="020B0604030504040204" pitchFamily="50" charset="-128"/>
                <a:cs typeface="Meiryo UI" panose="020B0604030504040204" pitchFamily="50" charset="-128"/>
              </a:endParaRPr>
            </a:p>
          </p:txBody>
        </p:sp>
      </p:grpSp>
      <p:cxnSp>
        <p:nvCxnSpPr>
          <p:cNvPr id="133" name="直線矢印コネクタ 118">
            <a:extLst>
              <a:ext uri="{FF2B5EF4-FFF2-40B4-BE49-F238E27FC236}">
                <a16:creationId xmlns:a16="http://schemas.microsoft.com/office/drawing/2014/main" id="{14E60A86-9849-4E58-BCDA-0F296C839A17}"/>
              </a:ext>
            </a:extLst>
          </p:cNvPr>
          <p:cNvCxnSpPr>
            <a:cxnSpLocks/>
            <a:stCxn id="97" idx="3"/>
            <a:endCxn id="121" idx="1"/>
          </p:cNvCxnSpPr>
          <p:nvPr/>
        </p:nvCxnSpPr>
        <p:spPr>
          <a:xfrm flipV="1">
            <a:off x="2185243" y="3053194"/>
            <a:ext cx="578457" cy="2942507"/>
          </a:xfrm>
          <a:prstGeom prst="bentConnector3">
            <a:avLst>
              <a:gd name="adj1" fmla="val 39754"/>
            </a:avLst>
          </a:prstGeom>
          <a:solidFill>
            <a:schemeClr val="accent1"/>
          </a:solidFill>
          <a:ln w="12700" cap="flat" cmpd="sng" algn="ctr">
            <a:solidFill>
              <a:schemeClr val="tx1">
                <a:lumMod val="75000"/>
                <a:lumOff val="25000"/>
              </a:schemeClr>
            </a:solidFill>
            <a:prstDash val="solid"/>
            <a:round/>
            <a:headEnd type="none" w="med" len="med"/>
            <a:tailEnd type="triangle" w="med" len="sm"/>
          </a:ln>
          <a:effectLst/>
        </p:spPr>
      </p:cxnSp>
      <p:grpSp>
        <p:nvGrpSpPr>
          <p:cNvPr id="138" name="グループ化 137">
            <a:extLst>
              <a:ext uri="{FF2B5EF4-FFF2-40B4-BE49-F238E27FC236}">
                <a16:creationId xmlns:a16="http://schemas.microsoft.com/office/drawing/2014/main" id="{7B625458-5DFE-4490-91EC-4F7EEE142742}"/>
              </a:ext>
            </a:extLst>
          </p:cNvPr>
          <p:cNvGrpSpPr/>
          <p:nvPr/>
        </p:nvGrpSpPr>
        <p:grpSpPr>
          <a:xfrm>
            <a:off x="3223729" y="3357388"/>
            <a:ext cx="524437" cy="321899"/>
            <a:chOff x="7099300" y="3790127"/>
            <a:chExt cx="280813" cy="313400"/>
          </a:xfrm>
          <a:solidFill>
            <a:schemeClr val="accent1">
              <a:lumMod val="40000"/>
              <a:lumOff val="60000"/>
            </a:schemeClr>
          </a:solidFill>
        </p:grpSpPr>
        <p:sp>
          <p:nvSpPr>
            <p:cNvPr id="140" name="矢印: 右カーブ 139">
              <a:extLst>
                <a:ext uri="{FF2B5EF4-FFF2-40B4-BE49-F238E27FC236}">
                  <a16:creationId xmlns:a16="http://schemas.microsoft.com/office/drawing/2014/main" id="{9B99A119-4C27-4CA4-9C2A-DF679D624809}"/>
                </a:ext>
              </a:extLst>
            </p:cNvPr>
            <p:cNvSpPr/>
            <p:nvPr/>
          </p:nvSpPr>
          <p:spPr bwMode="auto">
            <a:xfrm>
              <a:off x="7099300" y="3815527"/>
              <a:ext cx="108000" cy="288000"/>
            </a:xfrm>
            <a:prstGeom prst="curvedRightArrow">
              <a:avLst/>
            </a:prstGeom>
            <a:grpFill/>
            <a:ln w="19050" cap="flat" cmpd="sng" algn="ctr">
              <a:solidFill>
                <a:srgbClr val="460073"/>
              </a:solidFill>
              <a:prstDash val="solid"/>
              <a:round/>
              <a:headEnd type="none" w="med" len="med"/>
              <a:tailEnd type="none" w="med" len="med"/>
            </a:ln>
            <a:effectLst/>
          </p:spPr>
          <p:txBody>
            <a:bodyPr lIns="72000" tIns="72000" rIns="72000" bIns="72000" rtlCol="0" anchor="ctr" anchorCtr="0"/>
            <a:lstStyle/>
            <a:p>
              <a:pPr marL="63500" marR="0" lvl="0" indent="0" algn="l" defTabSz="269875" rtl="0" eaLnBrk="1" fontAlgn="auto" latinLnBrk="0" hangingPunct="1">
                <a:lnSpc>
                  <a:spcPct val="110000"/>
                </a:lnSpc>
                <a:spcBef>
                  <a:spcPct val="40000"/>
                </a:spcBef>
                <a:spcAft>
                  <a:spcPct val="0"/>
                </a:spcAft>
                <a:buClrTx/>
                <a:buSzTx/>
                <a:buFontTx/>
                <a:buNone/>
                <a:tabLst/>
                <a:defRPr/>
              </a:pPr>
              <a:endParaRPr kumimoji="0" lang="ja-JP" altLang="en-US" sz="1400" b="0" i="0" u="none" strike="noStrike" kern="0" cap="none" spc="0" normalizeH="0" baseline="0" noProof="0" dirty="0">
                <a:ln>
                  <a:noFill/>
                </a:ln>
                <a:solidFill>
                  <a:prstClr val="black"/>
                </a:solidFill>
                <a:effectLst/>
                <a:uLnTx/>
                <a:uFillTx/>
                <a:latin typeface="+mj-lt"/>
                <a:ea typeface="Meiryo UI" panose="020B0604030504040204" pitchFamily="50" charset="-128"/>
                <a:cs typeface="Meiryo UI" panose="020B0604030504040204" pitchFamily="50" charset="-128"/>
              </a:endParaRPr>
            </a:p>
          </p:txBody>
        </p:sp>
        <p:sp>
          <p:nvSpPr>
            <p:cNvPr id="141" name="矢印: 右カーブ 140">
              <a:extLst>
                <a:ext uri="{FF2B5EF4-FFF2-40B4-BE49-F238E27FC236}">
                  <a16:creationId xmlns:a16="http://schemas.microsoft.com/office/drawing/2014/main" id="{8C48C549-7B6D-44DF-81B1-AE5A39D945E6}"/>
                </a:ext>
              </a:extLst>
            </p:cNvPr>
            <p:cNvSpPr/>
            <p:nvPr/>
          </p:nvSpPr>
          <p:spPr bwMode="auto">
            <a:xfrm rot="271433" flipH="1" flipV="1">
              <a:off x="7272113" y="3790127"/>
              <a:ext cx="108000" cy="288000"/>
            </a:xfrm>
            <a:prstGeom prst="curvedRightArrow">
              <a:avLst/>
            </a:prstGeom>
            <a:grpFill/>
            <a:ln w="19050" cap="flat" cmpd="sng" algn="ctr">
              <a:solidFill>
                <a:srgbClr val="460073"/>
              </a:solidFill>
              <a:prstDash val="solid"/>
              <a:round/>
              <a:headEnd type="none" w="med" len="med"/>
              <a:tailEnd type="none" w="med" len="med"/>
            </a:ln>
            <a:effectLst/>
          </p:spPr>
          <p:txBody>
            <a:bodyPr lIns="72000" tIns="72000" rIns="72000" bIns="72000" rtlCol="0" anchor="ctr" anchorCtr="0"/>
            <a:lstStyle/>
            <a:p>
              <a:pPr marL="63500" marR="0" lvl="0" indent="0" algn="l" defTabSz="269875" rtl="0" eaLnBrk="1" fontAlgn="auto" latinLnBrk="0" hangingPunct="1">
                <a:lnSpc>
                  <a:spcPct val="110000"/>
                </a:lnSpc>
                <a:spcBef>
                  <a:spcPct val="40000"/>
                </a:spcBef>
                <a:spcAft>
                  <a:spcPct val="0"/>
                </a:spcAft>
                <a:buClrTx/>
                <a:buSzTx/>
                <a:buFontTx/>
                <a:buNone/>
                <a:tabLst/>
                <a:defRPr/>
              </a:pPr>
              <a:endParaRPr kumimoji="0" lang="ja-JP" altLang="en-US" sz="1400" b="0" i="0" u="none" strike="noStrike" kern="0" cap="none" spc="0" normalizeH="0" baseline="0" noProof="0" dirty="0">
                <a:ln>
                  <a:noFill/>
                </a:ln>
                <a:solidFill>
                  <a:prstClr val="black"/>
                </a:solidFill>
                <a:effectLst/>
                <a:uLnTx/>
                <a:uFillTx/>
                <a:latin typeface="+mj-lt"/>
                <a:ea typeface="Meiryo UI" panose="020B0604030504040204" pitchFamily="50" charset="-128"/>
                <a:cs typeface="Meiryo UI" panose="020B0604030504040204" pitchFamily="50" charset="-128"/>
              </a:endParaRPr>
            </a:p>
          </p:txBody>
        </p:sp>
      </p:grpSp>
      <p:sp>
        <p:nvSpPr>
          <p:cNvPr id="144" name="正方形/長方形 143">
            <a:extLst>
              <a:ext uri="{FF2B5EF4-FFF2-40B4-BE49-F238E27FC236}">
                <a16:creationId xmlns:a16="http://schemas.microsoft.com/office/drawing/2014/main" id="{0F2DE654-BED2-496B-AEF2-5241EFA1C912}"/>
              </a:ext>
            </a:extLst>
          </p:cNvPr>
          <p:cNvSpPr/>
          <p:nvPr/>
        </p:nvSpPr>
        <p:spPr>
          <a:xfrm>
            <a:off x="8067487" y="2699616"/>
            <a:ext cx="1537200" cy="1694414"/>
          </a:xfrm>
          <a:prstGeom prst="rect">
            <a:avLst/>
          </a:prstGeom>
          <a:gradFill flip="none" rotWithShape="1">
            <a:gsLst>
              <a:gs pos="50000">
                <a:schemeClr val="accent3">
                  <a:lumMod val="20000"/>
                  <a:lumOff val="80000"/>
                </a:schemeClr>
              </a:gs>
              <a:gs pos="61000">
                <a:schemeClr val="bg1"/>
              </a:gs>
            </a:gsLst>
            <a:lin ang="2700000" scaled="1"/>
            <a:tileRect/>
          </a:gradFill>
          <a:ln w="9525" cap="flat" cmpd="sng" algn="ctr">
            <a:solidFill>
              <a:schemeClr val="bg1">
                <a:lumMod val="50000"/>
              </a:schemeClr>
            </a:solid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algn="ctr"/>
            <a:r>
              <a:rPr kumimoji="1" lang="ja-JP" altLang="en-US" sz="1200" dirty="0">
                <a:latin typeface="Meiryo UI" panose="020B0604030504040204" pitchFamily="50" charset="-128"/>
                <a:ea typeface="Meiryo UI" panose="020B0604030504040204" pitchFamily="50" charset="-128"/>
              </a:rPr>
              <a:t>次期中計素案</a:t>
            </a:r>
            <a:br>
              <a:rPr kumimoji="1" lang="en-US" altLang="ja-JP" sz="1200" dirty="0">
                <a:latin typeface="Meiryo UI" panose="020B0604030504040204" pitchFamily="50" charset="-128"/>
                <a:ea typeface="Meiryo UI" panose="020B0604030504040204" pitchFamily="50" charset="-128"/>
              </a:rPr>
            </a:br>
            <a:r>
              <a:rPr kumimoji="1" lang="ja-JP" altLang="en-US" sz="1200" dirty="0">
                <a:latin typeface="Meiryo UI" panose="020B0604030504040204" pitchFamily="50" charset="-128"/>
                <a:ea typeface="Meiryo UI" panose="020B0604030504040204" pitchFamily="50" charset="-128"/>
              </a:rPr>
              <a:t>の取り纏め</a:t>
            </a:r>
            <a:endParaRPr kumimoji="1" lang="en-US" altLang="ja-JP" sz="1200" dirty="0">
              <a:latin typeface="Meiryo UI" panose="020B0604030504040204" pitchFamily="50" charset="-128"/>
              <a:ea typeface="Meiryo UI" panose="020B0604030504040204" pitchFamily="50" charset="-128"/>
            </a:endParaRPr>
          </a:p>
        </p:txBody>
      </p:sp>
      <p:sp>
        <p:nvSpPr>
          <p:cNvPr id="146" name="正方形/長方形 145">
            <a:extLst>
              <a:ext uri="{FF2B5EF4-FFF2-40B4-BE49-F238E27FC236}">
                <a16:creationId xmlns:a16="http://schemas.microsoft.com/office/drawing/2014/main" id="{EF0CC64A-31C0-4AE4-9E33-70729BA99F42}"/>
              </a:ext>
            </a:extLst>
          </p:cNvPr>
          <p:cNvSpPr/>
          <p:nvPr/>
        </p:nvSpPr>
        <p:spPr>
          <a:xfrm>
            <a:off x="8067487" y="4661287"/>
            <a:ext cx="1537200" cy="1694414"/>
          </a:xfrm>
          <a:prstGeom prst="rect">
            <a:avLst/>
          </a:prstGeom>
          <a:solidFill>
            <a:schemeClr val="bg1"/>
          </a:solidFill>
          <a:ln w="6350" algn="ctr">
            <a:solidFill>
              <a:schemeClr val="bg1">
                <a:lumMod val="50000"/>
              </a:schemeClr>
            </a:solidFill>
            <a:round/>
            <a:headEnd/>
            <a:tailEnd/>
          </a:ln>
        </p:spPr>
        <p:txBody>
          <a:bodyPr wrap="square" lIns="0" tIns="0" rIns="0" bIns="0" anchor="ctr" anchorCtr="0"/>
          <a:lstStyle/>
          <a:p>
            <a:pPr algn="ctr">
              <a:spcBef>
                <a:spcPct val="20000"/>
              </a:spcBef>
            </a:pPr>
            <a:r>
              <a:rPr lang="ja-JP" altLang="en-US" sz="1200" dirty="0">
                <a:latin typeface="+mj-lt"/>
                <a:ea typeface="Meiryo UI" panose="020B0604030504040204" pitchFamily="50" charset="-128"/>
              </a:rPr>
              <a:t>次フェーズ</a:t>
            </a:r>
            <a:br>
              <a:rPr lang="en-US" altLang="ja-JP" sz="1200" dirty="0">
                <a:latin typeface="+mj-lt"/>
                <a:ea typeface="Meiryo UI" panose="020B0604030504040204" pitchFamily="50" charset="-128"/>
              </a:rPr>
            </a:br>
            <a:r>
              <a:rPr lang="ja-JP" altLang="en-US" sz="1200" dirty="0">
                <a:latin typeface="+mj-lt"/>
                <a:ea typeface="Meiryo UI" panose="020B0604030504040204" pitchFamily="50" charset="-128"/>
              </a:rPr>
              <a:t>検討準備</a:t>
            </a:r>
          </a:p>
        </p:txBody>
      </p:sp>
      <p:cxnSp>
        <p:nvCxnSpPr>
          <p:cNvPr id="150" name="直線矢印コネクタ 149">
            <a:extLst>
              <a:ext uri="{FF2B5EF4-FFF2-40B4-BE49-F238E27FC236}">
                <a16:creationId xmlns:a16="http://schemas.microsoft.com/office/drawing/2014/main" id="{FD60F57D-4C32-401B-9EC2-93ADC9C9E9EB}"/>
              </a:ext>
            </a:extLst>
          </p:cNvPr>
          <p:cNvCxnSpPr>
            <a:cxnSpLocks/>
            <a:stCxn id="144" idx="2"/>
            <a:endCxn id="146" idx="0"/>
          </p:cNvCxnSpPr>
          <p:nvPr/>
        </p:nvCxnSpPr>
        <p:spPr>
          <a:xfrm>
            <a:off x="8836087" y="4394030"/>
            <a:ext cx="0" cy="267257"/>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5" name="Oval 57">
            <a:extLst>
              <a:ext uri="{FF2B5EF4-FFF2-40B4-BE49-F238E27FC236}">
                <a16:creationId xmlns:a16="http://schemas.microsoft.com/office/drawing/2014/main" id="{DF142931-474C-4F19-863A-6799554BF63E}"/>
              </a:ext>
            </a:extLst>
          </p:cNvPr>
          <p:cNvSpPr/>
          <p:nvPr/>
        </p:nvSpPr>
        <p:spPr>
          <a:xfrm>
            <a:off x="7960168" y="2158505"/>
            <a:ext cx="256191" cy="285149"/>
          </a:xfrm>
          <a:prstGeom prst="ellipse">
            <a:avLst/>
          </a:prstGeom>
          <a:solidFill>
            <a:schemeClr val="bg1"/>
          </a:solidFill>
          <a:ln>
            <a:solidFill>
              <a:srgbClr val="A1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solidFill>
                  <a:schemeClr val="tx2">
                    <a:lumMod val="50000"/>
                  </a:schemeClr>
                </a:solidFill>
              </a:rPr>
              <a:t>D</a:t>
            </a:r>
            <a:endParaRPr lang="en-US" sz="1400" dirty="0">
              <a:solidFill>
                <a:schemeClr val="tx2">
                  <a:lumMod val="50000"/>
                </a:schemeClr>
              </a:solidFill>
            </a:endParaRPr>
          </a:p>
        </p:txBody>
      </p:sp>
      <p:sp>
        <p:nvSpPr>
          <p:cNvPr id="88" name="Oval 57">
            <a:extLst>
              <a:ext uri="{FF2B5EF4-FFF2-40B4-BE49-F238E27FC236}">
                <a16:creationId xmlns:a16="http://schemas.microsoft.com/office/drawing/2014/main" id="{63FD8418-B66F-40DC-A54B-4A37F67ADF59}"/>
              </a:ext>
            </a:extLst>
          </p:cNvPr>
          <p:cNvSpPr/>
          <p:nvPr/>
        </p:nvSpPr>
        <p:spPr>
          <a:xfrm>
            <a:off x="674241" y="2158505"/>
            <a:ext cx="256191" cy="285149"/>
          </a:xfrm>
          <a:prstGeom prst="ellipse">
            <a:avLst/>
          </a:prstGeom>
          <a:solidFill>
            <a:schemeClr val="bg1"/>
          </a:solidFill>
          <a:ln>
            <a:solidFill>
              <a:srgbClr val="A1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2">
                    <a:lumMod val="50000"/>
                  </a:schemeClr>
                </a:solidFill>
              </a:rPr>
              <a:t>A</a:t>
            </a:r>
            <a:endParaRPr lang="en-US" sz="1400" dirty="0">
              <a:solidFill>
                <a:schemeClr val="tx2">
                  <a:lumMod val="50000"/>
                </a:schemeClr>
              </a:solidFill>
            </a:endParaRPr>
          </a:p>
        </p:txBody>
      </p:sp>
      <p:sp>
        <p:nvSpPr>
          <p:cNvPr id="89" name="正方形/長方形 88">
            <a:extLst>
              <a:ext uri="{FF2B5EF4-FFF2-40B4-BE49-F238E27FC236}">
                <a16:creationId xmlns:a16="http://schemas.microsoft.com/office/drawing/2014/main" id="{1F02F889-197B-41A0-84CF-9122B926E88F}"/>
              </a:ext>
            </a:extLst>
          </p:cNvPr>
          <p:cNvSpPr/>
          <p:nvPr/>
        </p:nvSpPr>
        <p:spPr bwMode="auto">
          <a:xfrm>
            <a:off x="6230509" y="4661287"/>
            <a:ext cx="1535646" cy="1694414"/>
          </a:xfrm>
          <a:prstGeom prst="rect">
            <a:avLst/>
          </a:prstGeom>
          <a:gradFill>
            <a:gsLst>
              <a:gs pos="50000">
                <a:schemeClr val="accent3">
                  <a:lumMod val="20000"/>
                  <a:lumOff val="80000"/>
                </a:schemeClr>
              </a:gs>
              <a:gs pos="61000">
                <a:schemeClr val="bg1"/>
              </a:gs>
            </a:gsLst>
            <a:lin ang="2700000" scaled="1"/>
          </a:gradFill>
          <a:ln w="6350" algn="ctr">
            <a:solidFill>
              <a:schemeClr val="bg1">
                <a:lumMod val="65000"/>
              </a:schemeClr>
            </a:solidFill>
            <a:round/>
            <a:headEnd/>
            <a:tailEnd/>
          </a:ln>
        </p:spPr>
        <p:txBody>
          <a:bodyPr wrap="none" lIns="0" tIns="0" rIns="0" bIns="0" rtlCol="0" anchor="ctr" anchorCtr="0"/>
          <a:lstStyle/>
          <a:p>
            <a:pPr algn="ctr">
              <a:spcBef>
                <a:spcPct val="20000"/>
              </a:spcBef>
            </a:pPr>
            <a:r>
              <a:rPr kumimoji="1" lang="ja-JP" altLang="en-US" sz="1200" dirty="0">
                <a:latin typeface="Meiryo UI" panose="020B0604030504040204" pitchFamily="50" charset="-128"/>
                <a:ea typeface="Meiryo UI" panose="020B0604030504040204" pitchFamily="50" charset="-128"/>
              </a:rPr>
              <a:t>ロードマップ案</a:t>
            </a:r>
            <a:br>
              <a:rPr kumimoji="1" lang="en-US" altLang="ja-JP" sz="1200" dirty="0">
                <a:latin typeface="Meiryo UI" panose="020B0604030504040204" pitchFamily="50" charset="-128"/>
                <a:ea typeface="Meiryo UI" panose="020B0604030504040204" pitchFamily="50" charset="-128"/>
              </a:rPr>
            </a:br>
            <a:r>
              <a:rPr kumimoji="1" lang="ja-JP" altLang="en-US" sz="1200" dirty="0">
                <a:latin typeface="Meiryo UI" panose="020B0604030504040204" pitchFamily="50" charset="-128"/>
                <a:ea typeface="Meiryo UI" panose="020B0604030504040204" pitchFamily="50" charset="-128"/>
              </a:rPr>
              <a:t>の取り纏め</a:t>
            </a:r>
          </a:p>
        </p:txBody>
      </p:sp>
      <p:sp>
        <p:nvSpPr>
          <p:cNvPr id="97" name="正方形/長方形 12">
            <a:extLst>
              <a:ext uri="{FF2B5EF4-FFF2-40B4-BE49-F238E27FC236}">
                <a16:creationId xmlns:a16="http://schemas.microsoft.com/office/drawing/2014/main" id="{3D08ACB4-5135-48BF-B3CE-01EF08BD28D1}"/>
              </a:ext>
            </a:extLst>
          </p:cNvPr>
          <p:cNvSpPr>
            <a:spLocks noChangeArrowheads="1"/>
          </p:cNvSpPr>
          <p:nvPr/>
        </p:nvSpPr>
        <p:spPr bwMode="auto">
          <a:xfrm>
            <a:off x="853243" y="5635701"/>
            <a:ext cx="1332000" cy="720000"/>
          </a:xfrm>
          <a:prstGeom prst="rect">
            <a:avLst/>
          </a:prstGeom>
          <a:gradFill>
            <a:gsLst>
              <a:gs pos="50000">
                <a:schemeClr val="accent3">
                  <a:lumMod val="20000"/>
                  <a:lumOff val="80000"/>
                </a:schemeClr>
              </a:gs>
              <a:gs pos="61000">
                <a:schemeClr val="bg1"/>
              </a:gs>
            </a:gsLst>
            <a:lin ang="2700000" scaled="1"/>
          </a:gradFill>
          <a:ln w="9525" cap="flat" cmpd="sng" algn="ctr">
            <a:solidFill>
              <a:schemeClr val="bg1">
                <a:lumMod val="65000"/>
              </a:schemeClr>
            </a:solid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algn="ctr">
              <a:spcBef>
                <a:spcPct val="20000"/>
              </a:spcBef>
            </a:pPr>
            <a:r>
              <a:rPr lang="ja-JP" altLang="en-US" sz="1200" dirty="0">
                <a:latin typeface="Meiryo UI" panose="020B0604030504040204" pitchFamily="50" charset="-128"/>
                <a:ea typeface="Meiryo UI" panose="020B0604030504040204" pitchFamily="50" charset="-128"/>
              </a:rPr>
              <a:t>取組方向性</a:t>
            </a:r>
            <a:br>
              <a:rPr lang="en-US" altLang="ja-JP" sz="1200" dirty="0">
                <a:latin typeface="Meiryo UI" panose="020B0604030504040204" pitchFamily="50" charset="-128"/>
                <a:ea typeface="Meiryo UI" panose="020B0604030504040204" pitchFamily="50" charset="-128"/>
              </a:rPr>
            </a:br>
            <a:r>
              <a:rPr lang="ja-JP" altLang="en-US" sz="1200" dirty="0">
                <a:latin typeface="Meiryo UI" panose="020B0604030504040204" pitchFamily="50" charset="-128"/>
                <a:ea typeface="Meiryo UI" panose="020B0604030504040204" pitchFamily="50" charset="-128"/>
              </a:rPr>
              <a:t>の暫定合意</a:t>
            </a:r>
          </a:p>
        </p:txBody>
      </p:sp>
      <p:cxnSp>
        <p:nvCxnSpPr>
          <p:cNvPr id="98" name="直線矢印コネクタ 97">
            <a:extLst>
              <a:ext uri="{FF2B5EF4-FFF2-40B4-BE49-F238E27FC236}">
                <a16:creationId xmlns:a16="http://schemas.microsoft.com/office/drawing/2014/main" id="{CC33B464-F67E-4760-BC95-25A53F2BD65B}"/>
              </a:ext>
            </a:extLst>
          </p:cNvPr>
          <p:cNvCxnSpPr>
            <a:cxnSpLocks/>
          </p:cNvCxnSpPr>
          <p:nvPr/>
        </p:nvCxnSpPr>
        <p:spPr>
          <a:xfrm flipH="1">
            <a:off x="1530315" y="3413195"/>
            <a:ext cx="97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12">
            <a:extLst>
              <a:ext uri="{FF2B5EF4-FFF2-40B4-BE49-F238E27FC236}">
                <a16:creationId xmlns:a16="http://schemas.microsoft.com/office/drawing/2014/main" id="{EC0A1669-7555-4FCD-9464-A92F7D569043}"/>
              </a:ext>
            </a:extLst>
          </p:cNvPr>
          <p:cNvSpPr>
            <a:spLocks noChangeArrowheads="1"/>
          </p:cNvSpPr>
          <p:nvPr/>
        </p:nvSpPr>
        <p:spPr bwMode="auto">
          <a:xfrm>
            <a:off x="853243" y="3674030"/>
            <a:ext cx="1332000" cy="72000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algn="ctr">
              <a:spcBef>
                <a:spcPct val="20000"/>
              </a:spcBef>
            </a:pPr>
            <a:r>
              <a:rPr lang="ja-JP" altLang="en-US" sz="1200" dirty="0">
                <a:latin typeface="Meiryo UI" panose="020B0604030504040204" pitchFamily="50" charset="-128"/>
                <a:ea typeface="Meiryo UI" panose="020B0604030504040204" pitchFamily="50" charset="-128"/>
              </a:rPr>
              <a:t>外部環境整理</a:t>
            </a:r>
            <a:br>
              <a:rPr lang="en-US" altLang="ja-JP" sz="1200" dirty="0">
                <a:latin typeface="Meiryo UI" panose="020B0604030504040204" pitchFamily="50" charset="-128"/>
                <a:ea typeface="Meiryo UI" panose="020B0604030504040204" pitchFamily="50" charset="-128"/>
              </a:rPr>
            </a:br>
            <a:r>
              <a:rPr lang="ja-JP" altLang="en-US" sz="1200" dirty="0">
                <a:latin typeface="Meiryo UI" panose="020B0604030504040204" pitchFamily="50" charset="-128"/>
                <a:ea typeface="Meiryo UI" panose="020B0604030504040204" pitchFamily="50" charset="-128"/>
              </a:rPr>
              <a:t>（政府・業界）</a:t>
            </a:r>
          </a:p>
        </p:txBody>
      </p:sp>
      <p:cxnSp>
        <p:nvCxnSpPr>
          <p:cNvPr id="103" name="直線矢印コネクタ 102">
            <a:extLst>
              <a:ext uri="{FF2B5EF4-FFF2-40B4-BE49-F238E27FC236}">
                <a16:creationId xmlns:a16="http://schemas.microsoft.com/office/drawing/2014/main" id="{D05E37EE-7205-471D-AA72-CA247BA08670}"/>
              </a:ext>
            </a:extLst>
          </p:cNvPr>
          <p:cNvCxnSpPr>
            <a:cxnSpLocks/>
          </p:cNvCxnSpPr>
          <p:nvPr/>
        </p:nvCxnSpPr>
        <p:spPr>
          <a:xfrm flipH="1">
            <a:off x="1530315" y="4402111"/>
            <a:ext cx="97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線矢印コネクタ 103">
            <a:extLst>
              <a:ext uri="{FF2B5EF4-FFF2-40B4-BE49-F238E27FC236}">
                <a16:creationId xmlns:a16="http://schemas.microsoft.com/office/drawing/2014/main" id="{5BE29B17-2CFB-4ED3-9B93-BFC00EE5E799}"/>
              </a:ext>
            </a:extLst>
          </p:cNvPr>
          <p:cNvCxnSpPr>
            <a:cxnSpLocks/>
          </p:cNvCxnSpPr>
          <p:nvPr/>
        </p:nvCxnSpPr>
        <p:spPr>
          <a:xfrm flipH="1">
            <a:off x="1530315" y="5377627"/>
            <a:ext cx="97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線矢印コネクタ 40">
            <a:extLst>
              <a:ext uri="{FF2B5EF4-FFF2-40B4-BE49-F238E27FC236}">
                <a16:creationId xmlns:a16="http://schemas.microsoft.com/office/drawing/2014/main" id="{2CACBB63-458D-498D-B884-E676B636A0E6}"/>
              </a:ext>
            </a:extLst>
          </p:cNvPr>
          <p:cNvCxnSpPr>
            <a:cxnSpLocks/>
          </p:cNvCxnSpPr>
          <p:nvPr/>
        </p:nvCxnSpPr>
        <p:spPr>
          <a:xfrm>
            <a:off x="6048612" y="2081805"/>
            <a:ext cx="1836000" cy="0"/>
          </a:xfrm>
          <a:prstGeom prst="straightConnector1">
            <a:avLst/>
          </a:prstGeom>
          <a:noFill/>
          <a:ln w="9525" cap="flat" cmpd="sng" algn="ctr">
            <a:solidFill>
              <a:schemeClr val="accent1"/>
            </a:solidFill>
            <a:prstDash val="solid"/>
            <a:round/>
            <a:headEnd type="triangle" w="med" len="med"/>
            <a:tailEnd type="triangle"/>
          </a:ln>
          <a:effectLst/>
        </p:spPr>
      </p:cxnSp>
      <p:sp>
        <p:nvSpPr>
          <p:cNvPr id="113" name="正方形/長方形 41">
            <a:extLst>
              <a:ext uri="{FF2B5EF4-FFF2-40B4-BE49-F238E27FC236}">
                <a16:creationId xmlns:a16="http://schemas.microsoft.com/office/drawing/2014/main" id="{9787D7FF-0B25-4D28-9AE5-89B62E615AB4}"/>
              </a:ext>
            </a:extLst>
          </p:cNvPr>
          <p:cNvSpPr/>
          <p:nvPr/>
        </p:nvSpPr>
        <p:spPr bwMode="white">
          <a:xfrm>
            <a:off x="6775932" y="1961291"/>
            <a:ext cx="340974" cy="144000"/>
          </a:xfrm>
          <a:prstGeom prst="rect">
            <a:avLst/>
          </a:prstGeom>
          <a:solidFill>
            <a:schemeClr val="bg1"/>
          </a:solidFill>
          <a:ln w="9525" cap="flat" cmpd="sng" algn="ctr">
            <a:no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tabLst/>
            </a:pPr>
            <a:r>
              <a:rPr kumimoji="1" lang="en-US" altLang="ja-JP" sz="1200" dirty="0">
                <a:latin typeface="Meiryo UI" panose="020B0604030504040204" pitchFamily="50" charset="-128"/>
                <a:ea typeface="Meiryo UI" panose="020B0604030504040204" pitchFamily="50" charset="-128"/>
              </a:rPr>
              <a:t>2w</a:t>
            </a:r>
            <a:endParaRPr kumimoji="1" lang="ja-JP" altLang="en-US" sz="1200" dirty="0">
              <a:latin typeface="Meiryo UI" panose="020B0604030504040204" pitchFamily="50" charset="-128"/>
              <a:ea typeface="Meiryo UI" panose="020B0604030504040204" pitchFamily="50" charset="-128"/>
            </a:endParaRPr>
          </a:p>
        </p:txBody>
      </p:sp>
      <p:sp>
        <p:nvSpPr>
          <p:cNvPr id="123" name="正方形/長方形 122">
            <a:extLst>
              <a:ext uri="{FF2B5EF4-FFF2-40B4-BE49-F238E27FC236}">
                <a16:creationId xmlns:a16="http://schemas.microsoft.com/office/drawing/2014/main" id="{9C43726F-F712-45EF-A841-054353CE731D}"/>
              </a:ext>
            </a:extLst>
          </p:cNvPr>
          <p:cNvSpPr/>
          <p:nvPr/>
        </p:nvSpPr>
        <p:spPr bwMode="auto">
          <a:xfrm>
            <a:off x="4369962" y="5635702"/>
            <a:ext cx="1404000" cy="720000"/>
          </a:xfrm>
          <a:prstGeom prst="rect">
            <a:avLst/>
          </a:prstGeom>
          <a:gradFill>
            <a:gsLst>
              <a:gs pos="50000">
                <a:schemeClr val="accent3">
                  <a:lumMod val="20000"/>
                  <a:lumOff val="80000"/>
                </a:schemeClr>
              </a:gs>
              <a:gs pos="61000">
                <a:schemeClr val="bg1"/>
              </a:gs>
            </a:gsLst>
            <a:lin ang="2700000" scaled="1"/>
          </a:gradFill>
          <a:ln w="6350" algn="ctr">
            <a:solidFill>
              <a:schemeClr val="bg1">
                <a:lumMod val="65000"/>
              </a:schemeClr>
            </a:solidFill>
            <a:round/>
            <a:headEnd/>
            <a:tailEnd/>
          </a:ln>
        </p:spPr>
        <p:txBody>
          <a:bodyPr wrap="none" lIns="0" tIns="0" rIns="0" bIns="0" rtlCol="0" anchor="ctr" anchorCtr="0"/>
          <a:lstStyle/>
          <a:p>
            <a:pPr algn="ctr">
              <a:spcBef>
                <a:spcPct val="20000"/>
              </a:spcBef>
            </a:pPr>
            <a:r>
              <a:rPr kumimoji="1" lang="ja-JP" altLang="en-US" sz="1200" dirty="0">
                <a:latin typeface="Meiryo UI" panose="020B0604030504040204" pitchFamily="50" charset="-128"/>
                <a:ea typeface="Meiryo UI" panose="020B0604030504040204" pitchFamily="50" charset="-128"/>
              </a:rPr>
              <a:t>第</a:t>
            </a:r>
            <a:r>
              <a:rPr kumimoji="1" lang="en-US" altLang="ja-JP" sz="1200" dirty="0">
                <a:latin typeface="Meiryo UI" panose="020B0604030504040204" pitchFamily="50" charset="-128"/>
                <a:ea typeface="Meiryo UI" panose="020B0604030504040204" pitchFamily="50" charset="-128"/>
              </a:rPr>
              <a:t>2</a:t>
            </a:r>
            <a:r>
              <a:rPr kumimoji="1" lang="ja-JP" altLang="en-US" sz="1200" dirty="0">
                <a:latin typeface="Meiryo UI" panose="020B0604030504040204" pitchFamily="50" charset="-128"/>
                <a:ea typeface="Meiryo UI" panose="020B0604030504040204" pitchFamily="50" charset="-128"/>
              </a:rPr>
              <a:t>フェーズ</a:t>
            </a:r>
            <a:br>
              <a:rPr kumimoji="1" lang="en-US" altLang="ja-JP" sz="1200" dirty="0">
                <a:latin typeface="Meiryo UI" panose="020B0604030504040204" pitchFamily="50" charset="-128"/>
                <a:ea typeface="Meiryo UI" panose="020B0604030504040204" pitchFamily="50" charset="-128"/>
              </a:rPr>
            </a:br>
            <a:r>
              <a:rPr kumimoji="1" lang="ja-JP" altLang="en-US" sz="1200" dirty="0">
                <a:latin typeface="Meiryo UI" panose="020B0604030504040204" pitchFamily="50" charset="-128"/>
                <a:ea typeface="Meiryo UI" panose="020B0604030504040204" pitchFamily="50" charset="-128"/>
              </a:rPr>
              <a:t>検討結果の再整理</a:t>
            </a:r>
            <a:endParaRPr kumimoji="1" lang="en-US" altLang="ja-JP" sz="1200" dirty="0">
              <a:latin typeface="Meiryo UI" panose="020B0604030504040204" pitchFamily="50" charset="-128"/>
              <a:ea typeface="Meiryo UI" panose="020B0604030504040204" pitchFamily="50" charset="-128"/>
            </a:endParaRPr>
          </a:p>
        </p:txBody>
      </p:sp>
      <p:sp>
        <p:nvSpPr>
          <p:cNvPr id="125" name="正方形/長方形 124">
            <a:extLst>
              <a:ext uri="{FF2B5EF4-FFF2-40B4-BE49-F238E27FC236}">
                <a16:creationId xmlns:a16="http://schemas.microsoft.com/office/drawing/2014/main" id="{103C3E07-4EE3-46CC-97F1-A486454858D6}"/>
              </a:ext>
            </a:extLst>
          </p:cNvPr>
          <p:cNvSpPr/>
          <p:nvPr/>
        </p:nvSpPr>
        <p:spPr bwMode="auto">
          <a:xfrm>
            <a:off x="2761311" y="5635702"/>
            <a:ext cx="1404000" cy="720000"/>
          </a:xfrm>
          <a:prstGeom prst="rect">
            <a:avLst/>
          </a:prstGeom>
          <a:gradFill>
            <a:gsLst>
              <a:gs pos="50000">
                <a:schemeClr val="accent3">
                  <a:lumMod val="20000"/>
                  <a:lumOff val="80000"/>
                </a:schemeClr>
              </a:gs>
              <a:gs pos="61000">
                <a:schemeClr val="bg1"/>
              </a:gs>
            </a:gsLst>
            <a:lin ang="2700000" scaled="1"/>
          </a:gradFill>
          <a:ln w="6350" algn="ctr">
            <a:solidFill>
              <a:schemeClr val="bg1">
                <a:lumMod val="65000"/>
              </a:schemeClr>
            </a:solidFill>
            <a:round/>
            <a:headEnd/>
            <a:tailEnd/>
          </a:ln>
        </p:spPr>
        <p:txBody>
          <a:bodyPr wrap="none" lIns="0" tIns="0" rIns="0" bIns="0" rtlCol="0" anchor="ctr" anchorCtr="0"/>
          <a:lstStyle/>
          <a:p>
            <a:pPr algn="ctr">
              <a:spcBef>
                <a:spcPct val="20000"/>
              </a:spcBef>
            </a:pPr>
            <a:r>
              <a:rPr kumimoji="1" lang="ja-JP" altLang="en-US" sz="1200" dirty="0">
                <a:latin typeface="Meiryo UI" panose="020B0604030504040204" pitchFamily="50" charset="-128"/>
                <a:ea typeface="Meiryo UI" panose="020B0604030504040204" pitchFamily="50" charset="-128"/>
              </a:rPr>
              <a:t>第</a:t>
            </a:r>
            <a:r>
              <a:rPr kumimoji="1" lang="en-US" altLang="ja-JP" sz="1200" dirty="0">
                <a:latin typeface="Meiryo UI" panose="020B0604030504040204" pitchFamily="50" charset="-128"/>
                <a:ea typeface="Meiryo UI" panose="020B0604030504040204" pitchFamily="50" charset="-128"/>
              </a:rPr>
              <a:t>1</a:t>
            </a:r>
            <a:r>
              <a:rPr kumimoji="1" lang="ja-JP" altLang="en-US" sz="1200" dirty="0">
                <a:latin typeface="Meiryo UI" panose="020B0604030504040204" pitchFamily="50" charset="-128"/>
                <a:ea typeface="Meiryo UI" panose="020B0604030504040204" pitchFamily="50" charset="-128"/>
              </a:rPr>
              <a:t>フェーズ</a:t>
            </a:r>
            <a:br>
              <a:rPr kumimoji="1" lang="en-US" altLang="ja-JP" sz="1200" dirty="0">
                <a:latin typeface="Meiryo UI" panose="020B0604030504040204" pitchFamily="50" charset="-128"/>
                <a:ea typeface="Meiryo UI" panose="020B0604030504040204" pitchFamily="50" charset="-128"/>
              </a:rPr>
            </a:br>
            <a:r>
              <a:rPr kumimoji="1" lang="ja-JP" altLang="en-US" sz="1200" dirty="0">
                <a:latin typeface="Meiryo UI" panose="020B0604030504040204" pitchFamily="50" charset="-128"/>
                <a:ea typeface="Meiryo UI" panose="020B0604030504040204" pitchFamily="50" charset="-128"/>
              </a:rPr>
              <a:t>検討結果の再整理</a:t>
            </a:r>
          </a:p>
        </p:txBody>
      </p:sp>
      <p:sp>
        <p:nvSpPr>
          <p:cNvPr id="128" name="正方形/長方形 127">
            <a:extLst>
              <a:ext uri="{FF2B5EF4-FFF2-40B4-BE49-F238E27FC236}">
                <a16:creationId xmlns:a16="http://schemas.microsoft.com/office/drawing/2014/main" id="{56F4A1C9-0E66-4C45-93C5-4430E4C4EF62}"/>
              </a:ext>
            </a:extLst>
          </p:cNvPr>
          <p:cNvSpPr/>
          <p:nvPr/>
        </p:nvSpPr>
        <p:spPr bwMode="auto">
          <a:xfrm>
            <a:off x="2763700" y="4654866"/>
            <a:ext cx="3007309" cy="720000"/>
          </a:xfrm>
          <a:prstGeom prst="rect">
            <a:avLst/>
          </a:prstGeom>
          <a:gradFill>
            <a:gsLst>
              <a:gs pos="50000">
                <a:schemeClr val="accent3">
                  <a:lumMod val="20000"/>
                  <a:lumOff val="80000"/>
                </a:schemeClr>
              </a:gs>
              <a:gs pos="61000">
                <a:schemeClr val="bg1"/>
              </a:gs>
            </a:gsLst>
            <a:lin ang="2700000" scaled="1"/>
          </a:gradFill>
          <a:ln w="6350" algn="ctr">
            <a:solidFill>
              <a:schemeClr val="bg1">
                <a:lumMod val="65000"/>
              </a:schemeClr>
            </a:solidFill>
            <a:round/>
            <a:headEnd/>
            <a:tailEnd/>
          </a:ln>
        </p:spPr>
        <p:txBody>
          <a:bodyPr wrap="none" lIns="0" tIns="0" rIns="0" bIns="0" rtlCol="0" anchor="ctr" anchorCtr="0"/>
          <a:lstStyle/>
          <a:p>
            <a:pPr algn="ctr">
              <a:spcBef>
                <a:spcPct val="20000"/>
              </a:spcBef>
            </a:pPr>
            <a:r>
              <a:rPr kumimoji="1" lang="ja-JP" altLang="en-US" sz="1200" dirty="0">
                <a:latin typeface="Meiryo UI" panose="020B0604030504040204" pitchFamily="50" charset="-128"/>
                <a:ea typeface="Meiryo UI" panose="020B0604030504040204" pitchFamily="50" charset="-128"/>
              </a:rPr>
              <a:t>デジタルアセットに関するディスカッションと整理</a:t>
            </a:r>
            <a:br>
              <a:rPr kumimoji="1" lang="en-US" altLang="ja-JP" sz="1200" dirty="0">
                <a:latin typeface="Meiryo UI" panose="020B0604030504040204" pitchFamily="50" charset="-128"/>
                <a:ea typeface="Meiryo UI" panose="020B0604030504040204" pitchFamily="50" charset="-128"/>
              </a:rPr>
            </a:br>
            <a:r>
              <a:rPr kumimoji="1" lang="ja-JP" altLang="en-US" sz="1200" dirty="0">
                <a:latin typeface="Meiryo UI" panose="020B0604030504040204" pitchFamily="50" charset="-128"/>
                <a:ea typeface="Meiryo UI" panose="020B0604030504040204" pitchFamily="50" charset="-128"/>
              </a:rPr>
              <a:t>（これまでの取組の振り返りと残課題対応）</a:t>
            </a:r>
          </a:p>
        </p:txBody>
      </p:sp>
      <p:grpSp>
        <p:nvGrpSpPr>
          <p:cNvPr id="129" name="グループ化 128">
            <a:extLst>
              <a:ext uri="{FF2B5EF4-FFF2-40B4-BE49-F238E27FC236}">
                <a16:creationId xmlns:a16="http://schemas.microsoft.com/office/drawing/2014/main" id="{62689940-1AE6-4C2B-9CDA-D686AEBEAEDD}"/>
              </a:ext>
            </a:extLst>
          </p:cNvPr>
          <p:cNvGrpSpPr/>
          <p:nvPr/>
        </p:nvGrpSpPr>
        <p:grpSpPr>
          <a:xfrm>
            <a:off x="4797081" y="5364353"/>
            <a:ext cx="524437" cy="321899"/>
            <a:chOff x="7099300" y="3790127"/>
            <a:chExt cx="280813" cy="313400"/>
          </a:xfrm>
          <a:solidFill>
            <a:schemeClr val="accent1">
              <a:lumMod val="40000"/>
              <a:lumOff val="60000"/>
            </a:schemeClr>
          </a:solidFill>
        </p:grpSpPr>
        <p:sp>
          <p:nvSpPr>
            <p:cNvPr id="142" name="矢印: 右カーブ 141">
              <a:extLst>
                <a:ext uri="{FF2B5EF4-FFF2-40B4-BE49-F238E27FC236}">
                  <a16:creationId xmlns:a16="http://schemas.microsoft.com/office/drawing/2014/main" id="{8435C4C0-7188-4DC2-A90B-94AABA0A708F}"/>
                </a:ext>
              </a:extLst>
            </p:cNvPr>
            <p:cNvSpPr/>
            <p:nvPr/>
          </p:nvSpPr>
          <p:spPr bwMode="auto">
            <a:xfrm>
              <a:off x="7099300" y="3815527"/>
              <a:ext cx="108000" cy="288000"/>
            </a:xfrm>
            <a:prstGeom prst="curvedRightArrow">
              <a:avLst/>
            </a:prstGeom>
            <a:grpFill/>
            <a:ln w="19050" cap="flat" cmpd="sng" algn="ctr">
              <a:solidFill>
                <a:srgbClr val="460073"/>
              </a:solidFill>
              <a:prstDash val="solid"/>
              <a:round/>
              <a:headEnd type="none" w="med" len="med"/>
              <a:tailEnd type="none" w="med" len="med"/>
            </a:ln>
            <a:effectLst/>
          </p:spPr>
          <p:txBody>
            <a:bodyPr lIns="72000" tIns="72000" rIns="72000" bIns="72000" rtlCol="0" anchor="ctr" anchorCtr="0"/>
            <a:lstStyle/>
            <a:p>
              <a:pPr marL="63500" marR="0" lvl="0" indent="0" algn="l" defTabSz="269875" rtl="0" eaLnBrk="1" fontAlgn="auto" latinLnBrk="0" hangingPunct="1">
                <a:lnSpc>
                  <a:spcPct val="110000"/>
                </a:lnSpc>
                <a:spcBef>
                  <a:spcPct val="40000"/>
                </a:spcBef>
                <a:spcAft>
                  <a:spcPct val="0"/>
                </a:spcAft>
                <a:buClrTx/>
                <a:buSzTx/>
                <a:buFontTx/>
                <a:buNone/>
                <a:tabLst/>
                <a:defRPr/>
              </a:pPr>
              <a:endParaRPr kumimoji="0" lang="ja-JP" altLang="en-US" sz="1400" b="0" i="0" u="none" strike="noStrike" kern="0" cap="none" spc="0" normalizeH="0" baseline="0" noProof="0" dirty="0">
                <a:ln>
                  <a:noFill/>
                </a:ln>
                <a:solidFill>
                  <a:prstClr val="black"/>
                </a:solidFill>
                <a:effectLst/>
                <a:uLnTx/>
                <a:uFillTx/>
                <a:latin typeface="+mj-lt"/>
                <a:ea typeface="Meiryo UI" panose="020B0604030504040204" pitchFamily="50" charset="-128"/>
                <a:cs typeface="Meiryo UI" panose="020B0604030504040204" pitchFamily="50" charset="-128"/>
              </a:endParaRPr>
            </a:p>
          </p:txBody>
        </p:sp>
        <p:sp>
          <p:nvSpPr>
            <p:cNvPr id="143" name="矢印: 右カーブ 142">
              <a:extLst>
                <a:ext uri="{FF2B5EF4-FFF2-40B4-BE49-F238E27FC236}">
                  <a16:creationId xmlns:a16="http://schemas.microsoft.com/office/drawing/2014/main" id="{555ABE20-AD2A-4E28-B726-50F5381B4366}"/>
                </a:ext>
              </a:extLst>
            </p:cNvPr>
            <p:cNvSpPr/>
            <p:nvPr/>
          </p:nvSpPr>
          <p:spPr bwMode="auto">
            <a:xfrm rot="271433" flipH="1" flipV="1">
              <a:off x="7272113" y="3790127"/>
              <a:ext cx="108000" cy="288000"/>
            </a:xfrm>
            <a:prstGeom prst="curvedRightArrow">
              <a:avLst/>
            </a:prstGeom>
            <a:grpFill/>
            <a:ln w="19050" cap="flat" cmpd="sng" algn="ctr">
              <a:solidFill>
                <a:srgbClr val="460073"/>
              </a:solidFill>
              <a:prstDash val="solid"/>
              <a:round/>
              <a:headEnd type="none" w="med" len="med"/>
              <a:tailEnd type="none" w="med" len="med"/>
            </a:ln>
            <a:effectLst/>
          </p:spPr>
          <p:txBody>
            <a:bodyPr lIns="72000" tIns="72000" rIns="72000" bIns="72000" rtlCol="0" anchor="ctr" anchorCtr="0"/>
            <a:lstStyle/>
            <a:p>
              <a:pPr marL="63500" marR="0" lvl="0" indent="0" algn="l" defTabSz="269875" rtl="0" eaLnBrk="1" fontAlgn="auto" latinLnBrk="0" hangingPunct="1">
                <a:lnSpc>
                  <a:spcPct val="110000"/>
                </a:lnSpc>
                <a:spcBef>
                  <a:spcPct val="40000"/>
                </a:spcBef>
                <a:spcAft>
                  <a:spcPct val="0"/>
                </a:spcAft>
                <a:buClrTx/>
                <a:buSzTx/>
                <a:buFontTx/>
                <a:buNone/>
                <a:tabLst/>
                <a:defRPr/>
              </a:pPr>
              <a:endParaRPr kumimoji="0" lang="ja-JP" altLang="en-US" sz="1400" b="0" i="0" u="none" strike="noStrike" kern="0" cap="none" spc="0" normalizeH="0" baseline="0" noProof="0" dirty="0">
                <a:ln>
                  <a:noFill/>
                </a:ln>
                <a:solidFill>
                  <a:prstClr val="black"/>
                </a:solidFill>
                <a:effectLst/>
                <a:uLnTx/>
                <a:uFillTx/>
                <a:latin typeface="+mj-lt"/>
                <a:ea typeface="Meiryo UI" panose="020B0604030504040204" pitchFamily="50" charset="-128"/>
                <a:cs typeface="Meiryo UI" panose="020B0604030504040204" pitchFamily="50" charset="-128"/>
              </a:endParaRPr>
            </a:p>
          </p:txBody>
        </p:sp>
      </p:grpSp>
      <p:grpSp>
        <p:nvGrpSpPr>
          <p:cNvPr id="149" name="グループ化 148">
            <a:extLst>
              <a:ext uri="{FF2B5EF4-FFF2-40B4-BE49-F238E27FC236}">
                <a16:creationId xmlns:a16="http://schemas.microsoft.com/office/drawing/2014/main" id="{F1679D09-C349-408C-BC5E-6FA3C7639E81}"/>
              </a:ext>
            </a:extLst>
          </p:cNvPr>
          <p:cNvGrpSpPr/>
          <p:nvPr/>
        </p:nvGrpSpPr>
        <p:grpSpPr>
          <a:xfrm>
            <a:off x="3231333" y="5345747"/>
            <a:ext cx="524437" cy="321899"/>
            <a:chOff x="7099300" y="3790127"/>
            <a:chExt cx="280813" cy="313400"/>
          </a:xfrm>
          <a:solidFill>
            <a:schemeClr val="accent1">
              <a:lumMod val="40000"/>
              <a:lumOff val="60000"/>
            </a:schemeClr>
          </a:solidFill>
        </p:grpSpPr>
        <p:sp>
          <p:nvSpPr>
            <p:cNvPr id="157" name="矢印: 右カーブ 156">
              <a:extLst>
                <a:ext uri="{FF2B5EF4-FFF2-40B4-BE49-F238E27FC236}">
                  <a16:creationId xmlns:a16="http://schemas.microsoft.com/office/drawing/2014/main" id="{264C600A-733A-45C7-B68B-848A553E70A0}"/>
                </a:ext>
              </a:extLst>
            </p:cNvPr>
            <p:cNvSpPr/>
            <p:nvPr/>
          </p:nvSpPr>
          <p:spPr bwMode="auto">
            <a:xfrm>
              <a:off x="7099300" y="3815527"/>
              <a:ext cx="108000" cy="288000"/>
            </a:xfrm>
            <a:prstGeom prst="curvedRightArrow">
              <a:avLst/>
            </a:prstGeom>
            <a:grpFill/>
            <a:ln w="19050" cap="flat" cmpd="sng" algn="ctr">
              <a:solidFill>
                <a:srgbClr val="460073"/>
              </a:solidFill>
              <a:prstDash val="solid"/>
              <a:round/>
              <a:headEnd type="none" w="med" len="med"/>
              <a:tailEnd type="none" w="med" len="med"/>
            </a:ln>
            <a:effectLst/>
          </p:spPr>
          <p:txBody>
            <a:bodyPr lIns="72000" tIns="72000" rIns="72000" bIns="72000" rtlCol="0" anchor="ctr" anchorCtr="0"/>
            <a:lstStyle/>
            <a:p>
              <a:pPr marL="63500" marR="0" lvl="0" indent="0" algn="l" defTabSz="269875" rtl="0" eaLnBrk="1" fontAlgn="auto" latinLnBrk="0" hangingPunct="1">
                <a:lnSpc>
                  <a:spcPct val="110000"/>
                </a:lnSpc>
                <a:spcBef>
                  <a:spcPct val="40000"/>
                </a:spcBef>
                <a:spcAft>
                  <a:spcPct val="0"/>
                </a:spcAft>
                <a:buClrTx/>
                <a:buSzTx/>
                <a:buFontTx/>
                <a:buNone/>
                <a:tabLst/>
                <a:defRPr/>
              </a:pPr>
              <a:endParaRPr kumimoji="0" lang="ja-JP" altLang="en-US" sz="1400" b="0" i="0" u="none" strike="noStrike" kern="0" cap="none" spc="0" normalizeH="0" baseline="0" noProof="0" dirty="0">
                <a:ln>
                  <a:noFill/>
                </a:ln>
                <a:solidFill>
                  <a:prstClr val="black"/>
                </a:solidFill>
                <a:effectLst/>
                <a:uLnTx/>
                <a:uFillTx/>
                <a:latin typeface="+mj-lt"/>
                <a:ea typeface="Meiryo UI" panose="020B0604030504040204" pitchFamily="50" charset="-128"/>
                <a:cs typeface="Meiryo UI" panose="020B0604030504040204" pitchFamily="50" charset="-128"/>
              </a:endParaRPr>
            </a:p>
          </p:txBody>
        </p:sp>
        <p:sp>
          <p:nvSpPr>
            <p:cNvPr id="164" name="矢印: 右カーブ 163">
              <a:extLst>
                <a:ext uri="{FF2B5EF4-FFF2-40B4-BE49-F238E27FC236}">
                  <a16:creationId xmlns:a16="http://schemas.microsoft.com/office/drawing/2014/main" id="{8862F6A1-6E9C-4837-BA8C-50358B9644D7}"/>
                </a:ext>
              </a:extLst>
            </p:cNvPr>
            <p:cNvSpPr/>
            <p:nvPr/>
          </p:nvSpPr>
          <p:spPr bwMode="auto">
            <a:xfrm rot="271433" flipH="1" flipV="1">
              <a:off x="7272113" y="3790127"/>
              <a:ext cx="108000" cy="288000"/>
            </a:xfrm>
            <a:prstGeom prst="curvedRightArrow">
              <a:avLst/>
            </a:prstGeom>
            <a:grpFill/>
            <a:ln w="19050" cap="flat" cmpd="sng" algn="ctr">
              <a:solidFill>
                <a:srgbClr val="460073"/>
              </a:solidFill>
              <a:prstDash val="solid"/>
              <a:round/>
              <a:headEnd type="none" w="med" len="med"/>
              <a:tailEnd type="none" w="med" len="med"/>
            </a:ln>
            <a:effectLst/>
          </p:spPr>
          <p:txBody>
            <a:bodyPr lIns="72000" tIns="72000" rIns="72000" bIns="72000" rtlCol="0" anchor="ctr" anchorCtr="0"/>
            <a:lstStyle/>
            <a:p>
              <a:pPr marL="63500" marR="0" lvl="0" indent="0" algn="l" defTabSz="269875" rtl="0" eaLnBrk="1" fontAlgn="auto" latinLnBrk="0" hangingPunct="1">
                <a:lnSpc>
                  <a:spcPct val="110000"/>
                </a:lnSpc>
                <a:spcBef>
                  <a:spcPct val="40000"/>
                </a:spcBef>
                <a:spcAft>
                  <a:spcPct val="0"/>
                </a:spcAft>
                <a:buClrTx/>
                <a:buSzTx/>
                <a:buFontTx/>
                <a:buNone/>
                <a:tabLst/>
                <a:defRPr/>
              </a:pPr>
              <a:endParaRPr kumimoji="0" lang="ja-JP" altLang="en-US" sz="1400" b="0" i="0" u="none" strike="noStrike" kern="0" cap="none" spc="0" normalizeH="0" baseline="0" noProof="0" dirty="0">
                <a:ln>
                  <a:noFill/>
                </a:ln>
                <a:solidFill>
                  <a:prstClr val="black"/>
                </a:solidFill>
                <a:effectLst/>
                <a:uLnTx/>
                <a:uFillTx/>
                <a:latin typeface="+mj-lt"/>
                <a:ea typeface="Meiryo UI" panose="020B0604030504040204" pitchFamily="50" charset="-128"/>
                <a:cs typeface="Meiryo UI" panose="020B0604030504040204" pitchFamily="50" charset="-128"/>
              </a:endParaRPr>
            </a:p>
          </p:txBody>
        </p:sp>
      </p:grpSp>
      <p:cxnSp>
        <p:nvCxnSpPr>
          <p:cNvPr id="172" name="直線矢印コネクタ 118">
            <a:extLst>
              <a:ext uri="{FF2B5EF4-FFF2-40B4-BE49-F238E27FC236}">
                <a16:creationId xmlns:a16="http://schemas.microsoft.com/office/drawing/2014/main" id="{57A92E6A-82C2-4395-B73A-7A1AC0F74744}"/>
              </a:ext>
            </a:extLst>
          </p:cNvPr>
          <p:cNvCxnSpPr>
            <a:cxnSpLocks/>
            <a:stCxn id="97" idx="3"/>
            <a:endCxn id="128" idx="1"/>
          </p:cNvCxnSpPr>
          <p:nvPr/>
        </p:nvCxnSpPr>
        <p:spPr>
          <a:xfrm flipV="1">
            <a:off x="2185243" y="5014866"/>
            <a:ext cx="578457" cy="980835"/>
          </a:xfrm>
          <a:prstGeom prst="bentConnector3">
            <a:avLst>
              <a:gd name="adj1" fmla="val 39754"/>
            </a:avLst>
          </a:prstGeom>
          <a:solidFill>
            <a:schemeClr val="accent1"/>
          </a:solidFill>
          <a:ln w="12700" cap="flat" cmpd="sng" algn="ctr">
            <a:solidFill>
              <a:schemeClr val="tx1">
                <a:lumMod val="75000"/>
                <a:lumOff val="25000"/>
              </a:schemeClr>
            </a:solidFill>
            <a:prstDash val="solid"/>
            <a:round/>
            <a:headEnd type="none" w="med" len="med"/>
            <a:tailEnd type="triangle" w="med" len="sm"/>
          </a:ln>
          <a:effectLst/>
        </p:spPr>
      </p:cxnSp>
      <p:cxnSp>
        <p:nvCxnSpPr>
          <p:cNvPr id="179" name="直線矢印コネクタ 178">
            <a:extLst>
              <a:ext uri="{FF2B5EF4-FFF2-40B4-BE49-F238E27FC236}">
                <a16:creationId xmlns:a16="http://schemas.microsoft.com/office/drawing/2014/main" id="{E39B947D-5D17-4F50-BC99-2A4B803C474E}"/>
              </a:ext>
            </a:extLst>
          </p:cNvPr>
          <p:cNvCxnSpPr>
            <a:cxnSpLocks/>
          </p:cNvCxnSpPr>
          <p:nvPr/>
        </p:nvCxnSpPr>
        <p:spPr>
          <a:xfrm flipH="1">
            <a:off x="6998331" y="4394030"/>
            <a:ext cx="97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直線矢印コネクタ 118">
            <a:extLst>
              <a:ext uri="{FF2B5EF4-FFF2-40B4-BE49-F238E27FC236}">
                <a16:creationId xmlns:a16="http://schemas.microsoft.com/office/drawing/2014/main" id="{FAC27DFE-7893-454C-9420-AE765E16E792}"/>
              </a:ext>
            </a:extLst>
          </p:cNvPr>
          <p:cNvCxnSpPr>
            <a:cxnSpLocks/>
            <a:stCxn id="89" idx="3"/>
            <a:endCxn id="144" idx="1"/>
          </p:cNvCxnSpPr>
          <p:nvPr/>
        </p:nvCxnSpPr>
        <p:spPr>
          <a:xfrm flipV="1">
            <a:off x="7766155" y="3546823"/>
            <a:ext cx="301332" cy="1961671"/>
          </a:xfrm>
          <a:prstGeom prst="bentConnector3">
            <a:avLst>
              <a:gd name="adj1" fmla="val 50000"/>
            </a:avLst>
          </a:prstGeom>
          <a:solidFill>
            <a:schemeClr val="accent1"/>
          </a:solidFill>
          <a:ln w="12700" cap="flat" cmpd="sng" algn="ctr">
            <a:solidFill>
              <a:schemeClr val="tx1">
                <a:lumMod val="75000"/>
                <a:lumOff val="25000"/>
              </a:schemeClr>
            </a:solidFill>
            <a:prstDash val="solid"/>
            <a:round/>
            <a:headEnd type="none" w="med" len="med"/>
            <a:tailEnd type="triangle" w="med" len="sm"/>
          </a:ln>
          <a:effectLst/>
        </p:spPr>
      </p:cxnSp>
      <p:cxnSp>
        <p:nvCxnSpPr>
          <p:cNvPr id="182" name="直線矢印コネクタ 118">
            <a:extLst>
              <a:ext uri="{FF2B5EF4-FFF2-40B4-BE49-F238E27FC236}">
                <a16:creationId xmlns:a16="http://schemas.microsoft.com/office/drawing/2014/main" id="{3512011C-27A9-4394-A879-935CB40FE1F6}"/>
              </a:ext>
            </a:extLst>
          </p:cNvPr>
          <p:cNvCxnSpPr>
            <a:cxnSpLocks/>
            <a:stCxn id="128" idx="3"/>
            <a:endCxn id="106" idx="1"/>
          </p:cNvCxnSpPr>
          <p:nvPr/>
        </p:nvCxnSpPr>
        <p:spPr>
          <a:xfrm flipV="1">
            <a:off x="5771009" y="3546823"/>
            <a:ext cx="459499" cy="1468043"/>
          </a:xfrm>
          <a:prstGeom prst="bentConnector3">
            <a:avLst>
              <a:gd name="adj1" fmla="val 62898"/>
            </a:avLst>
          </a:prstGeom>
          <a:solidFill>
            <a:schemeClr val="accent1"/>
          </a:solidFill>
          <a:ln w="12700" cap="flat" cmpd="sng" algn="ctr">
            <a:solidFill>
              <a:schemeClr val="tx1">
                <a:lumMod val="75000"/>
                <a:lumOff val="25000"/>
              </a:schemeClr>
            </a:solidFill>
            <a:prstDash val="solid"/>
            <a:round/>
            <a:headEnd type="none" w="med" len="med"/>
            <a:tailEnd type="triangle" w="med" len="sm"/>
          </a:ln>
          <a:effectLst/>
        </p:spPr>
      </p:cxnSp>
      <p:cxnSp>
        <p:nvCxnSpPr>
          <p:cNvPr id="185" name="直線矢印コネクタ 118">
            <a:extLst>
              <a:ext uri="{FF2B5EF4-FFF2-40B4-BE49-F238E27FC236}">
                <a16:creationId xmlns:a16="http://schemas.microsoft.com/office/drawing/2014/main" id="{E75D62FC-9F54-4457-9738-27983A1FA57B}"/>
              </a:ext>
            </a:extLst>
          </p:cNvPr>
          <p:cNvCxnSpPr>
            <a:cxnSpLocks/>
            <a:stCxn id="121" idx="3"/>
            <a:endCxn id="106" idx="1"/>
          </p:cNvCxnSpPr>
          <p:nvPr/>
        </p:nvCxnSpPr>
        <p:spPr>
          <a:xfrm>
            <a:off x="5771009" y="3053194"/>
            <a:ext cx="459499" cy="493629"/>
          </a:xfrm>
          <a:prstGeom prst="bentConnector3">
            <a:avLst>
              <a:gd name="adj1" fmla="val 62898"/>
            </a:avLst>
          </a:prstGeom>
          <a:solidFill>
            <a:schemeClr val="accent1"/>
          </a:solidFill>
          <a:ln w="12700" cap="flat" cmpd="sng" algn="ctr">
            <a:solidFill>
              <a:schemeClr val="tx1">
                <a:lumMod val="75000"/>
                <a:lumOff val="25000"/>
              </a:schemeClr>
            </a:solidFill>
            <a:prstDash val="solid"/>
            <a:round/>
            <a:headEnd type="none" w="med" len="med"/>
            <a:tailEnd type="triangle" w="med" len="sm"/>
          </a:ln>
          <a:effectLst/>
        </p:spPr>
      </p:cxnSp>
      <p:sp>
        <p:nvSpPr>
          <p:cNvPr id="186" name="Oval 57">
            <a:extLst>
              <a:ext uri="{FF2B5EF4-FFF2-40B4-BE49-F238E27FC236}">
                <a16:creationId xmlns:a16="http://schemas.microsoft.com/office/drawing/2014/main" id="{C47F1CBD-D31A-4DFB-9C7E-3CE7FD8387DE}"/>
              </a:ext>
            </a:extLst>
          </p:cNvPr>
          <p:cNvSpPr/>
          <p:nvPr/>
        </p:nvSpPr>
        <p:spPr>
          <a:xfrm>
            <a:off x="6096419" y="2158505"/>
            <a:ext cx="256191" cy="285149"/>
          </a:xfrm>
          <a:prstGeom prst="ellipse">
            <a:avLst/>
          </a:prstGeom>
          <a:solidFill>
            <a:schemeClr val="bg1"/>
          </a:solidFill>
          <a:ln>
            <a:solidFill>
              <a:srgbClr val="A1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solidFill>
                  <a:schemeClr val="tx2">
                    <a:lumMod val="50000"/>
                  </a:schemeClr>
                </a:solidFill>
              </a:rPr>
              <a:t>C</a:t>
            </a:r>
            <a:endParaRPr lang="en-US" sz="1400" dirty="0">
              <a:solidFill>
                <a:schemeClr val="tx2">
                  <a:lumMod val="50000"/>
                </a:schemeClr>
              </a:solidFill>
            </a:endParaRPr>
          </a:p>
        </p:txBody>
      </p:sp>
    </p:spTree>
    <p:extLst>
      <p:ext uri="{BB962C8B-B14F-4D97-AF65-F5344CB8AC3E}">
        <p14:creationId xmlns:p14="http://schemas.microsoft.com/office/powerpoint/2010/main" val="4109772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1C5BDD85-6467-4E20-A1FB-80C10417127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499" imgH="499" progId="TCLayout.ActiveDocument.1">
                  <p:embed/>
                </p:oleObj>
              </mc:Choice>
              <mc:Fallback>
                <p:oleObj name="think-cell スライド" r:id="rId3" imgW="499" imgH="499" progId="TCLayout.ActiveDocument.1">
                  <p:embed/>
                  <p:pic>
                    <p:nvPicPr>
                      <p:cNvPr id="4" name="オブジェクト 3" hidden="1">
                        <a:extLst>
                          <a:ext uri="{FF2B5EF4-FFF2-40B4-BE49-F238E27FC236}">
                            <a16:creationId xmlns:a16="http://schemas.microsoft.com/office/drawing/2014/main" id="{1C5BDD85-6467-4E20-A1FB-80C1041712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C9AC6417-DE03-4D27-8C4A-604DD1BE159E}"/>
              </a:ext>
            </a:extLst>
          </p:cNvPr>
          <p:cNvSpPr>
            <a:spLocks noGrp="1"/>
          </p:cNvSpPr>
          <p:nvPr>
            <p:ph type="title"/>
          </p:nvPr>
        </p:nvSpPr>
        <p:spPr>
          <a:xfrm>
            <a:off x="173709" y="476672"/>
            <a:ext cx="9584887" cy="420752"/>
          </a:xfrm>
        </p:spPr>
        <p:txBody>
          <a:bodyPr vert="horz"/>
          <a:lstStyle/>
          <a:p>
            <a:r>
              <a:rPr lang="ja-JP" altLang="en-US" dirty="0"/>
              <a:t>プロジェクトの</a:t>
            </a:r>
            <a:r>
              <a:rPr kumimoji="1" lang="ja-JP" altLang="en-US" dirty="0"/>
              <a:t>会議体案</a:t>
            </a:r>
          </a:p>
        </p:txBody>
      </p:sp>
      <p:sp>
        <p:nvSpPr>
          <p:cNvPr id="3" name="テキスト プレースホルダー 2">
            <a:extLst>
              <a:ext uri="{FF2B5EF4-FFF2-40B4-BE49-F238E27FC236}">
                <a16:creationId xmlns:a16="http://schemas.microsoft.com/office/drawing/2014/main" id="{45148E15-5999-4B2B-A05A-433F1E079671}"/>
              </a:ext>
            </a:extLst>
          </p:cNvPr>
          <p:cNvSpPr>
            <a:spLocks noGrp="1"/>
          </p:cNvSpPr>
          <p:nvPr>
            <p:ph type="body" idx="12"/>
          </p:nvPr>
        </p:nvSpPr>
        <p:spPr/>
        <p:txBody>
          <a:bodyPr/>
          <a:lstStyle/>
          <a:p>
            <a:r>
              <a:rPr kumimoji="1" lang="ja-JP" altLang="en-US" dirty="0"/>
              <a:t>本取組では以下</a:t>
            </a:r>
            <a:r>
              <a:rPr kumimoji="1" lang="en-US" altLang="ja-JP" dirty="0"/>
              <a:t>2</a:t>
            </a:r>
            <a:r>
              <a:rPr kumimoji="1" lang="ja-JP" altLang="en-US" dirty="0"/>
              <a:t>つの会議体を想定。弊社側は</a:t>
            </a:r>
            <a:r>
              <a:rPr lang="ja-JP" altLang="en-US" dirty="0"/>
              <a:t>ビジネス・テクノロジ双方のメンバが全会議体に出席予定。</a:t>
            </a:r>
            <a:endParaRPr kumimoji="1" lang="ja-JP" altLang="en-US" dirty="0"/>
          </a:p>
        </p:txBody>
      </p:sp>
      <p:sp>
        <p:nvSpPr>
          <p:cNvPr id="5" name="テキスト ボックス 4">
            <a:extLst>
              <a:ext uri="{FF2B5EF4-FFF2-40B4-BE49-F238E27FC236}">
                <a16:creationId xmlns:a16="http://schemas.microsoft.com/office/drawing/2014/main" id="{D1630B28-AFEA-4E74-A2EA-ED54A411C76F}"/>
              </a:ext>
            </a:extLst>
          </p:cNvPr>
          <p:cNvSpPr txBox="1"/>
          <p:nvPr/>
        </p:nvSpPr>
        <p:spPr>
          <a:xfrm>
            <a:off x="651695" y="1469268"/>
            <a:ext cx="1125102" cy="276999"/>
          </a:xfrm>
          <a:prstGeom prst="rect">
            <a:avLst/>
          </a:prstGeom>
          <a:noFill/>
        </p:spPr>
        <p:txBody>
          <a:bodyPr wrap="square" rtlCol="0">
            <a:spAutoFit/>
          </a:bodyPr>
          <a:lstStyle/>
          <a:p>
            <a:pPr algn="ctr"/>
            <a:r>
              <a:rPr kumimoji="1" lang="ja-JP" altLang="en-US" sz="1200" dirty="0">
                <a:latin typeface="Meiryo UI" panose="020B0604030504040204" pitchFamily="50" charset="-128"/>
                <a:ea typeface="Meiryo UI" panose="020B0604030504040204" pitchFamily="50" charset="-128"/>
              </a:rPr>
              <a:t>会議体</a:t>
            </a:r>
          </a:p>
        </p:txBody>
      </p:sp>
      <p:sp>
        <p:nvSpPr>
          <p:cNvPr id="7" name="テキスト ボックス 6">
            <a:extLst>
              <a:ext uri="{FF2B5EF4-FFF2-40B4-BE49-F238E27FC236}">
                <a16:creationId xmlns:a16="http://schemas.microsoft.com/office/drawing/2014/main" id="{6E758628-E528-4872-84A8-E636E65E4F66}"/>
              </a:ext>
            </a:extLst>
          </p:cNvPr>
          <p:cNvSpPr txBox="1"/>
          <p:nvPr/>
        </p:nvSpPr>
        <p:spPr>
          <a:xfrm>
            <a:off x="2681102" y="1469268"/>
            <a:ext cx="1237612" cy="276999"/>
          </a:xfrm>
          <a:prstGeom prst="rect">
            <a:avLst/>
          </a:prstGeom>
          <a:noFill/>
        </p:spPr>
        <p:txBody>
          <a:bodyPr wrap="square" rtlCol="0">
            <a:spAutoFit/>
          </a:bodyPr>
          <a:lstStyle/>
          <a:p>
            <a:pPr algn="ctr"/>
            <a:r>
              <a:rPr kumimoji="1" lang="ja-JP" altLang="en-US" sz="1200" dirty="0">
                <a:latin typeface="Meiryo UI" panose="020B0604030504040204" pitchFamily="50" charset="-128"/>
                <a:ea typeface="Meiryo UI" panose="020B0604030504040204" pitchFamily="50" charset="-128"/>
              </a:rPr>
              <a:t>実施頻度</a:t>
            </a:r>
          </a:p>
        </p:txBody>
      </p:sp>
      <p:sp>
        <p:nvSpPr>
          <p:cNvPr id="9" name="テキスト ボックス 8">
            <a:extLst>
              <a:ext uri="{FF2B5EF4-FFF2-40B4-BE49-F238E27FC236}">
                <a16:creationId xmlns:a16="http://schemas.microsoft.com/office/drawing/2014/main" id="{7C11592F-659E-4FCD-91E5-41060E03D46D}"/>
              </a:ext>
            </a:extLst>
          </p:cNvPr>
          <p:cNvSpPr txBox="1"/>
          <p:nvPr/>
        </p:nvSpPr>
        <p:spPr>
          <a:xfrm>
            <a:off x="4976606" y="1469268"/>
            <a:ext cx="1811987" cy="276999"/>
          </a:xfrm>
          <a:prstGeom prst="rect">
            <a:avLst/>
          </a:prstGeom>
          <a:noFill/>
        </p:spPr>
        <p:txBody>
          <a:bodyPr wrap="square" rtlCol="0">
            <a:spAutoFit/>
          </a:bodyPr>
          <a:lstStyle/>
          <a:p>
            <a:pPr algn="ctr"/>
            <a:r>
              <a:rPr kumimoji="1" lang="ja-JP" altLang="en-US" sz="1200" dirty="0">
                <a:latin typeface="Meiryo UI" panose="020B0604030504040204" pitchFamily="50" charset="-128"/>
                <a:ea typeface="Meiryo UI" panose="020B0604030504040204" pitchFamily="50" charset="-128"/>
              </a:rPr>
              <a:t>内容</a:t>
            </a:r>
          </a:p>
        </p:txBody>
      </p:sp>
      <p:cxnSp>
        <p:nvCxnSpPr>
          <p:cNvPr id="11" name="直線コネクタ 10">
            <a:extLst>
              <a:ext uri="{FF2B5EF4-FFF2-40B4-BE49-F238E27FC236}">
                <a16:creationId xmlns:a16="http://schemas.microsoft.com/office/drawing/2014/main" id="{F0850874-0511-462A-8D72-E1CE764C6B5A}"/>
              </a:ext>
            </a:extLst>
          </p:cNvPr>
          <p:cNvCxnSpPr>
            <a:cxnSpLocks/>
          </p:cNvCxnSpPr>
          <p:nvPr/>
        </p:nvCxnSpPr>
        <p:spPr>
          <a:xfrm>
            <a:off x="266326" y="1766002"/>
            <a:ext cx="1882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05AF93CE-8F49-4587-804E-33DA5BBF9A0C}"/>
              </a:ext>
            </a:extLst>
          </p:cNvPr>
          <p:cNvCxnSpPr>
            <a:cxnSpLocks/>
          </p:cNvCxnSpPr>
          <p:nvPr/>
        </p:nvCxnSpPr>
        <p:spPr>
          <a:xfrm>
            <a:off x="2231702" y="1766002"/>
            <a:ext cx="18830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38A9C470-1809-44D8-83A1-AF45F35FAADF}"/>
              </a:ext>
            </a:extLst>
          </p:cNvPr>
          <p:cNvCxnSpPr>
            <a:cxnSpLocks/>
          </p:cNvCxnSpPr>
          <p:nvPr/>
        </p:nvCxnSpPr>
        <p:spPr>
          <a:xfrm>
            <a:off x="4188287" y="1766002"/>
            <a:ext cx="307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7639BEE2-DB41-4E3F-B081-55298C909C13}"/>
              </a:ext>
            </a:extLst>
          </p:cNvPr>
          <p:cNvCxnSpPr>
            <a:cxnSpLocks/>
          </p:cNvCxnSpPr>
          <p:nvPr/>
        </p:nvCxnSpPr>
        <p:spPr>
          <a:xfrm>
            <a:off x="7341062" y="1766002"/>
            <a:ext cx="237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B8F77DAE-6CF8-47F9-AB72-5477169836EF}"/>
              </a:ext>
            </a:extLst>
          </p:cNvPr>
          <p:cNvSpPr txBox="1"/>
          <p:nvPr/>
        </p:nvSpPr>
        <p:spPr>
          <a:xfrm>
            <a:off x="7638186" y="1469268"/>
            <a:ext cx="1811987" cy="276999"/>
          </a:xfrm>
          <a:prstGeom prst="rect">
            <a:avLst/>
          </a:prstGeom>
          <a:noFill/>
        </p:spPr>
        <p:txBody>
          <a:bodyPr wrap="square" rtlCol="0">
            <a:spAutoFit/>
          </a:bodyPr>
          <a:lstStyle/>
          <a:p>
            <a:pPr algn="ctr"/>
            <a:r>
              <a:rPr kumimoji="1" lang="ja-JP" altLang="en-US" sz="1200" dirty="0">
                <a:latin typeface="Meiryo UI" panose="020B0604030504040204" pitchFamily="50" charset="-128"/>
                <a:ea typeface="Meiryo UI" panose="020B0604030504040204" pitchFamily="50" charset="-128"/>
              </a:rPr>
              <a:t>参加者</a:t>
            </a:r>
          </a:p>
        </p:txBody>
      </p:sp>
      <p:sp>
        <p:nvSpPr>
          <p:cNvPr id="26" name="正方形/長方形 25">
            <a:extLst>
              <a:ext uri="{FF2B5EF4-FFF2-40B4-BE49-F238E27FC236}">
                <a16:creationId xmlns:a16="http://schemas.microsoft.com/office/drawing/2014/main" id="{D56B381B-018F-4EB1-AE8A-3436D127A0E2}"/>
              </a:ext>
            </a:extLst>
          </p:cNvPr>
          <p:cNvSpPr/>
          <p:nvPr/>
        </p:nvSpPr>
        <p:spPr>
          <a:xfrm>
            <a:off x="173709" y="5998252"/>
            <a:ext cx="9611190" cy="646331"/>
          </a:xfrm>
          <a:prstGeom prst="rect">
            <a:avLst/>
          </a:prstGeom>
        </p:spPr>
        <p:txBody>
          <a:bodyPr wrap="square">
            <a:spAutoFit/>
          </a:bodyPr>
          <a:lstStyle/>
          <a:p>
            <a:pPr marL="171450" indent="-171450">
              <a:buFont typeface="Wingdings" panose="05000000000000000000" pitchFamily="2" charset="2"/>
              <a:buChar char="ü"/>
            </a:pPr>
            <a:r>
              <a:rPr kumimoji="1" lang="ja-JP" altLang="en-US" sz="1200" dirty="0">
                <a:latin typeface="Meiryo UI" panose="020B0604030504040204" pitchFamily="50" charset="-128"/>
                <a:ea typeface="Meiryo UI" panose="020B0604030504040204" pitchFamily="50" charset="-128"/>
              </a:rPr>
              <a:t>プロジェクト効率化策として、プロジェクト定例会向け進捗報告資料の作成は簡略化して開催させて頂きます</a:t>
            </a:r>
            <a:endParaRPr lang="en-US" altLang="ja-JP" sz="1200" dirty="0">
              <a:solidFill>
                <a:srgbClr val="000000"/>
              </a:solidFill>
              <a:cs typeface="Arial" panose="020B0604020202020204" pitchFamily="34" charset="0"/>
            </a:endParaRPr>
          </a:p>
          <a:p>
            <a:pPr marL="171450" indent="-171450">
              <a:buFont typeface="Wingdings" panose="05000000000000000000" pitchFamily="2" charset="2"/>
              <a:buChar char="ü"/>
            </a:pPr>
            <a:r>
              <a:rPr lang="ja-JP" altLang="en-US" sz="1200" dirty="0">
                <a:solidFill>
                  <a:srgbClr val="000000"/>
                </a:solidFill>
                <a:cs typeface="Arial" panose="020B0604020202020204" pitchFamily="34" charset="0"/>
              </a:rPr>
              <a:t>上記会議に限らず、適宜、ご担当者さまに個別にご相談させていただきます</a:t>
            </a:r>
            <a:endParaRPr lang="en-US" altLang="ja-JP" sz="1200" dirty="0">
              <a:solidFill>
                <a:srgbClr val="000000"/>
              </a:solidFill>
              <a:cs typeface="Arial" panose="020B0604020202020204" pitchFamily="34" charset="0"/>
            </a:endParaRPr>
          </a:p>
          <a:p>
            <a:pPr marL="171450" indent="-171450">
              <a:buFont typeface="Wingdings" panose="05000000000000000000" pitchFamily="2" charset="2"/>
              <a:buChar char="ü"/>
            </a:pPr>
            <a:r>
              <a:rPr lang="ja-JP" altLang="en-US" sz="1200" dirty="0">
                <a:solidFill>
                  <a:srgbClr val="000000"/>
                </a:solidFill>
                <a:cs typeface="Arial" panose="020B0604020202020204" pitchFamily="34" charset="0"/>
              </a:rPr>
              <a:t>各会議とも、適宜貴社へ訪問させていただきますが、基本リモート会議（</a:t>
            </a:r>
            <a:r>
              <a:rPr lang="en-US" altLang="ja-JP" sz="1200" dirty="0">
                <a:solidFill>
                  <a:srgbClr val="000000"/>
                </a:solidFill>
                <a:cs typeface="Arial" panose="020B0604020202020204" pitchFamily="34" charset="0"/>
              </a:rPr>
              <a:t>Zoom or Teams</a:t>
            </a:r>
            <a:r>
              <a:rPr lang="ja-JP" altLang="en-US" sz="1200" dirty="0">
                <a:solidFill>
                  <a:srgbClr val="000000"/>
                </a:solidFill>
                <a:cs typeface="Arial" panose="020B0604020202020204" pitchFamily="34" charset="0"/>
              </a:rPr>
              <a:t>）を利用して効率的に進められるよう、ご準備をお願い致します</a:t>
            </a:r>
            <a:endParaRPr lang="ja-JP" altLang="en-US" sz="1200" dirty="0"/>
          </a:p>
        </p:txBody>
      </p:sp>
      <p:sp>
        <p:nvSpPr>
          <p:cNvPr id="34" name="正方形/長方形 33">
            <a:extLst>
              <a:ext uri="{FF2B5EF4-FFF2-40B4-BE49-F238E27FC236}">
                <a16:creationId xmlns:a16="http://schemas.microsoft.com/office/drawing/2014/main" id="{29D57F1D-9949-4AEE-8506-BF7E76E06BC5}"/>
              </a:ext>
            </a:extLst>
          </p:cNvPr>
          <p:cNvSpPr/>
          <p:nvPr/>
        </p:nvSpPr>
        <p:spPr bwMode="auto">
          <a:xfrm>
            <a:off x="265593" y="1872122"/>
            <a:ext cx="1883097" cy="1980000"/>
          </a:xfrm>
          <a:prstGeom prst="rect">
            <a:avLst/>
          </a:prstGeom>
          <a:solidFill>
            <a:srgbClr val="460073"/>
          </a:solidFill>
          <a:ln w="6350" algn="ctr">
            <a:solidFill>
              <a:schemeClr val="bg1">
                <a:lumMod val="50000"/>
              </a:schemeClr>
            </a:solidFill>
            <a:round/>
            <a:headEnd/>
            <a:tailEnd/>
          </a:ln>
        </p:spPr>
        <p:txBody>
          <a:bodyPr wrap="square" lIns="0" tIns="108000" rIns="0" bIns="0" rtlCol="0" anchor="ctr" anchorCtr="0"/>
          <a:lstStyle/>
          <a:p>
            <a:pPr algn="ctr">
              <a:spcBef>
                <a:spcPct val="20000"/>
              </a:spcBef>
            </a:pPr>
            <a:r>
              <a:rPr kumimoji="1" lang="ja-JP" altLang="en-US" sz="1200" b="1" dirty="0">
                <a:solidFill>
                  <a:schemeClr val="bg1"/>
                </a:solidFill>
                <a:latin typeface="Meiryo UI" panose="020B0604030504040204" pitchFamily="50" charset="-128"/>
                <a:ea typeface="Meiryo UI" panose="020B0604030504040204" pitchFamily="50" charset="-128"/>
              </a:rPr>
              <a:t>ビジネス・テクノロジー</a:t>
            </a:r>
            <a:br>
              <a:rPr kumimoji="1" lang="en-US" altLang="ja-JP" sz="1200" b="1" dirty="0">
                <a:solidFill>
                  <a:schemeClr val="bg1"/>
                </a:solidFill>
                <a:latin typeface="Meiryo UI" panose="020B0604030504040204" pitchFamily="50" charset="-128"/>
                <a:ea typeface="Meiryo UI" panose="020B0604030504040204" pitchFamily="50" charset="-128"/>
              </a:rPr>
            </a:br>
            <a:r>
              <a:rPr kumimoji="1" lang="ja-JP" altLang="en-US" sz="1200" b="1" dirty="0">
                <a:solidFill>
                  <a:schemeClr val="bg1"/>
                </a:solidFill>
                <a:latin typeface="Meiryo UI" panose="020B0604030504040204" pitchFamily="50" charset="-128"/>
                <a:ea typeface="Meiryo UI" panose="020B0604030504040204" pitchFamily="50" charset="-128"/>
              </a:rPr>
              <a:t>検討会</a:t>
            </a:r>
          </a:p>
        </p:txBody>
      </p:sp>
      <p:sp>
        <p:nvSpPr>
          <p:cNvPr id="39" name="正方形/長方形 38">
            <a:extLst>
              <a:ext uri="{FF2B5EF4-FFF2-40B4-BE49-F238E27FC236}">
                <a16:creationId xmlns:a16="http://schemas.microsoft.com/office/drawing/2014/main" id="{D67686C0-36B1-4A0E-A8D3-44314EC904E9}"/>
              </a:ext>
            </a:extLst>
          </p:cNvPr>
          <p:cNvSpPr/>
          <p:nvPr/>
        </p:nvSpPr>
        <p:spPr bwMode="auto">
          <a:xfrm>
            <a:off x="265593" y="3900874"/>
            <a:ext cx="1883097" cy="1980000"/>
          </a:xfrm>
          <a:prstGeom prst="rect">
            <a:avLst/>
          </a:prstGeom>
          <a:solidFill>
            <a:srgbClr val="460073"/>
          </a:solidFill>
          <a:ln w="6350" algn="ctr">
            <a:solidFill>
              <a:schemeClr val="bg1">
                <a:lumMod val="50000"/>
              </a:schemeClr>
            </a:solidFill>
            <a:round/>
            <a:headEnd/>
            <a:tailEnd/>
          </a:ln>
        </p:spPr>
        <p:txBody>
          <a:bodyPr wrap="square" lIns="0" tIns="108000" rIns="0" bIns="0" rtlCol="0" anchor="ctr" anchorCtr="0"/>
          <a:lstStyle/>
          <a:p>
            <a:pPr algn="ctr">
              <a:spcBef>
                <a:spcPct val="20000"/>
              </a:spcBef>
            </a:pPr>
            <a:r>
              <a:rPr kumimoji="1" lang="ja-JP" altLang="en-US" sz="1200" b="1" dirty="0">
                <a:solidFill>
                  <a:schemeClr val="bg1"/>
                </a:solidFill>
                <a:latin typeface="Meiryo UI" panose="020B0604030504040204" pitchFamily="50" charset="-128"/>
                <a:ea typeface="Meiryo UI" panose="020B0604030504040204" pitchFamily="50" charset="-128"/>
              </a:rPr>
              <a:t>プロジェクト定例会</a:t>
            </a:r>
          </a:p>
        </p:txBody>
      </p:sp>
      <p:sp>
        <p:nvSpPr>
          <p:cNvPr id="41" name="正方形/長方形 40">
            <a:extLst>
              <a:ext uri="{FF2B5EF4-FFF2-40B4-BE49-F238E27FC236}">
                <a16:creationId xmlns:a16="http://schemas.microsoft.com/office/drawing/2014/main" id="{DC505EF6-78FC-4A6B-B212-C67083293AF3}"/>
              </a:ext>
            </a:extLst>
          </p:cNvPr>
          <p:cNvSpPr/>
          <p:nvPr/>
        </p:nvSpPr>
        <p:spPr bwMode="auto">
          <a:xfrm>
            <a:off x="2231702" y="1872122"/>
            <a:ext cx="1883097" cy="1973485"/>
          </a:xfrm>
          <a:prstGeom prst="rect">
            <a:avLst/>
          </a:prstGeom>
          <a:solidFill>
            <a:schemeClr val="bg1"/>
          </a:solidFill>
          <a:ln w="6350" algn="ctr">
            <a:solidFill>
              <a:schemeClr val="bg1">
                <a:lumMod val="50000"/>
              </a:schemeClr>
            </a:solidFill>
            <a:round/>
            <a:headEnd/>
            <a:tailEnd/>
          </a:ln>
        </p:spPr>
        <p:txBody>
          <a:bodyPr wrap="square" lIns="0" tIns="0" rIns="0" bIns="0" rtlCol="0" anchor="ctr" anchorCtr="0"/>
          <a:lstStyle/>
          <a:p>
            <a:pPr algn="ctr">
              <a:spcBef>
                <a:spcPct val="20000"/>
              </a:spcBef>
            </a:pPr>
            <a:r>
              <a:rPr kumimoji="1" lang="ja-JP" altLang="en-US" sz="1200" dirty="0">
                <a:latin typeface="Meiryo UI" panose="020B0604030504040204" pitchFamily="50" charset="-128"/>
                <a:ea typeface="Meiryo UI" panose="020B0604030504040204" pitchFamily="50" charset="-128"/>
              </a:rPr>
              <a:t>週</a:t>
            </a:r>
            <a:r>
              <a:rPr kumimoji="1" lang="en-US" altLang="ja-JP" sz="1200" dirty="0">
                <a:latin typeface="Meiryo UI" panose="020B0604030504040204" pitchFamily="50" charset="-128"/>
                <a:ea typeface="Meiryo UI" panose="020B0604030504040204" pitchFamily="50" charset="-128"/>
              </a:rPr>
              <a:t>1</a:t>
            </a:r>
            <a:r>
              <a:rPr kumimoji="1" lang="ja-JP" altLang="en-US" sz="1200" dirty="0">
                <a:latin typeface="Meiryo UI" panose="020B0604030504040204" pitchFamily="50" charset="-128"/>
                <a:ea typeface="Meiryo UI" panose="020B0604030504040204" pitchFamily="50" charset="-128"/>
              </a:rPr>
              <a:t>～２回</a:t>
            </a:r>
            <a:endParaRPr kumimoji="1" lang="en-US" altLang="ja-JP" sz="1200" dirty="0">
              <a:latin typeface="Meiryo UI" panose="020B0604030504040204" pitchFamily="50" charset="-128"/>
              <a:ea typeface="Meiryo UI" panose="020B0604030504040204" pitchFamily="50" charset="-128"/>
            </a:endParaRPr>
          </a:p>
          <a:p>
            <a:pPr algn="ctr">
              <a:spcBef>
                <a:spcPct val="20000"/>
              </a:spcBef>
            </a:pPr>
            <a:r>
              <a:rPr kumimoji="1" lang="ja-JP" altLang="en-US" sz="1200" dirty="0">
                <a:latin typeface="Meiryo UI" panose="020B0604030504040204" pitchFamily="50" charset="-128"/>
                <a:ea typeface="Meiryo UI" panose="020B0604030504040204" pitchFamily="50" charset="-128"/>
              </a:rPr>
              <a:t>（</a:t>
            </a:r>
            <a:r>
              <a:rPr kumimoji="1" lang="en-US" altLang="ja-JP" sz="1200" dirty="0">
                <a:latin typeface="Meiryo UI" panose="020B0604030504040204" pitchFamily="50" charset="-128"/>
                <a:ea typeface="Meiryo UI" panose="020B0604030504040204" pitchFamily="50" charset="-128"/>
              </a:rPr>
              <a:t>1H</a:t>
            </a:r>
            <a:r>
              <a:rPr kumimoji="1" lang="ja-JP" altLang="en-US" sz="1200" dirty="0">
                <a:latin typeface="Meiryo UI" panose="020B0604030504040204" pitchFamily="50" charset="-128"/>
                <a:ea typeface="Meiryo UI" panose="020B0604030504040204" pitchFamily="50" charset="-128"/>
              </a:rPr>
              <a:t>程度</a:t>
            </a: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回）</a:t>
            </a:r>
          </a:p>
        </p:txBody>
      </p:sp>
      <p:sp>
        <p:nvSpPr>
          <p:cNvPr id="44" name="正方形/長方形 43">
            <a:extLst>
              <a:ext uri="{FF2B5EF4-FFF2-40B4-BE49-F238E27FC236}">
                <a16:creationId xmlns:a16="http://schemas.microsoft.com/office/drawing/2014/main" id="{1E0C7425-30A6-4837-9283-0CC54FC1686B}"/>
              </a:ext>
            </a:extLst>
          </p:cNvPr>
          <p:cNvSpPr/>
          <p:nvPr/>
        </p:nvSpPr>
        <p:spPr bwMode="auto">
          <a:xfrm>
            <a:off x="2231703" y="3900874"/>
            <a:ext cx="1883097" cy="1982214"/>
          </a:xfrm>
          <a:prstGeom prst="rect">
            <a:avLst/>
          </a:prstGeom>
          <a:solidFill>
            <a:schemeClr val="bg1"/>
          </a:solidFill>
          <a:ln w="6350" algn="ctr">
            <a:solidFill>
              <a:schemeClr val="bg1">
                <a:lumMod val="50000"/>
              </a:schemeClr>
            </a:solidFill>
            <a:round/>
            <a:headEnd/>
            <a:tailEnd/>
          </a:ln>
        </p:spPr>
        <p:txBody>
          <a:bodyPr wrap="square" lIns="0" tIns="0" rIns="0" bIns="0" rtlCol="0" anchor="ctr" anchorCtr="0"/>
          <a:lstStyle/>
          <a:p>
            <a:pPr algn="ctr">
              <a:spcBef>
                <a:spcPct val="20000"/>
              </a:spcBef>
            </a:pPr>
            <a:r>
              <a:rPr kumimoji="1" lang="ja-JP" altLang="en-US" sz="1200" dirty="0">
                <a:latin typeface="Meiryo UI" panose="020B0604030504040204" pitchFamily="50" charset="-128"/>
                <a:ea typeface="Meiryo UI" panose="020B0604030504040204" pitchFamily="50" charset="-128"/>
              </a:rPr>
              <a:t>週</a:t>
            </a:r>
            <a:r>
              <a:rPr kumimoji="1" lang="en-US" altLang="ja-JP" sz="1200" dirty="0">
                <a:latin typeface="Meiryo UI" panose="020B0604030504040204" pitchFamily="50" charset="-128"/>
                <a:ea typeface="Meiryo UI" panose="020B0604030504040204" pitchFamily="50" charset="-128"/>
              </a:rPr>
              <a:t>1</a:t>
            </a:r>
            <a:r>
              <a:rPr kumimoji="1" lang="ja-JP" altLang="en-US" sz="1200" dirty="0">
                <a:latin typeface="Meiryo UI" panose="020B0604030504040204" pitchFamily="50" charset="-128"/>
                <a:ea typeface="Meiryo UI" panose="020B0604030504040204" pitchFamily="50" charset="-128"/>
              </a:rPr>
              <a:t>回</a:t>
            </a:r>
            <a:endParaRPr kumimoji="1" lang="en-US" altLang="ja-JP" sz="1200" dirty="0">
              <a:latin typeface="Meiryo UI" panose="020B0604030504040204" pitchFamily="50" charset="-128"/>
              <a:ea typeface="Meiryo UI" panose="020B0604030504040204" pitchFamily="50" charset="-128"/>
            </a:endParaRPr>
          </a:p>
          <a:p>
            <a:pPr algn="ctr">
              <a:spcBef>
                <a:spcPct val="20000"/>
              </a:spcBef>
            </a:pPr>
            <a:r>
              <a:rPr kumimoji="1" lang="ja-JP" altLang="en-US" sz="1200" dirty="0">
                <a:latin typeface="Meiryo UI" panose="020B0604030504040204" pitchFamily="50" charset="-128"/>
                <a:ea typeface="Meiryo UI" panose="020B0604030504040204" pitchFamily="50" charset="-128"/>
              </a:rPr>
              <a:t>（</a:t>
            </a:r>
            <a:r>
              <a:rPr kumimoji="1" lang="en-US" altLang="ja-JP" sz="1200" dirty="0">
                <a:latin typeface="Meiryo UI" panose="020B0604030504040204" pitchFamily="50" charset="-128"/>
                <a:ea typeface="Meiryo UI" panose="020B0604030504040204" pitchFamily="50" charset="-128"/>
              </a:rPr>
              <a:t>1H</a:t>
            </a:r>
            <a:r>
              <a:rPr kumimoji="1" lang="ja-JP" altLang="en-US" sz="1200" dirty="0">
                <a:latin typeface="Meiryo UI" panose="020B0604030504040204" pitchFamily="50" charset="-128"/>
                <a:ea typeface="Meiryo UI" panose="020B0604030504040204" pitchFamily="50" charset="-128"/>
              </a:rPr>
              <a:t>程度</a:t>
            </a: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回）</a:t>
            </a:r>
          </a:p>
        </p:txBody>
      </p:sp>
      <p:sp>
        <p:nvSpPr>
          <p:cNvPr id="45" name="正方形/長方形 44">
            <a:extLst>
              <a:ext uri="{FF2B5EF4-FFF2-40B4-BE49-F238E27FC236}">
                <a16:creationId xmlns:a16="http://schemas.microsoft.com/office/drawing/2014/main" id="{45F1236E-EDC6-41B2-8CEA-8B76BD2EAA10}"/>
              </a:ext>
            </a:extLst>
          </p:cNvPr>
          <p:cNvSpPr/>
          <p:nvPr/>
        </p:nvSpPr>
        <p:spPr bwMode="auto">
          <a:xfrm>
            <a:off x="4188287" y="1879379"/>
            <a:ext cx="3079287" cy="1948666"/>
          </a:xfrm>
          <a:prstGeom prst="rect">
            <a:avLst/>
          </a:prstGeom>
          <a:solidFill>
            <a:schemeClr val="bg1"/>
          </a:solidFill>
          <a:ln w="6350" algn="ctr">
            <a:solidFill>
              <a:schemeClr val="bg1">
                <a:lumMod val="50000"/>
              </a:schemeClr>
            </a:solidFill>
            <a:round/>
            <a:headEnd/>
            <a:tailEnd/>
          </a:ln>
        </p:spPr>
        <p:txBody>
          <a:bodyPr wrap="square" lIns="108000" tIns="0" rIns="72000" bIns="0" rtlCol="0" anchor="ctr" anchorCtr="0"/>
          <a:lstStyle/>
          <a:p>
            <a:pPr marL="171450" indent="-171450">
              <a:spcBef>
                <a:spcPct val="20000"/>
              </a:spcBef>
              <a:spcAft>
                <a:spcPts val="1200"/>
              </a:spcAft>
              <a:buFont typeface="Wingdings" panose="05000000000000000000" pitchFamily="2" charset="2"/>
              <a:buChar char="ü"/>
            </a:pPr>
            <a:r>
              <a:rPr kumimoji="1" lang="ja-JP" altLang="en-US" sz="1200" dirty="0">
                <a:latin typeface="Meiryo UI" panose="020B0604030504040204" pitchFamily="50" charset="-128"/>
                <a:ea typeface="Meiryo UI" panose="020B0604030504040204" pitchFamily="50" charset="-128"/>
              </a:rPr>
              <a:t>次期中計策定に向けたビジネス・テクノロジ観点でのディスカッション全般</a:t>
            </a:r>
            <a:endParaRPr kumimoji="1" lang="en-US" altLang="ja-JP" sz="1200" dirty="0">
              <a:latin typeface="Meiryo UI" panose="020B0604030504040204" pitchFamily="50" charset="-128"/>
              <a:ea typeface="Meiryo UI" panose="020B0604030504040204" pitchFamily="50" charset="-128"/>
            </a:endParaRPr>
          </a:p>
          <a:p>
            <a:pPr marL="171450" indent="-171450">
              <a:spcBef>
                <a:spcPct val="20000"/>
              </a:spcBef>
              <a:spcAft>
                <a:spcPts val="1200"/>
              </a:spcAft>
              <a:buFont typeface="Wingdings" panose="05000000000000000000" pitchFamily="2" charset="2"/>
              <a:buChar char="ü"/>
            </a:pPr>
            <a:r>
              <a:rPr kumimoji="1" lang="ja-JP" altLang="en-US" sz="1200" dirty="0">
                <a:latin typeface="Meiryo UI" panose="020B0604030504040204" pitchFamily="50" charset="-128"/>
                <a:ea typeface="Meiryo UI" panose="020B0604030504040204" pitchFamily="50" charset="-128"/>
              </a:rPr>
              <a:t>デジタルアセット領域のロードマップ策定</a:t>
            </a:r>
            <a:endParaRPr kumimoji="1" lang="en-US" altLang="ja-JP" sz="1200" dirty="0">
              <a:latin typeface="Meiryo UI" panose="020B0604030504040204" pitchFamily="50" charset="-128"/>
              <a:ea typeface="Meiryo UI" panose="020B0604030504040204" pitchFamily="50" charset="-128"/>
            </a:endParaRPr>
          </a:p>
          <a:p>
            <a:pPr marL="171450" indent="-171450">
              <a:spcBef>
                <a:spcPct val="20000"/>
              </a:spcBef>
              <a:spcAft>
                <a:spcPts val="1200"/>
              </a:spcAft>
              <a:buFont typeface="Wingdings" panose="05000000000000000000" pitchFamily="2" charset="2"/>
              <a:buChar char="ü"/>
            </a:pPr>
            <a:r>
              <a:rPr kumimoji="1" lang="en-US" altLang="ja-JP" sz="1200" dirty="0">
                <a:latin typeface="Meiryo UI" panose="020B0604030504040204" pitchFamily="50" charset="-128"/>
                <a:ea typeface="Meiryo UI" panose="020B0604030504040204" pitchFamily="50" charset="-128"/>
              </a:rPr>
              <a:t>Web3.0</a:t>
            </a:r>
            <a:r>
              <a:rPr kumimoji="1" lang="ja-JP" altLang="en-US" sz="1200" dirty="0">
                <a:latin typeface="Meiryo UI" panose="020B0604030504040204" pitchFamily="50" charset="-128"/>
                <a:ea typeface="Meiryo UI" panose="020B0604030504040204" pitchFamily="50" charset="-128"/>
              </a:rPr>
              <a:t>領域のロードマップ策定</a:t>
            </a:r>
          </a:p>
        </p:txBody>
      </p:sp>
      <p:sp>
        <p:nvSpPr>
          <p:cNvPr id="47" name="正方形/長方形 46">
            <a:extLst>
              <a:ext uri="{FF2B5EF4-FFF2-40B4-BE49-F238E27FC236}">
                <a16:creationId xmlns:a16="http://schemas.microsoft.com/office/drawing/2014/main" id="{4D7F883E-ACFC-4B5E-968A-FDC94B081C0E}"/>
              </a:ext>
            </a:extLst>
          </p:cNvPr>
          <p:cNvSpPr/>
          <p:nvPr/>
        </p:nvSpPr>
        <p:spPr bwMode="auto">
          <a:xfrm>
            <a:off x="4188287" y="3900874"/>
            <a:ext cx="3079287" cy="1982214"/>
          </a:xfrm>
          <a:prstGeom prst="rect">
            <a:avLst/>
          </a:prstGeom>
          <a:solidFill>
            <a:schemeClr val="bg1"/>
          </a:solidFill>
          <a:ln w="6350" algn="ctr">
            <a:solidFill>
              <a:schemeClr val="bg1">
                <a:lumMod val="50000"/>
              </a:schemeClr>
            </a:solidFill>
            <a:round/>
            <a:headEnd/>
            <a:tailEnd/>
          </a:ln>
        </p:spPr>
        <p:txBody>
          <a:bodyPr wrap="square" lIns="108000" tIns="0" rIns="72000" bIns="0" rtlCol="0" anchor="ctr" anchorCtr="0"/>
          <a:lstStyle/>
          <a:p>
            <a:pPr marL="171450" indent="-171450">
              <a:spcBef>
                <a:spcPct val="20000"/>
              </a:spcBef>
              <a:spcAft>
                <a:spcPts val="1200"/>
              </a:spcAft>
              <a:buFont typeface="Wingdings" panose="05000000000000000000" pitchFamily="2" charset="2"/>
              <a:buChar char="ü"/>
            </a:pPr>
            <a:r>
              <a:rPr kumimoji="1" lang="ja-JP" altLang="en-US" sz="1200" dirty="0">
                <a:latin typeface="Meiryo UI" panose="020B0604030504040204" pitchFamily="50" charset="-128"/>
                <a:ea typeface="Meiryo UI" panose="020B0604030504040204" pitchFamily="50" charset="-128"/>
              </a:rPr>
              <a:t>プロジェクト全体の進捗状況共有</a:t>
            </a:r>
            <a:endParaRPr kumimoji="1" lang="en-US" altLang="ja-JP" sz="1200" dirty="0">
              <a:latin typeface="Meiryo UI" panose="020B0604030504040204" pitchFamily="50" charset="-128"/>
              <a:ea typeface="Meiryo UI" panose="020B0604030504040204" pitchFamily="50" charset="-128"/>
            </a:endParaRPr>
          </a:p>
          <a:p>
            <a:pPr marL="171450" indent="-171450">
              <a:spcBef>
                <a:spcPct val="20000"/>
              </a:spcBef>
              <a:spcAft>
                <a:spcPts val="1200"/>
              </a:spcAft>
              <a:buFont typeface="Wingdings" panose="05000000000000000000" pitchFamily="2" charset="2"/>
              <a:buChar char="ü"/>
            </a:pPr>
            <a:r>
              <a:rPr kumimoji="1" lang="ja-JP" altLang="en-US" sz="1200" dirty="0">
                <a:latin typeface="Meiryo UI" panose="020B0604030504040204" pitchFamily="50" charset="-128"/>
                <a:ea typeface="Meiryo UI" panose="020B0604030504040204" pitchFamily="50" charset="-128"/>
              </a:rPr>
              <a:t>プロジェクトにおける課題共有</a:t>
            </a:r>
            <a:endParaRPr kumimoji="1" lang="en-US" altLang="ja-JP" sz="1200" dirty="0">
              <a:latin typeface="Meiryo UI" panose="020B0604030504040204" pitchFamily="50" charset="-128"/>
              <a:ea typeface="Meiryo UI" panose="020B0604030504040204" pitchFamily="50" charset="-128"/>
            </a:endParaRPr>
          </a:p>
          <a:p>
            <a:pPr marL="171450" indent="-171450">
              <a:spcBef>
                <a:spcPct val="20000"/>
              </a:spcBef>
              <a:spcAft>
                <a:spcPts val="1200"/>
              </a:spcAft>
              <a:buFont typeface="Wingdings" panose="05000000000000000000" pitchFamily="2" charset="2"/>
              <a:buChar char="ü"/>
            </a:pPr>
            <a:r>
              <a:rPr kumimoji="1" lang="ja-JP" altLang="en-US" sz="1200" dirty="0">
                <a:latin typeface="Meiryo UI" panose="020B0604030504040204" pitchFamily="50" charset="-128"/>
                <a:ea typeface="Meiryo UI" panose="020B0604030504040204" pitchFamily="50" charset="-128"/>
              </a:rPr>
              <a:t>追加リクエストやプロジェクトの方向性についての擦り合わせ</a:t>
            </a:r>
          </a:p>
        </p:txBody>
      </p:sp>
      <p:sp>
        <p:nvSpPr>
          <p:cNvPr id="48" name="正方形/長方形 47">
            <a:extLst>
              <a:ext uri="{FF2B5EF4-FFF2-40B4-BE49-F238E27FC236}">
                <a16:creationId xmlns:a16="http://schemas.microsoft.com/office/drawing/2014/main" id="{F45E4EE3-A279-406B-AE81-99D64D469D93}"/>
              </a:ext>
            </a:extLst>
          </p:cNvPr>
          <p:cNvSpPr/>
          <p:nvPr/>
        </p:nvSpPr>
        <p:spPr bwMode="auto">
          <a:xfrm>
            <a:off x="7341062" y="1879379"/>
            <a:ext cx="2380534" cy="1948666"/>
          </a:xfrm>
          <a:prstGeom prst="rect">
            <a:avLst/>
          </a:prstGeom>
          <a:solidFill>
            <a:schemeClr val="bg1"/>
          </a:solidFill>
          <a:ln w="6350" algn="ctr">
            <a:solidFill>
              <a:schemeClr val="bg1">
                <a:lumMod val="50000"/>
              </a:schemeClr>
            </a:solidFill>
            <a:round/>
            <a:headEnd/>
            <a:tailEnd/>
          </a:ln>
        </p:spPr>
        <p:txBody>
          <a:bodyPr wrap="square" lIns="72000" tIns="0" rIns="72000" bIns="0" rtlCol="0" anchor="ctr" anchorCtr="0"/>
          <a:lstStyle/>
          <a:p>
            <a:pPr>
              <a:spcBef>
                <a:spcPct val="20000"/>
              </a:spcBef>
              <a:spcAft>
                <a:spcPts val="600"/>
              </a:spcAft>
            </a:pP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貴社</a:t>
            </a:r>
            <a:r>
              <a:rPr kumimoji="1" lang="en-US" altLang="ja-JP" sz="1200" dirty="0">
                <a:latin typeface="Meiryo UI" panose="020B0604030504040204" pitchFamily="50" charset="-128"/>
                <a:ea typeface="Meiryo UI" panose="020B0604030504040204" pitchFamily="50" charset="-128"/>
              </a:rPr>
              <a:t>】</a:t>
            </a:r>
            <a:br>
              <a:rPr kumimoji="1" lang="en-US" altLang="ja-JP" sz="1200" dirty="0">
                <a:latin typeface="Meiryo UI" panose="020B0604030504040204" pitchFamily="50" charset="-128"/>
                <a:ea typeface="Meiryo UI" panose="020B0604030504040204" pitchFamily="50" charset="-128"/>
              </a:rPr>
            </a:br>
            <a:r>
              <a:rPr kumimoji="1" lang="en-US" altLang="ja-JP" sz="1200" dirty="0">
                <a:latin typeface="Meiryo UI" panose="020B0604030504040204" pitchFamily="50" charset="-128"/>
                <a:ea typeface="Meiryo UI" panose="020B0604030504040204" pitchFamily="50" charset="-128"/>
              </a:rPr>
              <a:t>TrustBase</a:t>
            </a:r>
            <a:r>
              <a:rPr kumimoji="1" lang="ja-JP" altLang="en-US" sz="1200" dirty="0">
                <a:latin typeface="Meiryo UI" panose="020B0604030504040204" pitchFamily="50" charset="-128"/>
                <a:ea typeface="Meiryo UI" panose="020B0604030504040204" pitchFamily="50" charset="-128"/>
              </a:rPr>
              <a:t>様・</a:t>
            </a:r>
            <a:r>
              <a:rPr kumimoji="1" lang="en-US" altLang="ja-JP" sz="1200" dirty="0">
                <a:latin typeface="Meiryo UI" panose="020B0604030504040204" pitchFamily="50" charset="-128"/>
                <a:ea typeface="Meiryo UI" panose="020B0604030504040204" pitchFamily="50" charset="-128"/>
              </a:rPr>
              <a:t>SMTB</a:t>
            </a:r>
            <a:r>
              <a:rPr kumimoji="1" lang="ja-JP" altLang="en-US" sz="1200" dirty="0">
                <a:latin typeface="Meiryo UI" panose="020B0604030504040204" pitchFamily="50" charset="-128"/>
                <a:ea typeface="Meiryo UI" panose="020B0604030504040204" pitchFamily="50" charset="-128"/>
              </a:rPr>
              <a:t>関係者様</a:t>
            </a:r>
            <a:endParaRPr kumimoji="1" lang="en-US" altLang="ja-JP" sz="1200" dirty="0">
              <a:latin typeface="Meiryo UI" panose="020B0604030504040204" pitchFamily="50" charset="-128"/>
              <a:ea typeface="Meiryo UI" panose="020B0604030504040204" pitchFamily="50" charset="-128"/>
            </a:endParaRPr>
          </a:p>
          <a:p>
            <a:pPr>
              <a:spcBef>
                <a:spcPct val="20000"/>
              </a:spcBef>
              <a:spcAft>
                <a:spcPts val="600"/>
              </a:spcAft>
            </a:pP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弊社</a:t>
            </a:r>
            <a:r>
              <a:rPr kumimoji="1" lang="en-US" altLang="ja-JP" sz="1200" dirty="0">
                <a:latin typeface="Meiryo UI" panose="020B0604030504040204" pitchFamily="50" charset="-128"/>
                <a:ea typeface="Meiryo UI" panose="020B0604030504040204" pitchFamily="50" charset="-128"/>
              </a:rPr>
              <a:t>】</a:t>
            </a:r>
            <a:br>
              <a:rPr kumimoji="1" lang="en-US" altLang="ja-JP" sz="1200" dirty="0">
                <a:latin typeface="Meiryo UI" panose="020B0604030504040204" pitchFamily="50" charset="-128"/>
                <a:ea typeface="Meiryo UI" panose="020B0604030504040204" pitchFamily="50" charset="-128"/>
              </a:rPr>
            </a:br>
            <a:r>
              <a:rPr kumimoji="1" lang="ja-JP" altLang="en-US" sz="1200" dirty="0">
                <a:latin typeface="Meiryo UI" panose="020B0604030504040204" pitchFamily="50" charset="-128"/>
                <a:ea typeface="Meiryo UI" panose="020B0604030504040204" pitchFamily="50" charset="-128"/>
              </a:rPr>
              <a:t>ビジネス・テクノロジ双方のメンバ</a:t>
            </a:r>
          </a:p>
        </p:txBody>
      </p:sp>
      <p:sp>
        <p:nvSpPr>
          <p:cNvPr id="51" name="Oval 3">
            <a:extLst>
              <a:ext uri="{FF2B5EF4-FFF2-40B4-BE49-F238E27FC236}">
                <a16:creationId xmlns:a16="http://schemas.microsoft.com/office/drawing/2014/main" id="{8466BF8E-98A7-4550-BB50-B4041A6066C6}"/>
              </a:ext>
            </a:extLst>
          </p:cNvPr>
          <p:cNvSpPr/>
          <p:nvPr/>
        </p:nvSpPr>
        <p:spPr>
          <a:xfrm>
            <a:off x="142959" y="1813960"/>
            <a:ext cx="252000" cy="252000"/>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2">
                    <a:lumMod val="50000"/>
                  </a:schemeClr>
                </a:solidFill>
              </a:rPr>
              <a:t>1</a:t>
            </a:r>
            <a:endParaRPr lang="en-US" sz="1400" dirty="0">
              <a:solidFill>
                <a:schemeClr val="tx2">
                  <a:lumMod val="50000"/>
                </a:schemeClr>
              </a:solidFill>
            </a:endParaRPr>
          </a:p>
        </p:txBody>
      </p:sp>
      <p:sp>
        <p:nvSpPr>
          <p:cNvPr id="53" name="Oval 3">
            <a:extLst>
              <a:ext uri="{FF2B5EF4-FFF2-40B4-BE49-F238E27FC236}">
                <a16:creationId xmlns:a16="http://schemas.microsoft.com/office/drawing/2014/main" id="{732DEB54-5779-4F62-91DA-9B3A006ECB18}"/>
              </a:ext>
            </a:extLst>
          </p:cNvPr>
          <p:cNvSpPr/>
          <p:nvPr/>
        </p:nvSpPr>
        <p:spPr>
          <a:xfrm>
            <a:off x="142959" y="3900874"/>
            <a:ext cx="252000" cy="252000"/>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2">
                    <a:lumMod val="50000"/>
                  </a:schemeClr>
                </a:solidFill>
              </a:rPr>
              <a:t>2</a:t>
            </a:r>
            <a:endParaRPr lang="en-US" sz="1400" dirty="0">
              <a:solidFill>
                <a:schemeClr val="tx2">
                  <a:lumMod val="50000"/>
                </a:schemeClr>
              </a:solidFill>
            </a:endParaRPr>
          </a:p>
        </p:txBody>
      </p:sp>
      <p:sp>
        <p:nvSpPr>
          <p:cNvPr id="55" name="正方形/長方形 54">
            <a:extLst>
              <a:ext uri="{FF2B5EF4-FFF2-40B4-BE49-F238E27FC236}">
                <a16:creationId xmlns:a16="http://schemas.microsoft.com/office/drawing/2014/main" id="{6BF0D1F8-BD79-4D83-926B-FB47BF196476}"/>
              </a:ext>
            </a:extLst>
          </p:cNvPr>
          <p:cNvSpPr/>
          <p:nvPr/>
        </p:nvSpPr>
        <p:spPr bwMode="auto">
          <a:xfrm>
            <a:off x="7341062" y="3900874"/>
            <a:ext cx="2380534" cy="1982214"/>
          </a:xfrm>
          <a:prstGeom prst="rect">
            <a:avLst/>
          </a:prstGeom>
          <a:solidFill>
            <a:schemeClr val="bg1"/>
          </a:solidFill>
          <a:ln w="6350" algn="ctr">
            <a:solidFill>
              <a:schemeClr val="bg1">
                <a:lumMod val="50000"/>
              </a:schemeClr>
            </a:solidFill>
            <a:round/>
            <a:headEnd/>
            <a:tailEnd/>
          </a:ln>
        </p:spPr>
        <p:txBody>
          <a:bodyPr wrap="square" lIns="72000" tIns="0" rIns="72000" bIns="0" rtlCol="0" anchor="ctr" anchorCtr="0"/>
          <a:lstStyle/>
          <a:p>
            <a:pPr>
              <a:spcBef>
                <a:spcPct val="20000"/>
              </a:spcBef>
              <a:spcAft>
                <a:spcPts val="600"/>
              </a:spcAft>
            </a:pP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貴社</a:t>
            </a:r>
            <a:r>
              <a:rPr kumimoji="1" lang="en-US" altLang="ja-JP" sz="1200" dirty="0">
                <a:latin typeface="Meiryo UI" panose="020B0604030504040204" pitchFamily="50" charset="-128"/>
                <a:ea typeface="Meiryo UI" panose="020B0604030504040204" pitchFamily="50" charset="-128"/>
              </a:rPr>
              <a:t>】</a:t>
            </a:r>
            <a:br>
              <a:rPr kumimoji="1" lang="en-US" altLang="ja-JP" sz="1200" dirty="0">
                <a:latin typeface="Meiryo UI" panose="020B0604030504040204" pitchFamily="50" charset="-128"/>
                <a:ea typeface="Meiryo UI" panose="020B0604030504040204" pitchFamily="50" charset="-128"/>
              </a:rPr>
            </a:br>
            <a:r>
              <a:rPr kumimoji="1" lang="en-US" altLang="ja-JP" sz="1200" dirty="0">
                <a:latin typeface="Meiryo UI" panose="020B0604030504040204" pitchFamily="50" charset="-128"/>
                <a:ea typeface="Meiryo UI" panose="020B0604030504040204" pitchFamily="50" charset="-128"/>
              </a:rPr>
              <a:t>TrustBase</a:t>
            </a:r>
            <a:r>
              <a:rPr kumimoji="1" lang="ja-JP" altLang="en-US" sz="1200" dirty="0">
                <a:latin typeface="Meiryo UI" panose="020B0604030504040204" pitchFamily="50" charset="-128"/>
                <a:ea typeface="Meiryo UI" panose="020B0604030504040204" pitchFamily="50" charset="-128"/>
              </a:rPr>
              <a:t>様・</a:t>
            </a:r>
            <a:r>
              <a:rPr kumimoji="1" lang="en-US" altLang="ja-JP" sz="1200" dirty="0">
                <a:latin typeface="Meiryo UI" panose="020B0604030504040204" pitchFamily="50" charset="-128"/>
                <a:ea typeface="Meiryo UI" panose="020B0604030504040204" pitchFamily="50" charset="-128"/>
              </a:rPr>
              <a:t>SMTB</a:t>
            </a:r>
            <a:r>
              <a:rPr kumimoji="1" lang="ja-JP" altLang="en-US" sz="1200" dirty="0">
                <a:latin typeface="Meiryo UI" panose="020B0604030504040204" pitchFamily="50" charset="-128"/>
                <a:ea typeface="Meiryo UI" panose="020B0604030504040204" pitchFamily="50" charset="-128"/>
              </a:rPr>
              <a:t>関係者様</a:t>
            </a:r>
            <a:endParaRPr kumimoji="1" lang="en-US" altLang="ja-JP" sz="1200" dirty="0">
              <a:latin typeface="Meiryo UI" panose="020B0604030504040204" pitchFamily="50" charset="-128"/>
              <a:ea typeface="Meiryo UI" panose="020B0604030504040204" pitchFamily="50" charset="-128"/>
            </a:endParaRPr>
          </a:p>
          <a:p>
            <a:pPr>
              <a:spcBef>
                <a:spcPct val="20000"/>
              </a:spcBef>
              <a:spcAft>
                <a:spcPts val="600"/>
              </a:spcAft>
            </a:pP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弊社</a:t>
            </a:r>
            <a:r>
              <a:rPr kumimoji="1" lang="en-US" altLang="ja-JP" sz="1200" dirty="0">
                <a:latin typeface="Meiryo UI" panose="020B0604030504040204" pitchFamily="50" charset="-128"/>
                <a:ea typeface="Meiryo UI" panose="020B0604030504040204" pitchFamily="50" charset="-128"/>
              </a:rPr>
              <a:t>】</a:t>
            </a:r>
            <a:br>
              <a:rPr kumimoji="1" lang="en-US" altLang="ja-JP" sz="1200" dirty="0">
                <a:latin typeface="Meiryo UI" panose="020B0604030504040204" pitchFamily="50" charset="-128"/>
                <a:ea typeface="Meiryo UI" panose="020B0604030504040204" pitchFamily="50" charset="-128"/>
              </a:rPr>
            </a:br>
            <a:r>
              <a:rPr kumimoji="1" lang="ja-JP" altLang="en-US" sz="1200" dirty="0">
                <a:latin typeface="Meiryo UI" panose="020B0604030504040204" pitchFamily="50" charset="-128"/>
                <a:ea typeface="Meiryo UI" panose="020B0604030504040204" pitchFamily="50" charset="-128"/>
              </a:rPr>
              <a:t>ビジネス・テクノロジ双方のメンバ</a:t>
            </a:r>
          </a:p>
        </p:txBody>
      </p:sp>
      <p:sp>
        <p:nvSpPr>
          <p:cNvPr id="32" name="テキスト プレースホルダー 10">
            <a:extLst>
              <a:ext uri="{FF2B5EF4-FFF2-40B4-BE49-F238E27FC236}">
                <a16:creationId xmlns:a16="http://schemas.microsoft.com/office/drawing/2014/main" id="{60EB1D79-A324-4F59-8DEA-16C62E59A071}"/>
              </a:ext>
            </a:extLst>
          </p:cNvPr>
          <p:cNvSpPr>
            <a:spLocks noGrp="1"/>
          </p:cNvSpPr>
          <p:nvPr>
            <p:ph type="body" sz="quarter" idx="13"/>
          </p:nvPr>
        </p:nvSpPr>
        <p:spPr>
          <a:xfrm>
            <a:off x="173709" y="107340"/>
            <a:ext cx="9584887" cy="369332"/>
          </a:xfrm>
        </p:spPr>
        <p:txBody>
          <a:bodyPr/>
          <a:lstStyle/>
          <a:p>
            <a:r>
              <a:rPr lang="en-US" altLang="ja-JP" dirty="0">
                <a:solidFill>
                  <a:srgbClr val="A100FF"/>
                </a:solidFill>
                <a:latin typeface="+mn-ea"/>
              </a:rPr>
              <a:t>5. </a:t>
            </a:r>
            <a:r>
              <a:rPr lang="ja-JP" altLang="en-US" dirty="0">
                <a:solidFill>
                  <a:srgbClr val="A100FF"/>
                </a:solidFill>
                <a:latin typeface="+mn-ea"/>
              </a:rPr>
              <a:t>プロジェクトの想定会議体</a:t>
            </a:r>
          </a:p>
        </p:txBody>
      </p:sp>
    </p:spTree>
    <p:extLst>
      <p:ext uri="{BB962C8B-B14F-4D97-AF65-F5344CB8AC3E}">
        <p14:creationId xmlns:p14="http://schemas.microsoft.com/office/powerpoint/2010/main" val="2768003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17BA0F5-D66D-4E54-AD39-1BD770029DE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499" imgH="499" progId="TCLayout.ActiveDocument.1">
                  <p:embed/>
                </p:oleObj>
              </mc:Choice>
              <mc:Fallback>
                <p:oleObj name="think-cell スライド" r:id="rId4" imgW="499" imgH="499" progId="TCLayout.ActiveDocument.1">
                  <p:embed/>
                  <p:pic>
                    <p:nvPicPr>
                      <p:cNvPr id="2" name="オブジェクト 1" hidden="1">
                        <a:extLst>
                          <a:ext uri="{FF2B5EF4-FFF2-40B4-BE49-F238E27FC236}">
                            <a16:creationId xmlns:a16="http://schemas.microsoft.com/office/drawing/2014/main" id="{317BA0F5-D66D-4E54-AD39-1BD770029DE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テキスト プレースホルダー 2">
            <a:extLst>
              <a:ext uri="{FF2B5EF4-FFF2-40B4-BE49-F238E27FC236}">
                <a16:creationId xmlns:a16="http://schemas.microsoft.com/office/drawing/2014/main" id="{818B7F5C-2FD7-40B6-90FE-9A33C1478F45}"/>
              </a:ext>
            </a:extLst>
          </p:cNvPr>
          <p:cNvSpPr>
            <a:spLocks noGrp="1"/>
          </p:cNvSpPr>
          <p:nvPr>
            <p:ph type="body" idx="12"/>
          </p:nvPr>
        </p:nvSpPr>
        <p:spPr>
          <a:xfrm>
            <a:off x="173709" y="944949"/>
            <a:ext cx="9584887" cy="612000"/>
          </a:xfrm>
        </p:spPr>
        <p:txBody>
          <a:bodyPr/>
          <a:lstStyle/>
          <a:p>
            <a:r>
              <a:rPr kumimoji="0" lang="ja-JP" altLang="en-US" kern="0" dirty="0">
                <a:cs typeface="Arial" charset="0"/>
              </a:rPr>
              <a:t>本取組の弊社プロジェクト実施体制は以下を想定。本体制案はあくまで現時点の体制であり、今後貴社と協議の上、メンバー、人数等について適宜変更させていただく可能性あり。</a:t>
            </a:r>
            <a:endParaRPr kumimoji="0" lang="en-US" altLang="ja-JP" kern="0" dirty="0">
              <a:cs typeface="Arial" charset="0"/>
            </a:endParaRPr>
          </a:p>
        </p:txBody>
      </p:sp>
      <p:sp>
        <p:nvSpPr>
          <p:cNvPr id="10" name="Rectangle 10">
            <a:extLst>
              <a:ext uri="{FF2B5EF4-FFF2-40B4-BE49-F238E27FC236}">
                <a16:creationId xmlns:a16="http://schemas.microsoft.com/office/drawing/2014/main" id="{5871FE77-1EBF-4B8F-A092-29698B4F1BAD}"/>
              </a:ext>
            </a:extLst>
          </p:cNvPr>
          <p:cNvSpPr>
            <a:spLocks noChangeArrowheads="1"/>
          </p:cNvSpPr>
          <p:nvPr/>
        </p:nvSpPr>
        <p:spPr bwMode="auto">
          <a:xfrm>
            <a:off x="630882" y="4965473"/>
            <a:ext cx="3600000" cy="828000"/>
          </a:xfrm>
          <a:prstGeom prst="rect">
            <a:avLst/>
          </a:prstGeom>
          <a:solidFill>
            <a:srgbClr val="FFFFFF"/>
          </a:solidFill>
          <a:ln w="3175" algn="ctr">
            <a:solidFill>
              <a:schemeClr val="bg1">
                <a:lumMod val="85000"/>
              </a:schemeClr>
            </a:solidFill>
            <a:miter lim="800000"/>
            <a:headEnd/>
            <a:tailEnd/>
          </a:ln>
        </p:spPr>
        <p:txBody>
          <a:bodyPr wrap="none" lIns="72009" tIns="72009" rIns="72009" bIns="72009" anchor="ctr"/>
          <a:lstStyle/>
          <a:p>
            <a:pPr lvl="0" algn="ctr" eaLnBrk="0" hangingPunct="0">
              <a:lnSpc>
                <a:spcPct val="120000"/>
              </a:lnSpc>
              <a:spcBef>
                <a:spcPct val="50000"/>
              </a:spcBef>
              <a:buClrTx/>
              <a:defRPr/>
            </a:pPr>
            <a:r>
              <a:rPr lang="ja-JP" altLang="en-US" sz="1400" dirty="0">
                <a:latin typeface="Meiryo UI" panose="020B0604030504040204" pitchFamily="50" charset="-128"/>
                <a:ea typeface="Meiryo UI" panose="020B0604030504040204" pitchFamily="50" charset="-128"/>
                <a:cs typeface="Meiryo UI" panose="020B0604030504040204" pitchFamily="50" charset="-128"/>
              </a:rPr>
              <a:t>マネジャー</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(F)</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br>
            <a:r>
              <a:rPr kumimoji="1" lang="ja-JP" altLang="en-US"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ビジネスコンサルティング本部  マネジャー</a:t>
            </a:r>
            <a:endParaRPr kumimoji="1" lang="en-US" altLang="ja-JP"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Rectangle 6">
            <a:extLst>
              <a:ext uri="{FF2B5EF4-FFF2-40B4-BE49-F238E27FC236}">
                <a16:creationId xmlns:a16="http://schemas.microsoft.com/office/drawing/2014/main" id="{D8DD4940-496A-46AE-B428-36B791393FA4}"/>
              </a:ext>
            </a:extLst>
          </p:cNvPr>
          <p:cNvSpPr>
            <a:spLocks noChangeArrowheads="1"/>
          </p:cNvSpPr>
          <p:nvPr/>
        </p:nvSpPr>
        <p:spPr bwMode="auto">
          <a:xfrm>
            <a:off x="630884" y="2353258"/>
            <a:ext cx="3600000" cy="828000"/>
          </a:xfrm>
          <a:prstGeom prst="rect">
            <a:avLst/>
          </a:prstGeom>
          <a:solidFill>
            <a:srgbClr val="FFFFFF"/>
          </a:solidFill>
          <a:ln w="3175" algn="ctr">
            <a:solidFill>
              <a:schemeClr val="bg1">
                <a:lumMod val="85000"/>
              </a:schemeClr>
            </a:solidFill>
            <a:miter lim="800000"/>
            <a:headEnd/>
            <a:tailEnd/>
          </a:ln>
        </p:spPr>
        <p:txBody>
          <a:bodyPr wrap="none" lIns="72009" tIns="72009" rIns="72009" bIns="72009" anchor="ct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0" fontAlgn="base" latinLnBrk="0" hangingPunct="0">
              <a:lnSpc>
                <a:spcPct val="120000"/>
              </a:lnSpc>
              <a:spcBef>
                <a:spcPct val="50000"/>
              </a:spcBef>
              <a:spcAft>
                <a:spcPct val="0"/>
              </a:spcAft>
              <a:buClrTx/>
              <a:buSzTx/>
              <a:buFontTx/>
              <a:buNone/>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山田　健二</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(P)</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br>
            <a:r>
              <a:rPr lang="ja-JP" altLang="en-US" sz="1000" dirty="0">
                <a:latin typeface="Meiryo UI" panose="020B0604030504040204" pitchFamily="50" charset="-128"/>
                <a:ea typeface="Meiryo UI" panose="020B0604030504040204" pitchFamily="50" charset="-128"/>
                <a:cs typeface="Meiryo UI" panose="020B0604030504040204" pitchFamily="50" charset="-128"/>
              </a:rPr>
              <a:t>ビジネスコンサルティング</a:t>
            </a:r>
            <a:r>
              <a:rPr kumimoji="1" lang="ja-JP" altLang="en-US" sz="10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本部　マネジング・ディレクター</a:t>
            </a:r>
            <a:endParaRPr kumimoji="1" lang="en-US" altLang="ja-JP" sz="9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6" name="AutoShape 12">
            <a:extLst>
              <a:ext uri="{FF2B5EF4-FFF2-40B4-BE49-F238E27FC236}">
                <a16:creationId xmlns:a16="http://schemas.microsoft.com/office/drawing/2014/main" id="{C1941118-221F-41B2-9B12-0BB8A51A12C5}"/>
              </a:ext>
            </a:extLst>
          </p:cNvPr>
          <p:cNvCxnSpPr>
            <a:cxnSpLocks noChangeShapeType="1"/>
            <a:stCxn id="15" idx="2"/>
            <a:endCxn id="5" idx="0"/>
          </p:cNvCxnSpPr>
          <p:nvPr/>
        </p:nvCxnSpPr>
        <p:spPr bwMode="auto">
          <a:xfrm flipH="1">
            <a:off x="2430883" y="3181258"/>
            <a:ext cx="1" cy="192890"/>
          </a:xfrm>
          <a:prstGeom prst="straightConnector1">
            <a:avLst/>
          </a:prstGeom>
          <a:noFill/>
          <a:ln w="6350">
            <a:solidFill>
              <a:schemeClr val="bg1">
                <a:lumMod val="65000"/>
              </a:schemeClr>
            </a:solidFill>
            <a:round/>
            <a:headEnd/>
            <a:tailEnd/>
          </a:ln>
          <a:extLst>
            <a:ext uri="{909E8E84-426E-40DD-AFC4-6F175D3DCCD1}">
              <a14:hiddenFill xmlns:a14="http://schemas.microsoft.com/office/drawing/2010/main">
                <a:noFill/>
              </a14:hiddenFill>
            </a:ext>
          </a:extLst>
        </p:spPr>
      </p:cxnSp>
      <p:cxnSp>
        <p:nvCxnSpPr>
          <p:cNvPr id="19" name="Straight Connector 84">
            <a:extLst>
              <a:ext uri="{FF2B5EF4-FFF2-40B4-BE49-F238E27FC236}">
                <a16:creationId xmlns:a16="http://schemas.microsoft.com/office/drawing/2014/main" id="{48BB4FDF-518D-4A73-85D5-75EB86FC4C1D}"/>
              </a:ext>
            </a:extLst>
          </p:cNvPr>
          <p:cNvCxnSpPr>
            <a:cxnSpLocks/>
          </p:cNvCxnSpPr>
          <p:nvPr/>
        </p:nvCxnSpPr>
        <p:spPr>
          <a:xfrm>
            <a:off x="173709" y="1885528"/>
            <a:ext cx="938544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TextBox 85">
            <a:extLst>
              <a:ext uri="{FF2B5EF4-FFF2-40B4-BE49-F238E27FC236}">
                <a16:creationId xmlns:a16="http://schemas.microsoft.com/office/drawing/2014/main" id="{F63ACAEE-F3D8-4EA5-894B-DD1819765470}"/>
              </a:ext>
            </a:extLst>
          </p:cNvPr>
          <p:cNvSpPr txBox="1"/>
          <p:nvPr/>
        </p:nvSpPr>
        <p:spPr>
          <a:xfrm>
            <a:off x="173709" y="1581058"/>
            <a:ext cx="9385445" cy="307777"/>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弊社支援体制</a:t>
            </a:r>
          </a:p>
        </p:txBody>
      </p:sp>
      <p:grpSp>
        <p:nvGrpSpPr>
          <p:cNvPr id="31" name="グループ化 30">
            <a:extLst>
              <a:ext uri="{FF2B5EF4-FFF2-40B4-BE49-F238E27FC236}">
                <a16:creationId xmlns:a16="http://schemas.microsoft.com/office/drawing/2014/main" id="{4DDA8BE5-FC24-49E2-ACAF-3677A0EB43C8}"/>
              </a:ext>
            </a:extLst>
          </p:cNvPr>
          <p:cNvGrpSpPr/>
          <p:nvPr/>
        </p:nvGrpSpPr>
        <p:grpSpPr>
          <a:xfrm>
            <a:off x="7148689" y="6061022"/>
            <a:ext cx="2174374" cy="429597"/>
            <a:chOff x="-2479156" y="3029385"/>
            <a:chExt cx="2339528" cy="429597"/>
          </a:xfrm>
        </p:grpSpPr>
        <p:sp>
          <p:nvSpPr>
            <p:cNvPr id="32" name="正方形/長方形 31">
              <a:extLst>
                <a:ext uri="{FF2B5EF4-FFF2-40B4-BE49-F238E27FC236}">
                  <a16:creationId xmlns:a16="http://schemas.microsoft.com/office/drawing/2014/main" id="{DF00EFD7-9518-43B0-86D5-9FB9FB33E2D5}"/>
                </a:ext>
              </a:extLst>
            </p:cNvPr>
            <p:cNvSpPr/>
            <p:nvPr/>
          </p:nvSpPr>
          <p:spPr bwMode="auto">
            <a:xfrm>
              <a:off x="-1987185" y="3029385"/>
              <a:ext cx="1847557" cy="429597"/>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defTabSz="914400" rtl="0" eaLnBrk="0" fontAlgn="base" latinLnBrk="0" hangingPunct="0">
                <a:lnSpc>
                  <a:spcPct val="100000"/>
                </a:lnSpc>
                <a:spcBef>
                  <a:spcPts val="200"/>
                </a:spcBef>
                <a:spcAft>
                  <a:spcPct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(F): </a:t>
              </a:r>
              <a:r>
                <a:rPr kumimoji="1" lang="ja-JP" altLang="en-US"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フルタイム・・・</a:t>
              </a: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1.0</a:t>
              </a:r>
              <a:r>
                <a:rPr kumimoji="1" lang="ja-JP" altLang="en-US"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人月</a:t>
              </a:r>
              <a:endPar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defTabSz="914400" rtl="0" eaLnBrk="0" fontAlgn="base" latinLnBrk="0" hangingPunct="0">
                <a:lnSpc>
                  <a:spcPct val="100000"/>
                </a:lnSpc>
                <a:spcBef>
                  <a:spcPts val="200"/>
                </a:spcBef>
                <a:spcAft>
                  <a:spcPct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(H): </a:t>
              </a:r>
              <a:r>
                <a:rPr kumimoji="1" lang="ja-JP" altLang="en-US"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ハーフタイム・・・</a:t>
              </a: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0.4</a:t>
              </a:r>
              <a:r>
                <a:rPr kumimoji="1" lang="ja-JP" altLang="en-US"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0.6</a:t>
              </a:r>
              <a:r>
                <a:rPr kumimoji="1" lang="ja-JP" altLang="en-US"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人月</a:t>
              </a:r>
              <a:endPar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defTabSz="914400" rtl="0" eaLnBrk="0" fontAlgn="base" latinLnBrk="0" hangingPunct="0">
                <a:lnSpc>
                  <a:spcPct val="100000"/>
                </a:lnSpc>
                <a:spcBef>
                  <a:spcPts val="200"/>
                </a:spcBef>
                <a:spcAft>
                  <a:spcPct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 </a:t>
              </a:r>
              <a:r>
                <a:rPr kumimoji="1" lang="ja-JP" altLang="en-US"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パートタイム・・・</a:t>
              </a: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0.1</a:t>
              </a:r>
              <a:r>
                <a:rPr kumimoji="1" lang="ja-JP" altLang="en-US"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9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0.3</a:t>
              </a:r>
              <a:r>
                <a:rPr kumimoji="1" lang="ja-JP" altLang="en-US"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人月</a:t>
              </a:r>
            </a:p>
          </p:txBody>
        </p:sp>
        <p:sp>
          <p:nvSpPr>
            <p:cNvPr id="33" name="テキスト ボックス 32">
              <a:extLst>
                <a:ext uri="{FF2B5EF4-FFF2-40B4-BE49-F238E27FC236}">
                  <a16:creationId xmlns:a16="http://schemas.microsoft.com/office/drawing/2014/main" id="{C5AC1E06-E33F-45F4-81D5-577A21A3D1B5}"/>
                </a:ext>
              </a:extLst>
            </p:cNvPr>
            <p:cNvSpPr txBox="1"/>
            <p:nvPr/>
          </p:nvSpPr>
          <p:spPr>
            <a:xfrm>
              <a:off x="-2479156" y="3097145"/>
              <a:ext cx="511649" cy="139261"/>
            </a:xfrm>
            <a:prstGeom prst="rect">
              <a:avLst/>
            </a:prstGeom>
            <a:noFill/>
          </p:spPr>
          <p:txBody>
            <a:bodyPr wrap="square" rtlCol="0" anchor="b"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Arial"/>
                  <a:ea typeface="Meiryo UI" panose="020B0604030504040204" pitchFamily="50" charset="-128"/>
                  <a:cs typeface="+mn-cs"/>
                </a:rPr>
                <a:t>凡例</a:t>
              </a:r>
            </a:p>
          </p:txBody>
        </p:sp>
      </p:grpSp>
      <p:cxnSp>
        <p:nvCxnSpPr>
          <p:cNvPr id="36" name="直線コネクタ 35">
            <a:extLst>
              <a:ext uri="{FF2B5EF4-FFF2-40B4-BE49-F238E27FC236}">
                <a16:creationId xmlns:a16="http://schemas.microsoft.com/office/drawing/2014/main" id="{8BB7A781-5017-4308-AFB6-5809DA928F3A}"/>
              </a:ext>
            </a:extLst>
          </p:cNvPr>
          <p:cNvCxnSpPr>
            <a:cxnSpLocks/>
          </p:cNvCxnSpPr>
          <p:nvPr/>
        </p:nvCxnSpPr>
        <p:spPr>
          <a:xfrm>
            <a:off x="2430883" y="3279818"/>
            <a:ext cx="3420000" cy="0"/>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0" name="Rectangle 6">
            <a:extLst>
              <a:ext uri="{FF2B5EF4-FFF2-40B4-BE49-F238E27FC236}">
                <a16:creationId xmlns:a16="http://schemas.microsoft.com/office/drawing/2014/main" id="{64E26E9A-799B-4DFA-8D71-B786D438A6CC}"/>
              </a:ext>
            </a:extLst>
          </p:cNvPr>
          <p:cNvSpPr>
            <a:spLocks noChangeArrowheads="1"/>
          </p:cNvSpPr>
          <p:nvPr/>
        </p:nvSpPr>
        <p:spPr bwMode="auto">
          <a:xfrm>
            <a:off x="5801725" y="4594580"/>
            <a:ext cx="3600000" cy="1198893"/>
          </a:xfrm>
          <a:prstGeom prst="rect">
            <a:avLst/>
          </a:prstGeom>
          <a:solidFill>
            <a:srgbClr val="FFFFFF"/>
          </a:solidFill>
          <a:ln w="3175" algn="ctr">
            <a:solidFill>
              <a:schemeClr val="bg1">
                <a:lumMod val="85000"/>
              </a:schemeClr>
            </a:solidFill>
            <a:miter lim="800000"/>
            <a:headEnd/>
            <a:tailEnd/>
          </a:ln>
        </p:spPr>
        <p:txBody>
          <a:bodyPr wrap="none" lIns="72009" tIns="72009" rIns="72009" bIns="72009" anchor="ct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0" algn="ctr">
              <a:lnSpc>
                <a:spcPct val="120000"/>
              </a:lnSpc>
              <a:spcBef>
                <a:spcPct val="50000"/>
              </a:spcBef>
              <a:buClrTx/>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吉田　美穂</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(P)</a:t>
            </a:r>
            <a:br>
              <a:rPr lang="en-US" altLang="ja-JP" sz="1400" dirty="0">
                <a:latin typeface="Meiryo UI" panose="020B0604030504040204" pitchFamily="50" charset="-128"/>
                <a:ea typeface="Meiryo UI" panose="020B0604030504040204" pitchFamily="50" charset="-128"/>
                <a:cs typeface="Meiryo UI" panose="020B0604030504040204" pitchFamily="50" charset="-128"/>
              </a:rPr>
            </a:b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テクノロジーコンサルティング本部　マネジング・ディレクター</a:t>
            </a:r>
            <a:br>
              <a:rPr lang="en-US" altLang="ja-JP" sz="1000" dirty="0">
                <a:latin typeface="Meiryo UI" panose="020B0604030504040204" pitchFamily="50" charset="-128"/>
                <a:ea typeface="Meiryo UI" panose="020B0604030504040204" pitchFamily="50" charset="-128"/>
                <a:cs typeface="Meiryo UI" panose="020B0604030504040204" pitchFamily="50" charset="-128"/>
              </a:rPr>
            </a:br>
            <a:r>
              <a:rPr lang="ja-JP" altLang="en-US" sz="1000" dirty="0">
                <a:latin typeface="Meiryo UI" panose="020B0604030504040204" pitchFamily="50" charset="-128"/>
                <a:ea typeface="Meiryo UI" panose="020B0604030504040204" pitchFamily="50" charset="-128"/>
                <a:cs typeface="Meiryo UI" panose="020B0604030504040204" pitchFamily="50" charset="-128"/>
              </a:rPr>
              <a:t>（貴社担当）</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9" name="正方形/長方形 28">
            <a:extLst>
              <a:ext uri="{FF2B5EF4-FFF2-40B4-BE49-F238E27FC236}">
                <a16:creationId xmlns:a16="http://schemas.microsoft.com/office/drawing/2014/main" id="{B075395C-46F9-4291-85AD-EFE09D464C2F}"/>
              </a:ext>
            </a:extLst>
          </p:cNvPr>
          <p:cNvSpPr/>
          <p:nvPr/>
        </p:nvSpPr>
        <p:spPr bwMode="auto">
          <a:xfrm>
            <a:off x="473929" y="5985210"/>
            <a:ext cx="6436308" cy="442997"/>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defTabSz="914400" rtl="0" eaLnBrk="0" fontAlgn="base" latinLnBrk="0" hangingPunct="0">
              <a:lnSpc>
                <a:spcPct val="100000"/>
              </a:lnSpc>
              <a:spcBef>
                <a:spcPts val="200"/>
              </a:spcBef>
              <a:spcAft>
                <a:spcPct val="0"/>
              </a:spcAft>
              <a:buClrTx/>
              <a:buSzTx/>
              <a:buFontTx/>
              <a:buNone/>
              <a:tabLst/>
              <a:defRPr/>
            </a:pPr>
            <a:r>
              <a:rPr kumimoji="1" lang="en-US" altLang="ja-JP"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参画タイミングについては別途貴社とご相談させていただきます</a:t>
            </a:r>
            <a:r>
              <a:rPr kumimoji="1" lang="en-US" altLang="ja-JP"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Rectangle 5">
            <a:extLst>
              <a:ext uri="{FF2B5EF4-FFF2-40B4-BE49-F238E27FC236}">
                <a16:creationId xmlns:a16="http://schemas.microsoft.com/office/drawing/2014/main" id="{0EA2D6BB-4A2D-4BAF-9E80-81BFCE2D0E9D}"/>
              </a:ext>
            </a:extLst>
          </p:cNvPr>
          <p:cNvSpPr>
            <a:spLocks noChangeArrowheads="1"/>
          </p:cNvSpPr>
          <p:nvPr/>
        </p:nvSpPr>
        <p:spPr bwMode="auto">
          <a:xfrm>
            <a:off x="630883" y="3374148"/>
            <a:ext cx="3600000" cy="288000"/>
          </a:xfrm>
          <a:prstGeom prst="rect">
            <a:avLst/>
          </a:prstGeom>
          <a:solidFill>
            <a:schemeClr val="accent2">
              <a:lumMod val="75000"/>
            </a:schemeClr>
          </a:solidFill>
          <a:ln w="6350" algn="ctr">
            <a:solidFill>
              <a:schemeClr val="bg1">
                <a:lumMod val="75000"/>
              </a:schemeClr>
            </a:solidFill>
            <a:miter lim="800000"/>
            <a:headEnd/>
            <a:tailEnd/>
          </a:ln>
        </p:spPr>
        <p:txBody>
          <a:bodyPr wrap="none" lIns="72009" tIns="72009" rIns="72009" bIns="72009" anchor="ctr"/>
          <a:lstStyle/>
          <a:p>
            <a:pPr marL="0" marR="0" lvl="0" indent="0" algn="ctr" defTabSz="914400" rtl="0" eaLnBrk="0" fontAlgn="base" latinLnBrk="0" hangingPunct="0">
              <a:lnSpc>
                <a:spcPct val="120000"/>
              </a:lnSpc>
              <a:spcBef>
                <a:spcPct val="50000"/>
              </a:spcBef>
              <a:spcAft>
                <a:spcPct val="0"/>
              </a:spcAft>
              <a:buClrTx/>
              <a:buSzTx/>
              <a:buFontTx/>
              <a:buNone/>
              <a:tabLst/>
              <a:defRPr/>
            </a:pPr>
            <a:r>
              <a:rPr kumimoji="1" lang="ja-JP" altLang="en-US" sz="14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プロジェクトマネジャー</a:t>
            </a:r>
          </a:p>
        </p:txBody>
      </p:sp>
      <p:sp>
        <p:nvSpPr>
          <p:cNvPr id="11" name="Rectangle 5">
            <a:extLst>
              <a:ext uri="{FF2B5EF4-FFF2-40B4-BE49-F238E27FC236}">
                <a16:creationId xmlns:a16="http://schemas.microsoft.com/office/drawing/2014/main" id="{F1FFA627-11F8-4E00-9777-0FE9815A7F8C}"/>
              </a:ext>
            </a:extLst>
          </p:cNvPr>
          <p:cNvSpPr>
            <a:spLocks noChangeArrowheads="1"/>
          </p:cNvSpPr>
          <p:nvPr/>
        </p:nvSpPr>
        <p:spPr bwMode="auto">
          <a:xfrm>
            <a:off x="5801723" y="2191396"/>
            <a:ext cx="3600000" cy="288000"/>
          </a:xfrm>
          <a:prstGeom prst="rect">
            <a:avLst/>
          </a:prstGeom>
          <a:solidFill>
            <a:schemeClr val="accent2">
              <a:lumMod val="75000"/>
            </a:schemeClr>
          </a:solidFill>
          <a:ln w="6350" algn="ctr">
            <a:solidFill>
              <a:schemeClr val="bg1">
                <a:lumMod val="75000"/>
              </a:schemeClr>
            </a:solidFill>
            <a:miter lim="800000"/>
            <a:headEnd/>
            <a:tailEnd/>
          </a:ln>
        </p:spPr>
        <p:txBody>
          <a:bodyPr wrap="none" lIns="72009" tIns="72009" rIns="72009" bIns="72009" anchor="ct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0" fontAlgn="base" latinLnBrk="0" hangingPunct="0">
              <a:lnSpc>
                <a:spcPct val="120000"/>
              </a:lnSpc>
              <a:spcBef>
                <a:spcPct val="50000"/>
              </a:spcBef>
              <a:spcAft>
                <a:spcPct val="0"/>
              </a:spcAft>
              <a:buClrTx/>
              <a:buSzTx/>
              <a:buFontTx/>
              <a:buNone/>
              <a:tabLst/>
              <a:defRPr/>
            </a:pPr>
            <a:r>
              <a:rPr kumimoji="1" lang="ja-JP" altLang="en-US" sz="14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弊社サポートメンバ</a:t>
            </a:r>
            <a:endParaRPr kumimoji="1" lang="en-US" altLang="ja-JP" sz="14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Rectangle 5">
            <a:extLst>
              <a:ext uri="{FF2B5EF4-FFF2-40B4-BE49-F238E27FC236}">
                <a16:creationId xmlns:a16="http://schemas.microsoft.com/office/drawing/2014/main" id="{96C20CC3-D43E-4508-9725-D9EB00F7E212}"/>
              </a:ext>
            </a:extLst>
          </p:cNvPr>
          <p:cNvSpPr>
            <a:spLocks noChangeArrowheads="1"/>
          </p:cNvSpPr>
          <p:nvPr/>
        </p:nvSpPr>
        <p:spPr bwMode="auto">
          <a:xfrm>
            <a:off x="630883" y="2068491"/>
            <a:ext cx="3600000" cy="288000"/>
          </a:xfrm>
          <a:prstGeom prst="rect">
            <a:avLst/>
          </a:prstGeom>
          <a:solidFill>
            <a:schemeClr val="accent2">
              <a:lumMod val="75000"/>
            </a:schemeClr>
          </a:solidFill>
          <a:ln w="6350" algn="ctr">
            <a:solidFill>
              <a:schemeClr val="bg1">
                <a:lumMod val="75000"/>
              </a:schemeClr>
            </a:solidFill>
            <a:miter lim="800000"/>
            <a:headEnd/>
            <a:tailEnd/>
          </a:ln>
        </p:spPr>
        <p:txBody>
          <a:bodyPr wrap="none" lIns="72009" tIns="72009" rIns="72009" bIns="72009" anchor="ctr"/>
          <a:lstStyle/>
          <a:p>
            <a:pPr marL="0" marR="0" lvl="0" indent="0" algn="ctr" defTabSz="914400" rtl="0" eaLnBrk="0" fontAlgn="base" latinLnBrk="0" hangingPunct="0">
              <a:lnSpc>
                <a:spcPct val="120000"/>
              </a:lnSpc>
              <a:spcBef>
                <a:spcPct val="50000"/>
              </a:spcBef>
              <a:spcAft>
                <a:spcPct val="0"/>
              </a:spcAft>
              <a:buClrTx/>
              <a:buSzTx/>
              <a:buFontTx/>
              <a:buNone/>
              <a:tabLst/>
              <a:defRPr/>
            </a:pPr>
            <a:r>
              <a:rPr kumimoji="1" lang="ja-JP" altLang="en-US" sz="14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統括責任者</a:t>
            </a:r>
          </a:p>
        </p:txBody>
      </p:sp>
      <p:sp>
        <p:nvSpPr>
          <p:cNvPr id="35" name="Rectangle 5">
            <a:extLst>
              <a:ext uri="{FF2B5EF4-FFF2-40B4-BE49-F238E27FC236}">
                <a16:creationId xmlns:a16="http://schemas.microsoft.com/office/drawing/2014/main" id="{330B2FBC-3C97-41E4-B2A5-30A72F2DDAFC}"/>
              </a:ext>
            </a:extLst>
          </p:cNvPr>
          <p:cNvSpPr>
            <a:spLocks noChangeArrowheads="1"/>
          </p:cNvSpPr>
          <p:nvPr/>
        </p:nvSpPr>
        <p:spPr bwMode="auto">
          <a:xfrm>
            <a:off x="5801723" y="4333665"/>
            <a:ext cx="3600000" cy="288000"/>
          </a:xfrm>
          <a:prstGeom prst="rect">
            <a:avLst/>
          </a:prstGeom>
          <a:solidFill>
            <a:schemeClr val="accent2">
              <a:lumMod val="75000"/>
            </a:schemeClr>
          </a:solidFill>
          <a:ln w="6350" algn="ctr">
            <a:solidFill>
              <a:schemeClr val="bg1">
                <a:lumMod val="75000"/>
              </a:schemeClr>
            </a:solidFill>
            <a:miter lim="800000"/>
            <a:headEnd/>
            <a:tailEnd/>
          </a:ln>
        </p:spPr>
        <p:txBody>
          <a:bodyPr wrap="none" lIns="72009" tIns="72009" rIns="72009" bIns="72009" anchor="ct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0" fontAlgn="base" latinLnBrk="0" hangingPunct="0">
              <a:lnSpc>
                <a:spcPct val="120000"/>
              </a:lnSpc>
              <a:spcBef>
                <a:spcPct val="50000"/>
              </a:spcBef>
              <a:spcAft>
                <a:spcPct val="0"/>
              </a:spcAft>
              <a:buClrTx/>
              <a:buSzTx/>
              <a:buFontTx/>
              <a:buNone/>
              <a:tabLst/>
              <a:defRPr/>
            </a:pPr>
            <a:r>
              <a:rPr kumimoji="1" lang="ja-JP" altLang="en-US" sz="14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弊社技術サポートメンバ</a:t>
            </a:r>
            <a:endParaRPr kumimoji="1" lang="en-US" altLang="ja-JP" sz="14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タイトル 1">
            <a:extLst>
              <a:ext uri="{FF2B5EF4-FFF2-40B4-BE49-F238E27FC236}">
                <a16:creationId xmlns:a16="http://schemas.microsoft.com/office/drawing/2014/main" id="{8DCBE03C-5532-4195-A10E-F7F7BF8BB782}"/>
              </a:ext>
            </a:extLst>
          </p:cNvPr>
          <p:cNvSpPr txBox="1">
            <a:spLocks/>
          </p:cNvSpPr>
          <p:nvPr/>
        </p:nvSpPr>
        <p:spPr>
          <a:xfrm>
            <a:off x="173709" y="476672"/>
            <a:ext cx="9584887" cy="420752"/>
          </a:xfrm>
          <a:prstGeom prst="rect">
            <a:avLst/>
          </a:prstGeom>
        </p:spPr>
        <p:txBody>
          <a:bodyPr vert="horz" lIns="0" tIns="0" rIns="0" bIns="0" rtlCol="0" anchor="b" anchorCtr="0">
            <a:noAutofit/>
          </a:bodyPr>
          <a:lstStyle>
            <a:lvl1pPr algn="l" rtl="0" eaLnBrk="1" fontAlgn="base" hangingPunct="1">
              <a:spcBef>
                <a:spcPts val="0"/>
              </a:spcBef>
              <a:spcAft>
                <a:spcPts val="0"/>
              </a:spcAft>
              <a:defRPr kumimoji="1" lang="en-GB" altLang="en-US" sz="2600" b="1" kern="1200" dirty="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vl2pPr algn="l" rtl="0" eaLnBrk="1" fontAlgn="base" hangingPunct="1">
              <a:spcBef>
                <a:spcPct val="0"/>
              </a:spcBef>
              <a:spcAft>
                <a:spcPct val="0"/>
              </a:spcAft>
              <a:defRPr kumimoji="1" sz="4767" b="1">
                <a:solidFill>
                  <a:schemeClr val="tx1"/>
                </a:solidFill>
                <a:latin typeface="Arial" charset="0"/>
              </a:defRPr>
            </a:lvl2pPr>
            <a:lvl3pPr algn="l" rtl="0" eaLnBrk="1" fontAlgn="base" hangingPunct="1">
              <a:spcBef>
                <a:spcPct val="0"/>
              </a:spcBef>
              <a:spcAft>
                <a:spcPct val="0"/>
              </a:spcAft>
              <a:defRPr kumimoji="1" sz="4767" b="1">
                <a:solidFill>
                  <a:schemeClr val="tx1"/>
                </a:solidFill>
                <a:latin typeface="Arial" charset="0"/>
              </a:defRPr>
            </a:lvl3pPr>
            <a:lvl4pPr algn="l" rtl="0" eaLnBrk="1" fontAlgn="base" hangingPunct="1">
              <a:spcBef>
                <a:spcPct val="0"/>
              </a:spcBef>
              <a:spcAft>
                <a:spcPct val="0"/>
              </a:spcAft>
              <a:defRPr kumimoji="1" sz="4767" b="1">
                <a:solidFill>
                  <a:schemeClr val="tx1"/>
                </a:solidFill>
                <a:latin typeface="Arial" charset="0"/>
              </a:defRPr>
            </a:lvl4pPr>
            <a:lvl5pPr algn="l" rtl="0" eaLnBrk="1" fontAlgn="base" hangingPunct="1">
              <a:spcBef>
                <a:spcPct val="0"/>
              </a:spcBef>
              <a:spcAft>
                <a:spcPct val="0"/>
              </a:spcAft>
              <a:defRPr kumimoji="1" sz="4767" b="1">
                <a:solidFill>
                  <a:schemeClr val="tx1"/>
                </a:solidFill>
                <a:latin typeface="Arial" charset="0"/>
              </a:defRPr>
            </a:lvl5pPr>
            <a:lvl6pPr marL="495273" algn="l" rtl="0" eaLnBrk="1" fontAlgn="base" hangingPunct="1">
              <a:spcBef>
                <a:spcPct val="0"/>
              </a:spcBef>
              <a:spcAft>
                <a:spcPct val="0"/>
              </a:spcAft>
              <a:defRPr kumimoji="1" b="1">
                <a:solidFill>
                  <a:schemeClr val="tx1"/>
                </a:solidFill>
                <a:latin typeface="Arial" charset="0"/>
              </a:defRPr>
            </a:lvl6pPr>
            <a:lvl7pPr marL="990546" algn="l" rtl="0" eaLnBrk="1" fontAlgn="base" hangingPunct="1">
              <a:spcBef>
                <a:spcPct val="0"/>
              </a:spcBef>
              <a:spcAft>
                <a:spcPct val="0"/>
              </a:spcAft>
              <a:defRPr kumimoji="1" b="1">
                <a:solidFill>
                  <a:schemeClr val="tx1"/>
                </a:solidFill>
                <a:latin typeface="Arial" charset="0"/>
              </a:defRPr>
            </a:lvl7pPr>
            <a:lvl8pPr marL="1485818" algn="l" rtl="0" eaLnBrk="1" fontAlgn="base" hangingPunct="1">
              <a:spcBef>
                <a:spcPct val="0"/>
              </a:spcBef>
              <a:spcAft>
                <a:spcPct val="0"/>
              </a:spcAft>
              <a:defRPr kumimoji="1" b="1">
                <a:solidFill>
                  <a:schemeClr val="tx1"/>
                </a:solidFill>
                <a:latin typeface="Arial" charset="0"/>
              </a:defRPr>
            </a:lvl8pPr>
            <a:lvl9pPr marL="1981089" algn="l" rtl="0" eaLnBrk="1" fontAlgn="base" hangingPunct="1">
              <a:spcBef>
                <a:spcPct val="0"/>
              </a:spcBef>
              <a:spcAft>
                <a:spcPct val="0"/>
              </a:spcAft>
              <a:defRPr kumimoji="1" b="1">
                <a:solidFill>
                  <a:schemeClr val="tx1"/>
                </a:solidFill>
                <a:latin typeface="Arial" charset="0"/>
              </a:defRPr>
            </a:lvl9pPr>
          </a:lstStyle>
          <a:p>
            <a:r>
              <a:rPr lang="ja-JP" altLang="en-US" dirty="0"/>
              <a:t>プロジェクト推進体制案</a:t>
            </a:r>
            <a:endParaRPr lang="ja-JP" dirty="0"/>
          </a:p>
        </p:txBody>
      </p:sp>
      <p:sp>
        <p:nvSpPr>
          <p:cNvPr id="40" name="テキスト プレースホルダー 3">
            <a:extLst>
              <a:ext uri="{FF2B5EF4-FFF2-40B4-BE49-F238E27FC236}">
                <a16:creationId xmlns:a16="http://schemas.microsoft.com/office/drawing/2014/main" id="{3B5D8D09-6378-45D8-9812-53E7D11B7488}"/>
              </a:ext>
            </a:extLst>
          </p:cNvPr>
          <p:cNvSpPr>
            <a:spLocks noGrp="1"/>
          </p:cNvSpPr>
          <p:nvPr>
            <p:ph type="body" sz="quarter" idx="13"/>
          </p:nvPr>
        </p:nvSpPr>
        <p:spPr>
          <a:xfrm>
            <a:off x="173709" y="107340"/>
            <a:ext cx="9584887" cy="369332"/>
          </a:xfrm>
        </p:spPr>
        <p:txBody>
          <a:bodyPr/>
          <a:lstStyle/>
          <a:p>
            <a:r>
              <a:rPr lang="en-US" altLang="ja-JP" dirty="0"/>
              <a:t>6. </a:t>
            </a:r>
            <a:r>
              <a:rPr lang="ja-JP" altLang="en-US" dirty="0"/>
              <a:t>プロジェクト推進体制</a:t>
            </a:r>
          </a:p>
        </p:txBody>
      </p:sp>
      <p:cxnSp>
        <p:nvCxnSpPr>
          <p:cNvPr id="8" name="コネクタ: カギ線 7">
            <a:extLst>
              <a:ext uri="{FF2B5EF4-FFF2-40B4-BE49-F238E27FC236}">
                <a16:creationId xmlns:a16="http://schemas.microsoft.com/office/drawing/2014/main" id="{696C4C93-2932-4594-B5DD-89DA2FC9F734}"/>
              </a:ext>
            </a:extLst>
          </p:cNvPr>
          <p:cNvCxnSpPr>
            <a:cxnSpLocks/>
          </p:cNvCxnSpPr>
          <p:nvPr/>
        </p:nvCxnSpPr>
        <p:spPr>
          <a:xfrm rot="16200000" flipH="1">
            <a:off x="4462151" y="3778207"/>
            <a:ext cx="1836000" cy="828000"/>
          </a:xfrm>
          <a:prstGeom prst="bentConnector2">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7" name="AutoShape 12">
            <a:extLst>
              <a:ext uri="{FF2B5EF4-FFF2-40B4-BE49-F238E27FC236}">
                <a16:creationId xmlns:a16="http://schemas.microsoft.com/office/drawing/2014/main" id="{11B571C2-EC01-4BA7-A052-E595B06AED77}"/>
              </a:ext>
            </a:extLst>
          </p:cNvPr>
          <p:cNvCxnSpPr>
            <a:cxnSpLocks noChangeShapeType="1"/>
          </p:cNvCxnSpPr>
          <p:nvPr/>
        </p:nvCxnSpPr>
        <p:spPr bwMode="auto">
          <a:xfrm flipH="1">
            <a:off x="2430881" y="4396805"/>
            <a:ext cx="1" cy="347930"/>
          </a:xfrm>
          <a:prstGeom prst="straightConnector1">
            <a:avLst/>
          </a:prstGeom>
          <a:noFill/>
          <a:ln w="6350">
            <a:solidFill>
              <a:schemeClr val="bg1">
                <a:lumMod val="65000"/>
              </a:schemeClr>
            </a:solidFill>
            <a:round/>
            <a:headEnd/>
            <a:tailEnd/>
          </a:ln>
          <a:extLst>
            <a:ext uri="{909E8E84-426E-40DD-AFC4-6F175D3DCCD1}">
              <a14:hiddenFill xmlns:a14="http://schemas.microsoft.com/office/drawing/2010/main">
                <a:noFill/>
              </a14:hiddenFill>
            </a:ext>
          </a:extLst>
        </p:spPr>
      </p:cxnSp>
      <p:sp>
        <p:nvSpPr>
          <p:cNvPr id="9" name="Rectangle 9">
            <a:extLst>
              <a:ext uri="{FF2B5EF4-FFF2-40B4-BE49-F238E27FC236}">
                <a16:creationId xmlns:a16="http://schemas.microsoft.com/office/drawing/2014/main" id="{68B5C4BD-6083-4D67-978E-ED5834F3A5E0}"/>
              </a:ext>
            </a:extLst>
          </p:cNvPr>
          <p:cNvSpPr>
            <a:spLocks noChangeArrowheads="1"/>
          </p:cNvSpPr>
          <p:nvPr/>
        </p:nvSpPr>
        <p:spPr bwMode="auto">
          <a:xfrm>
            <a:off x="630883" y="4679848"/>
            <a:ext cx="3600000" cy="288000"/>
          </a:xfrm>
          <a:prstGeom prst="rect">
            <a:avLst/>
          </a:prstGeom>
          <a:solidFill>
            <a:schemeClr val="accent2">
              <a:lumMod val="75000"/>
            </a:schemeClr>
          </a:solidFill>
          <a:ln w="6350" algn="ctr">
            <a:solidFill>
              <a:schemeClr val="bg1">
                <a:lumMod val="75000"/>
              </a:schemeClr>
            </a:solidFill>
            <a:miter lim="800000"/>
            <a:headEnd/>
            <a:tailEnd/>
          </a:ln>
        </p:spPr>
        <p:txBody>
          <a:bodyPr wrap="none" lIns="72009" tIns="72009" rIns="72009" bIns="72009" anchor="ctr"/>
          <a:lstStyle/>
          <a:p>
            <a:pPr marL="0" marR="0" lvl="0" indent="0" algn="ctr" defTabSz="914400" rtl="0" eaLnBrk="0" fontAlgn="base" latinLnBrk="0" hangingPunct="0">
              <a:lnSpc>
                <a:spcPct val="120000"/>
              </a:lnSpc>
              <a:spcBef>
                <a:spcPct val="50000"/>
              </a:spcBef>
              <a:spcAft>
                <a:spcPct val="0"/>
              </a:spcAft>
              <a:buClrTx/>
              <a:buSzTx/>
              <a:buFontTx/>
              <a:buNone/>
              <a:tabLst/>
              <a:defRPr/>
            </a:pPr>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推進担当</a:t>
            </a:r>
            <a:endParaRPr kumimoji="1" lang="ja-JP" altLang="en-US" sz="14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Rectangle 6">
            <a:extLst>
              <a:ext uri="{FF2B5EF4-FFF2-40B4-BE49-F238E27FC236}">
                <a16:creationId xmlns:a16="http://schemas.microsoft.com/office/drawing/2014/main" id="{9ECC889C-4EDE-4DA1-9AFE-D713419107AB}"/>
              </a:ext>
            </a:extLst>
          </p:cNvPr>
          <p:cNvSpPr>
            <a:spLocks noChangeArrowheads="1"/>
          </p:cNvSpPr>
          <p:nvPr/>
        </p:nvSpPr>
        <p:spPr bwMode="auto">
          <a:xfrm>
            <a:off x="630883" y="3659366"/>
            <a:ext cx="3600000" cy="828000"/>
          </a:xfrm>
          <a:prstGeom prst="rect">
            <a:avLst/>
          </a:prstGeom>
          <a:solidFill>
            <a:srgbClr val="FFFFFF"/>
          </a:solidFill>
          <a:ln w="3175" algn="ctr">
            <a:solidFill>
              <a:schemeClr val="bg1">
                <a:lumMod val="85000"/>
              </a:schemeClr>
            </a:solidFill>
            <a:miter lim="800000"/>
            <a:headEnd/>
            <a:tailEnd/>
          </a:ln>
        </p:spPr>
        <p:txBody>
          <a:bodyPr wrap="none" lIns="72009" tIns="72009" rIns="72009" bIns="72009" anchor="ct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120000"/>
              </a:lnSpc>
              <a:spcBef>
                <a:spcPct val="50000"/>
              </a:spcBef>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藤瀬　秀平</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(H)</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br>
            <a:r>
              <a:rPr kumimoji="1" lang="ja-JP" altLang="en-US" sz="10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ビジネスコンサルティング本</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部　シニア・マネジャー</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Rectangle 6">
            <a:extLst>
              <a:ext uri="{FF2B5EF4-FFF2-40B4-BE49-F238E27FC236}">
                <a16:creationId xmlns:a16="http://schemas.microsoft.com/office/drawing/2014/main" id="{5CDFE9A8-3EC4-4CF2-9E71-15CF03D169A8}"/>
              </a:ext>
            </a:extLst>
          </p:cNvPr>
          <p:cNvSpPr>
            <a:spLocks noChangeArrowheads="1"/>
          </p:cNvSpPr>
          <p:nvPr/>
        </p:nvSpPr>
        <p:spPr bwMode="auto">
          <a:xfrm>
            <a:off x="5801725" y="2464160"/>
            <a:ext cx="3600000" cy="1596991"/>
          </a:xfrm>
          <a:prstGeom prst="rect">
            <a:avLst/>
          </a:prstGeom>
          <a:solidFill>
            <a:srgbClr val="FFFFFF"/>
          </a:solidFill>
          <a:ln w="3175" algn="ctr">
            <a:solidFill>
              <a:schemeClr val="bg1">
                <a:lumMod val="85000"/>
              </a:schemeClr>
            </a:solidFill>
            <a:miter lim="800000"/>
            <a:headEnd/>
            <a:tailEnd/>
          </a:ln>
        </p:spPr>
        <p:txBody>
          <a:bodyPr wrap="none" lIns="72009" tIns="72009" rIns="72009" bIns="72009" anchor="t"/>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0" algn="ctr">
              <a:lnSpc>
                <a:spcPct val="120000"/>
              </a:lnSpc>
              <a:spcBef>
                <a:spcPct val="50000"/>
              </a:spcBef>
              <a:buClrTx/>
            </a:pPr>
            <a:r>
              <a:rPr lang="ja-JP" altLang="en-US" sz="1400" dirty="0">
                <a:latin typeface="Meiryo UI" panose="020B0604030504040204" pitchFamily="50" charset="-128"/>
                <a:ea typeface="Meiryo UI" panose="020B0604030504040204" pitchFamily="50" charset="-128"/>
                <a:cs typeface="Meiryo UI" panose="020B0604030504040204" pitchFamily="50" charset="-128"/>
              </a:rPr>
              <a:t>早川 逸平</a:t>
            </a:r>
            <a:br>
              <a:rPr lang="en-US" altLang="ja-JP" sz="1400" dirty="0">
                <a:latin typeface="Meiryo UI" panose="020B0604030504040204" pitchFamily="50" charset="-128"/>
                <a:ea typeface="Meiryo UI" panose="020B0604030504040204" pitchFamily="50" charset="-128"/>
                <a:cs typeface="Meiryo UI" panose="020B0604030504040204" pitchFamily="50" charset="-128"/>
              </a:rPr>
            </a:br>
            <a:r>
              <a:rPr lang="ja-JP" altLang="en-US" sz="1000" dirty="0">
                <a:latin typeface="Meiryo UI" panose="020B0604030504040204" pitchFamily="50" charset="-128"/>
                <a:ea typeface="Meiryo UI" panose="020B0604030504040204" pitchFamily="50" charset="-128"/>
                <a:cs typeface="Meiryo UI" panose="020B0604030504040204" pitchFamily="50" charset="-128"/>
              </a:rPr>
              <a:t>金融サービス本部　マネジング・ディレクター</a:t>
            </a:r>
            <a:br>
              <a:rPr lang="en-US" altLang="ja-JP" sz="1000" dirty="0">
                <a:latin typeface="Meiryo UI" panose="020B0604030504040204" pitchFamily="50" charset="-128"/>
                <a:ea typeface="Meiryo UI" panose="020B0604030504040204" pitchFamily="50" charset="-128"/>
                <a:cs typeface="Meiryo UI" panose="020B0604030504040204" pitchFamily="50" charset="-128"/>
              </a:rPr>
            </a:br>
            <a:r>
              <a:rPr lang="ja-JP" altLang="en-US" sz="1000" dirty="0">
                <a:latin typeface="Meiryo UI" panose="020B0604030504040204" pitchFamily="50" charset="-128"/>
                <a:ea typeface="Meiryo UI" panose="020B0604030504040204" pitchFamily="50" charset="-128"/>
                <a:cs typeface="Meiryo UI" panose="020B0604030504040204" pitchFamily="50" charset="-128"/>
              </a:rPr>
              <a:t>（貴社担当）</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ctr">
              <a:lnSpc>
                <a:spcPct val="120000"/>
              </a:lnSpc>
              <a:spcBef>
                <a:spcPct val="50000"/>
              </a:spcBef>
            </a:pPr>
            <a:r>
              <a:rPr lang="ja-JP" altLang="en-US" sz="1400" dirty="0">
                <a:latin typeface="Meiryo UI" panose="020B0604030504040204" pitchFamily="50" charset="-128"/>
                <a:ea typeface="Meiryo UI" panose="020B0604030504040204" pitchFamily="50" charset="-128"/>
                <a:cs typeface="Meiryo UI" panose="020B0604030504040204" pitchFamily="50" charset="-128"/>
              </a:rPr>
              <a:t>松濤　真人</a:t>
            </a:r>
            <a:endParaRPr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pPr algn="ctr">
              <a:lnSpc>
                <a:spcPct val="120000"/>
              </a:lnSpc>
              <a:spcBef>
                <a:spcPct val="50000"/>
              </a:spcBef>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テクノロジーコンサルティング本部　</a:t>
            </a:r>
            <a:br>
              <a:rPr lang="en-US" altLang="ja-JP" sz="1000" dirty="0">
                <a:latin typeface="Meiryo UI" panose="020B0604030504040204" pitchFamily="50" charset="-128"/>
                <a:ea typeface="Meiryo UI" panose="020B0604030504040204" pitchFamily="50" charset="-128"/>
                <a:cs typeface="Meiryo UI" panose="020B0604030504040204" pitchFamily="50" charset="-128"/>
              </a:rPr>
            </a:br>
            <a:r>
              <a:rPr lang="ja-JP" altLang="en-US" sz="1000" dirty="0">
                <a:latin typeface="Meiryo UI" panose="020B0604030504040204" pitchFamily="50" charset="-128"/>
                <a:ea typeface="Meiryo UI" panose="020B0604030504040204" pitchFamily="50" charset="-128"/>
                <a:cs typeface="Meiryo UI" panose="020B0604030504040204" pitchFamily="50" charset="-128"/>
              </a:rPr>
              <a:t>金融サービスグループ統括　マネジング・ディレクター</a:t>
            </a:r>
          </a:p>
          <a:p>
            <a:pPr algn="ctr">
              <a:lnSpc>
                <a:spcPct val="120000"/>
              </a:lnSpc>
              <a:spcBef>
                <a:spcPct val="50000"/>
              </a:spcBef>
            </a:pPr>
            <a:endParaRPr lang="en-US" altLang="ja-JP" sz="800" dirty="0">
              <a:latin typeface="Meiryo UI" panose="020B0604030504040204" pitchFamily="50" charset="-128"/>
              <a:ea typeface="Meiryo UI" panose="020B0604030504040204" pitchFamily="50" charset="-128"/>
              <a:cs typeface="Meiryo UI" panose="020B0604030504040204" pitchFamily="50" charset="-128"/>
            </a:endParaRPr>
          </a:p>
          <a:p>
            <a:pPr algn="ctr">
              <a:lnSpc>
                <a:spcPct val="120000"/>
              </a:lnSpc>
              <a:spcBef>
                <a:spcPct val="50000"/>
              </a:spcBef>
            </a:pPr>
            <a:endParaRPr lang="en-US" altLang="ja-JP" sz="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519753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011FEE35-388F-4D9E-8B5B-F0E3B591D73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499" imgH="499" progId="TCLayout.ActiveDocument.1">
                  <p:embed/>
                </p:oleObj>
              </mc:Choice>
              <mc:Fallback>
                <p:oleObj name="think-cell スライド" r:id="rId3" imgW="499" imgH="499" progId="TCLayout.ActiveDocument.1">
                  <p:embed/>
                  <p:pic>
                    <p:nvPicPr>
                      <p:cNvPr id="4" name="オブジェクト 3" hidden="1">
                        <a:extLst>
                          <a:ext uri="{FF2B5EF4-FFF2-40B4-BE49-F238E27FC236}">
                            <a16:creationId xmlns:a16="http://schemas.microsoft.com/office/drawing/2014/main" id="{011FEE35-388F-4D9E-8B5B-F0E3B591D7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070CAFD8-170C-473F-8E44-E30EF683892B}"/>
              </a:ext>
            </a:extLst>
          </p:cNvPr>
          <p:cNvSpPr>
            <a:spLocks noGrp="1"/>
          </p:cNvSpPr>
          <p:nvPr>
            <p:ph type="title"/>
          </p:nvPr>
        </p:nvSpPr>
        <p:spPr>
          <a:xfrm>
            <a:off x="173709" y="476672"/>
            <a:ext cx="9584887" cy="420752"/>
          </a:xfrm>
        </p:spPr>
        <p:txBody>
          <a:bodyPr vert="horz"/>
          <a:lstStyle/>
          <a:p>
            <a:r>
              <a:rPr kumimoji="1" lang="ja-JP" altLang="en-US" dirty="0"/>
              <a:t>報酬</a:t>
            </a:r>
            <a:r>
              <a:rPr lang="ja-JP" altLang="en-US" dirty="0"/>
              <a:t>お</a:t>
            </a:r>
            <a:r>
              <a:rPr kumimoji="1" lang="ja-JP" altLang="en-US" dirty="0"/>
              <a:t>見積り</a:t>
            </a:r>
          </a:p>
        </p:txBody>
      </p:sp>
      <p:sp>
        <p:nvSpPr>
          <p:cNvPr id="3" name="テキスト プレースホルダー 2">
            <a:extLst>
              <a:ext uri="{FF2B5EF4-FFF2-40B4-BE49-F238E27FC236}">
                <a16:creationId xmlns:a16="http://schemas.microsoft.com/office/drawing/2014/main" id="{818B7F5C-2FD7-40B6-90FE-9A33C1478F45}"/>
              </a:ext>
            </a:extLst>
          </p:cNvPr>
          <p:cNvSpPr>
            <a:spLocks noGrp="1"/>
          </p:cNvSpPr>
          <p:nvPr>
            <p:ph type="body" idx="12"/>
          </p:nvPr>
        </p:nvSpPr>
        <p:spPr>
          <a:xfrm>
            <a:off x="173709" y="944949"/>
            <a:ext cx="9584887" cy="288000"/>
          </a:xfrm>
        </p:spPr>
        <p:txBody>
          <a:bodyPr/>
          <a:lstStyle/>
          <a:p>
            <a:r>
              <a:rPr lang="ja-JP" altLang="en-US" dirty="0"/>
              <a:t>前述の作業内容、スケジュール及び人員規模を前提にした弊社報酬額は、以下の通りです。</a:t>
            </a:r>
            <a:endParaRPr lang="en-US" altLang="ja-JP" dirty="0"/>
          </a:p>
        </p:txBody>
      </p:sp>
      <p:sp>
        <p:nvSpPr>
          <p:cNvPr id="16" name="Rectangle 7">
            <a:extLst>
              <a:ext uri="{FF2B5EF4-FFF2-40B4-BE49-F238E27FC236}">
                <a16:creationId xmlns:a16="http://schemas.microsoft.com/office/drawing/2014/main" id="{0874FF0C-7770-4EEE-8BF1-00723A8470BE}"/>
              </a:ext>
            </a:extLst>
          </p:cNvPr>
          <p:cNvSpPr>
            <a:spLocks noChangeArrowheads="1"/>
          </p:cNvSpPr>
          <p:nvPr/>
        </p:nvSpPr>
        <p:spPr bwMode="gray">
          <a:xfrm>
            <a:off x="687858" y="1538626"/>
            <a:ext cx="8513763" cy="2868486"/>
          </a:xfrm>
          <a:prstGeom prst="rect">
            <a:avLst/>
          </a:prstGeom>
          <a:noFill/>
          <a:ln w="12700">
            <a:solidFill>
              <a:schemeClr val="tx1">
                <a:lumMod val="50000"/>
                <a:lumOff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auto" latinLnBrk="0" hangingPunct="0">
              <a:lnSpc>
                <a:spcPct val="100000"/>
              </a:lnSpc>
              <a:spcBef>
                <a:spcPct val="20000"/>
              </a:spcBef>
              <a:spcAft>
                <a:spcPts val="0"/>
              </a:spcAft>
              <a:buClr>
                <a:srgbClr val="000000"/>
              </a:buClr>
              <a:buSzTx/>
              <a:buFontTx/>
              <a:buNone/>
              <a:tabLst/>
              <a:defRPr/>
            </a:pPr>
            <a:endParaRPr kumimoji="0" lang="ja-JP" altLang="en-US" sz="1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Rectangle 3">
            <a:extLst>
              <a:ext uri="{FF2B5EF4-FFF2-40B4-BE49-F238E27FC236}">
                <a16:creationId xmlns:a16="http://schemas.microsoft.com/office/drawing/2014/main" id="{F7B35EB8-3BA5-408D-9122-25AF681562CE}"/>
              </a:ext>
            </a:extLst>
          </p:cNvPr>
          <p:cNvSpPr>
            <a:spLocks noChangeArrowheads="1"/>
          </p:cNvSpPr>
          <p:nvPr/>
        </p:nvSpPr>
        <p:spPr bwMode="gray">
          <a:xfrm>
            <a:off x="3733105" y="2966216"/>
            <a:ext cx="3744583" cy="33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59" tIns="46030" rIns="92059" bIns="46030">
            <a:spAutoFit/>
          </a:bodyPr>
          <a:lstStyle/>
          <a:p>
            <a:pPr marL="0" marR="0" lvl="0" indent="0" algn="l" defTabSz="2057400"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2022</a:t>
            </a:r>
            <a:r>
              <a:rPr kumimoji="1" lang="ja-JP" altLang="en-US" sz="16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6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10</a:t>
            </a:r>
            <a:r>
              <a:rPr kumimoji="1" lang="ja-JP" altLang="en-US" sz="16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月</a:t>
            </a:r>
            <a:r>
              <a:rPr kumimoji="1" lang="en-US" altLang="ja-JP" sz="16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24</a:t>
            </a:r>
            <a:r>
              <a:rPr kumimoji="1" lang="ja-JP" altLang="en-US" sz="16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日～</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 2022</a:t>
            </a:r>
            <a:r>
              <a:rPr kumimoji="1" lang="ja-JP" altLang="en-US" sz="16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6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12</a:t>
            </a:r>
            <a:r>
              <a:rPr kumimoji="1" lang="ja-JP" altLang="en-US" sz="16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月</a:t>
            </a:r>
            <a:r>
              <a:rPr kumimoji="1" lang="en-US" altLang="ja-JP" sz="16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23</a:t>
            </a:r>
            <a:r>
              <a:rPr kumimoji="1" lang="ja-JP" altLang="en-US" sz="16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日</a:t>
            </a:r>
          </a:p>
        </p:txBody>
      </p:sp>
      <p:sp>
        <p:nvSpPr>
          <p:cNvPr id="19" name="Rectangle 4">
            <a:extLst>
              <a:ext uri="{FF2B5EF4-FFF2-40B4-BE49-F238E27FC236}">
                <a16:creationId xmlns:a16="http://schemas.microsoft.com/office/drawing/2014/main" id="{9BF09155-D1D4-4870-9A3C-ECA55336BD38}"/>
              </a:ext>
            </a:extLst>
          </p:cNvPr>
          <p:cNvSpPr>
            <a:spLocks noChangeArrowheads="1"/>
          </p:cNvSpPr>
          <p:nvPr/>
        </p:nvSpPr>
        <p:spPr bwMode="gray">
          <a:xfrm>
            <a:off x="2815748" y="2966967"/>
            <a:ext cx="801469" cy="33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59" tIns="46030" rIns="92059" bIns="46030">
            <a:spAutoFit/>
          </a:bodyPr>
          <a:lstStyle/>
          <a:p>
            <a:pPr marL="0" marR="0" lvl="0" indent="0" algn="r" defTabSz="2057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期間：</a:t>
            </a:r>
          </a:p>
        </p:txBody>
      </p:sp>
      <p:sp>
        <p:nvSpPr>
          <p:cNvPr id="20" name="Rectangle 5">
            <a:extLst>
              <a:ext uri="{FF2B5EF4-FFF2-40B4-BE49-F238E27FC236}">
                <a16:creationId xmlns:a16="http://schemas.microsoft.com/office/drawing/2014/main" id="{306AA7F6-4E45-4159-B294-934FC4B15950}"/>
              </a:ext>
            </a:extLst>
          </p:cNvPr>
          <p:cNvSpPr>
            <a:spLocks noChangeArrowheads="1"/>
          </p:cNvSpPr>
          <p:nvPr/>
        </p:nvSpPr>
        <p:spPr bwMode="gray">
          <a:xfrm>
            <a:off x="3733105" y="2508785"/>
            <a:ext cx="2386840" cy="33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59" tIns="46030" rIns="92059" bIns="46030">
            <a:spAutoFit/>
          </a:bodyPr>
          <a:lstStyle/>
          <a:p>
            <a:pPr marL="0" marR="0" lvl="0" indent="0" algn="l" defTabSz="2057400" rtl="0" eaLnBrk="1" fontAlgn="base" latinLnBrk="0" hangingPunct="1">
              <a:lnSpc>
                <a:spcPct val="100000"/>
              </a:lnSpc>
              <a:spcBef>
                <a:spcPct val="0"/>
              </a:spcBef>
              <a:spcAft>
                <a:spcPct val="0"/>
              </a:spcAft>
              <a:buClrTx/>
              <a:buSzTx/>
              <a:buFontTx/>
              <a:buNone/>
              <a:tabLst/>
              <a:defRPr/>
            </a:pP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2,250</a:t>
            </a:r>
            <a:r>
              <a:rPr kumimoji="1" lang="ja-JP" altLang="en-US" sz="16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万円</a:t>
            </a:r>
            <a:r>
              <a:rPr kumimoji="1" lang="en-US" altLang="ja-JP" sz="16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6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消費税別途</a:t>
            </a:r>
            <a:r>
              <a:rPr kumimoji="1" lang="en-US" altLang="ja-JP" sz="16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a:t>
            </a:r>
          </a:p>
        </p:txBody>
      </p:sp>
      <p:sp>
        <p:nvSpPr>
          <p:cNvPr id="21" name="Rectangle 8">
            <a:extLst>
              <a:ext uri="{FF2B5EF4-FFF2-40B4-BE49-F238E27FC236}">
                <a16:creationId xmlns:a16="http://schemas.microsoft.com/office/drawing/2014/main" id="{7B13BB1E-0874-4069-A258-8DEB0439E3B7}"/>
              </a:ext>
            </a:extLst>
          </p:cNvPr>
          <p:cNvSpPr>
            <a:spLocks noChangeArrowheads="1"/>
          </p:cNvSpPr>
          <p:nvPr/>
        </p:nvSpPr>
        <p:spPr bwMode="gray">
          <a:xfrm>
            <a:off x="2403792" y="2508785"/>
            <a:ext cx="1211838" cy="33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59" tIns="46030" rIns="92059" bIns="46030">
            <a:spAutoFit/>
          </a:bodyPr>
          <a:lstStyle/>
          <a:p>
            <a:pPr marL="0" marR="0" lvl="0" indent="0" algn="r" defTabSz="2057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報酬金額：</a:t>
            </a:r>
          </a:p>
        </p:txBody>
      </p:sp>
      <p:sp>
        <p:nvSpPr>
          <p:cNvPr id="22" name="Rectangle 3">
            <a:extLst>
              <a:ext uri="{FF2B5EF4-FFF2-40B4-BE49-F238E27FC236}">
                <a16:creationId xmlns:a16="http://schemas.microsoft.com/office/drawing/2014/main" id="{FEA5FE6D-43D6-49D9-9ABB-47FE1DF2DFC4}"/>
              </a:ext>
            </a:extLst>
          </p:cNvPr>
          <p:cNvSpPr>
            <a:spLocks noChangeArrowheads="1"/>
          </p:cNvSpPr>
          <p:nvPr/>
        </p:nvSpPr>
        <p:spPr bwMode="gray">
          <a:xfrm>
            <a:off x="3733105" y="3403207"/>
            <a:ext cx="1211838" cy="33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59" tIns="46030" rIns="92059" bIns="46030">
            <a:spAutoFit/>
          </a:bodyPr>
          <a:lstStyle/>
          <a:p>
            <a:pPr marL="0" marR="0" lvl="0" indent="0" algn="l" defTabSz="2057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準委任契約</a:t>
            </a:r>
          </a:p>
        </p:txBody>
      </p:sp>
      <p:sp>
        <p:nvSpPr>
          <p:cNvPr id="23" name="Rectangle 4">
            <a:extLst>
              <a:ext uri="{FF2B5EF4-FFF2-40B4-BE49-F238E27FC236}">
                <a16:creationId xmlns:a16="http://schemas.microsoft.com/office/drawing/2014/main" id="{C7DE58C5-D809-43AA-8B7B-EFC6AA3ED6FE}"/>
              </a:ext>
            </a:extLst>
          </p:cNvPr>
          <p:cNvSpPr>
            <a:spLocks noChangeArrowheads="1"/>
          </p:cNvSpPr>
          <p:nvPr/>
        </p:nvSpPr>
        <p:spPr bwMode="gray">
          <a:xfrm>
            <a:off x="2403792" y="3403207"/>
            <a:ext cx="1211838" cy="33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59" tIns="46030" rIns="92059" bIns="46030">
            <a:spAutoFit/>
          </a:bodyPr>
          <a:lstStyle/>
          <a:p>
            <a:pPr marL="0" marR="0" lvl="0" indent="0" algn="r" defTabSz="2057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契約形態：</a:t>
            </a:r>
          </a:p>
        </p:txBody>
      </p:sp>
      <p:sp>
        <p:nvSpPr>
          <p:cNvPr id="24" name="Rectangle 6">
            <a:extLst>
              <a:ext uri="{FF2B5EF4-FFF2-40B4-BE49-F238E27FC236}">
                <a16:creationId xmlns:a16="http://schemas.microsoft.com/office/drawing/2014/main" id="{4BF1667E-9D3D-47A8-912C-1C92B47C86AB}"/>
              </a:ext>
            </a:extLst>
          </p:cNvPr>
          <p:cNvSpPr>
            <a:spLocks noChangeArrowheads="1"/>
          </p:cNvSpPr>
          <p:nvPr/>
        </p:nvSpPr>
        <p:spPr bwMode="gray">
          <a:xfrm>
            <a:off x="700215" y="4787031"/>
            <a:ext cx="8513763" cy="1426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59" tIns="46030" rIns="92059" bIns="46030">
            <a:spAutoFit/>
          </a:bodyPr>
          <a:lstStyle/>
          <a:p>
            <a:pPr marL="185738" marR="0" lvl="0" indent="-185738" algn="l" defTabSz="2057400" rtl="0" eaLnBrk="1" fontAlgn="base" latinLnBrk="0" hangingPunct="1">
              <a:lnSpc>
                <a:spcPct val="110000"/>
              </a:lnSpc>
              <a:spcBef>
                <a:spcPct val="40000"/>
              </a:spcBef>
              <a:buClrTx/>
              <a:buSzTx/>
              <a:buFont typeface="Wingdings" pitchFamily="2" charset="2"/>
              <a:buChar char="Ø"/>
              <a:tabLst/>
              <a:defRPr/>
            </a:pPr>
            <a:r>
              <a:rPr kumimoji="1"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出張費用、立替経費が発生した場合は、別途請求させて</a:t>
            </a:r>
            <a:r>
              <a:rPr kumimoji="1" lang="ja-JP" altLang="en-US" sz="14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いただき</a:t>
            </a:r>
            <a:r>
              <a:rPr kumimoji="1"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たく存じます。</a:t>
            </a:r>
            <a:endParaRPr kumimoji="0"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185738" marR="0" lvl="0" indent="-185738" algn="l" defTabSz="2057400" rtl="0" eaLnBrk="1" fontAlgn="base" latinLnBrk="0" hangingPunct="1">
              <a:lnSpc>
                <a:spcPct val="110000"/>
              </a:lnSpc>
              <a:spcBef>
                <a:spcPct val="40000"/>
              </a:spcBef>
              <a:buClrTx/>
              <a:buSzTx/>
              <a:buFont typeface="Wingdings" pitchFamily="2" charset="2"/>
              <a:buChar char="Ø"/>
              <a:tabLst/>
              <a:defRPr/>
            </a:pPr>
            <a:r>
              <a:rPr kumimoji="1"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上記期間内においても、社内研修・打合せへの参加、休暇取得により常駐できかねる状況が発生します。その際は、事前にご連</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絡</a:t>
            </a:r>
            <a:r>
              <a:rPr kumimoji="1" lang="ja-JP" altLang="en-US" sz="1400" b="0" i="0" u="non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いたします</a:t>
            </a:r>
            <a:r>
              <a:rPr kumimoji="1"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a:p>
            <a:pPr marL="185738" marR="0" lvl="0" indent="-185738" algn="l" defTabSz="2057400" rtl="0" eaLnBrk="1" fontAlgn="base" latinLnBrk="0" hangingPunct="1">
              <a:lnSpc>
                <a:spcPct val="110000"/>
              </a:lnSpc>
              <a:spcBef>
                <a:spcPct val="40000"/>
              </a:spcBef>
              <a:buClrTx/>
              <a:buSzTx/>
              <a:buFont typeface="Wingdings" pitchFamily="2" charset="2"/>
              <a:buChar char="Ø"/>
              <a:tabLst/>
              <a:defRPr/>
            </a:pPr>
            <a:r>
              <a:rPr kumimoji="1"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その他、機密保持事項等を含め、契約内容の詳細につきましては、別途締結する業務委任契約にて確認</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させて</a:t>
            </a:r>
            <a:r>
              <a:rPr kumimoji="1" lang="ja-JP" altLang="en-US" sz="1400" b="0" i="0" u="non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いただきます</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a:t>
            </a:r>
          </a:p>
        </p:txBody>
      </p:sp>
      <p:sp>
        <p:nvSpPr>
          <p:cNvPr id="14" name="テキスト プレースホルダー 3">
            <a:extLst>
              <a:ext uri="{FF2B5EF4-FFF2-40B4-BE49-F238E27FC236}">
                <a16:creationId xmlns:a16="http://schemas.microsoft.com/office/drawing/2014/main" id="{0A294079-CDF4-4B19-8B5E-0A06C5E1E356}"/>
              </a:ext>
            </a:extLst>
          </p:cNvPr>
          <p:cNvSpPr txBox="1">
            <a:spLocks/>
          </p:cNvSpPr>
          <p:nvPr/>
        </p:nvSpPr>
        <p:spPr>
          <a:xfrm>
            <a:off x="173709" y="107340"/>
            <a:ext cx="9584887" cy="369332"/>
          </a:xfrm>
          <a:prstGeom prst="rect">
            <a:avLst/>
          </a:prstGeom>
        </p:spPr>
        <p:txBody>
          <a:bodyPr vert="horz" wrap="square" lIns="0" tIns="0" rIns="0" bIns="0" rtlCol="0" anchor="b">
            <a:noAutofit/>
          </a:bodyPr>
          <a:lstStyle>
            <a:lvl1pPr marL="0" indent="0" algn="l" rtl="0" eaLnBrk="1" fontAlgn="base" hangingPunct="1">
              <a:lnSpc>
                <a:spcPct val="100000"/>
              </a:lnSpc>
              <a:spcBef>
                <a:spcPts val="0"/>
              </a:spcBef>
              <a:spcAft>
                <a:spcPts val="0"/>
              </a:spcAft>
              <a:buFont typeface="Arial" panose="020B0604020202020204" pitchFamily="34" charset="0"/>
              <a:buNone/>
              <a:defRPr kumimoji="1" lang="ja-JP" altLang="en-US" sz="1800" b="1" kern="1200" dirty="0">
                <a:solidFill>
                  <a:schemeClr val="accent2"/>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7063" indent="-268288" algn="l" rtl="0" eaLnBrk="1" fontAlgn="base" hangingPunct="1">
              <a:lnSpc>
                <a:spcPct val="100000"/>
              </a:lnSpc>
              <a:spcBef>
                <a:spcPts val="600"/>
              </a:spcBef>
              <a:spcAft>
                <a:spcPts val="325"/>
              </a:spcAft>
              <a:buFont typeface="Wingdings" panose="05000000000000000000" pitchFamily="2" charset="2"/>
              <a:buChar char="p"/>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85838" indent="-266700" algn="l" rtl="0" eaLnBrk="1" fontAlgn="base" hangingPunct="1">
              <a:lnSpc>
                <a:spcPct val="100000"/>
              </a:lnSpc>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346200" indent="-268288" algn="l" rtl="0" eaLnBrk="1" fontAlgn="base" hangingPunct="1">
              <a:lnSpc>
                <a:spcPct val="100000"/>
              </a:lnSpc>
              <a:spcBef>
                <a:spcPts val="600"/>
              </a:spcBef>
              <a:spcAft>
                <a:spcPts val="325"/>
              </a:spcAft>
              <a:buFont typeface="Meiryo UI" panose="020B0604030504040204" pitchFamily="50" charset="-128"/>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704975" indent="-268288" algn="l" rtl="0" eaLnBrk="1" fontAlgn="base" hangingPunct="1">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9pPr>
          </a:lstStyle>
          <a:p>
            <a:r>
              <a:rPr lang="en-US" altLang="ja-JP" dirty="0"/>
              <a:t>7. </a:t>
            </a:r>
            <a:r>
              <a:rPr lang="ja-JP" altLang="en-US" dirty="0"/>
              <a:t>報酬お見積り</a:t>
            </a:r>
          </a:p>
        </p:txBody>
      </p:sp>
    </p:spTree>
    <p:extLst>
      <p:ext uri="{BB962C8B-B14F-4D97-AF65-F5344CB8AC3E}">
        <p14:creationId xmlns:p14="http://schemas.microsoft.com/office/powerpoint/2010/main" val="732448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BD0D8CA2-E227-4090-BA73-05640193611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499" imgH="499" progId="TCLayout.ActiveDocument.1">
                  <p:embed/>
                </p:oleObj>
              </mc:Choice>
              <mc:Fallback>
                <p:oleObj name="think-cell スライド" r:id="rId3" imgW="499" imgH="499" progId="TCLayout.ActiveDocument.1">
                  <p:embed/>
                  <p:pic>
                    <p:nvPicPr>
                      <p:cNvPr id="7" name="オブジェクト 6" hidden="1">
                        <a:extLst>
                          <a:ext uri="{FF2B5EF4-FFF2-40B4-BE49-F238E27FC236}">
                            <a16:creationId xmlns:a16="http://schemas.microsoft.com/office/drawing/2014/main" id="{BD0D8CA2-E227-4090-BA73-05640193611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070CAFD8-170C-473F-8E44-E30EF683892B}"/>
              </a:ext>
            </a:extLst>
          </p:cNvPr>
          <p:cNvSpPr>
            <a:spLocks noGrp="1"/>
          </p:cNvSpPr>
          <p:nvPr>
            <p:ph type="title"/>
          </p:nvPr>
        </p:nvSpPr>
        <p:spPr>
          <a:xfrm>
            <a:off x="173709" y="476672"/>
            <a:ext cx="9584887" cy="420752"/>
          </a:xfrm>
        </p:spPr>
        <p:txBody>
          <a:bodyPr vert="horz"/>
          <a:lstStyle/>
          <a:p>
            <a:r>
              <a:rPr kumimoji="1" lang="ja-JP" altLang="en-US" dirty="0"/>
              <a:t>見積前提</a:t>
            </a:r>
            <a:r>
              <a:rPr lang="ja-JP" altLang="en-US" dirty="0"/>
              <a:t>・依頼事項  </a:t>
            </a:r>
            <a:r>
              <a:rPr lang="en-US" altLang="ja-JP" dirty="0"/>
              <a:t>1/2</a:t>
            </a:r>
            <a:endParaRPr kumimoji="1" lang="ja-JP" altLang="en-US" dirty="0"/>
          </a:p>
        </p:txBody>
      </p:sp>
      <p:sp>
        <p:nvSpPr>
          <p:cNvPr id="3" name="テキスト プレースホルダー 2">
            <a:extLst>
              <a:ext uri="{FF2B5EF4-FFF2-40B4-BE49-F238E27FC236}">
                <a16:creationId xmlns:a16="http://schemas.microsoft.com/office/drawing/2014/main" id="{818B7F5C-2FD7-40B6-90FE-9A33C1478F45}"/>
              </a:ext>
            </a:extLst>
          </p:cNvPr>
          <p:cNvSpPr>
            <a:spLocks noGrp="1"/>
          </p:cNvSpPr>
          <p:nvPr>
            <p:ph type="body" idx="12"/>
          </p:nvPr>
        </p:nvSpPr>
        <p:spPr>
          <a:xfrm>
            <a:off x="173709" y="944949"/>
            <a:ext cx="9584887" cy="288000"/>
          </a:xfrm>
        </p:spPr>
        <p:txBody>
          <a:bodyPr/>
          <a:lstStyle/>
          <a:p>
            <a:r>
              <a:rPr lang="ja-JP" altLang="en-US" dirty="0"/>
              <a:t>本取組の見積にあたり、以下を前提とさせていただきます。</a:t>
            </a:r>
            <a:endParaRPr lang="en-US" altLang="ja-JP" dirty="0"/>
          </a:p>
          <a:p>
            <a:endParaRPr kumimoji="1" lang="ja-JP" altLang="en-US" sz="2400" dirty="0"/>
          </a:p>
        </p:txBody>
      </p:sp>
      <p:sp>
        <p:nvSpPr>
          <p:cNvPr id="4" name="正方形/長方形 50">
            <a:extLst>
              <a:ext uri="{FF2B5EF4-FFF2-40B4-BE49-F238E27FC236}">
                <a16:creationId xmlns:a16="http://schemas.microsoft.com/office/drawing/2014/main" id="{50D70B21-7F7E-4200-8521-3DC2D3FD4832}"/>
              </a:ext>
            </a:extLst>
          </p:cNvPr>
          <p:cNvSpPr>
            <a:spLocks noChangeArrowheads="1"/>
          </p:cNvSpPr>
          <p:nvPr/>
        </p:nvSpPr>
        <p:spPr bwMode="gray">
          <a:xfrm>
            <a:off x="775854" y="1522830"/>
            <a:ext cx="936000" cy="4418777"/>
          </a:xfrm>
          <a:prstGeom prst="rect">
            <a:avLst/>
          </a:prstGeom>
          <a:solidFill>
            <a:schemeClr val="bg1">
              <a:lumMod val="95000"/>
            </a:schemeClr>
          </a:solidFill>
          <a:ln w="12700" algn="ctr">
            <a:solidFill>
              <a:schemeClr val="tx1">
                <a:lumMod val="50000"/>
                <a:lumOff val="50000"/>
              </a:schemeClr>
            </a:solidFill>
            <a:round/>
            <a:headEnd/>
            <a:tailEnd type="triangle" w="med" len="med"/>
          </a:ln>
          <a:effectLst/>
        </p:spPr>
        <p:txBody>
          <a:bodyPr wrap="non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0" marR="0" lvl="0" indent="0" algn="ctr" defTabSz="914400" rtl="0" eaLnBrk="1" fontAlgn="auto" latinLnBrk="0" hangingPunct="1">
              <a:lnSpc>
                <a:spcPct val="100000"/>
              </a:lnSpc>
              <a:spcBef>
                <a:spcPct val="20000"/>
              </a:spcBef>
              <a:spcAft>
                <a:spcPts val="0"/>
              </a:spcAft>
              <a:buClr>
                <a:srgbClr val="990033"/>
              </a:buClr>
              <a:buSzTx/>
              <a:buFontTx/>
              <a:buNone/>
              <a:tabLst/>
              <a:defRPr/>
            </a:pPr>
            <a:r>
              <a:rPr lang="ja-JP" altLang="en-US"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全般</a:t>
            </a:r>
            <a:endParaRPr kumimoji="0" lang="en-US" altLang="ja-JP"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正方形/長方形 50">
            <a:extLst>
              <a:ext uri="{FF2B5EF4-FFF2-40B4-BE49-F238E27FC236}">
                <a16:creationId xmlns:a16="http://schemas.microsoft.com/office/drawing/2014/main" id="{640D55BD-036D-4ECD-9ECE-EC7DB90C5DB0}"/>
              </a:ext>
            </a:extLst>
          </p:cNvPr>
          <p:cNvSpPr>
            <a:spLocks noChangeArrowheads="1"/>
          </p:cNvSpPr>
          <p:nvPr/>
        </p:nvSpPr>
        <p:spPr bwMode="gray">
          <a:xfrm>
            <a:off x="1779014" y="1522831"/>
            <a:ext cx="7890593" cy="4418777"/>
          </a:xfrm>
          <a:prstGeom prst="rect">
            <a:avLst/>
          </a:prstGeom>
          <a:noFill/>
          <a:ln w="12700" algn="ctr">
            <a:solidFill>
              <a:schemeClr val="tx1">
                <a:lumMod val="50000"/>
                <a:lumOff val="50000"/>
              </a:schemeClr>
            </a:solidFill>
            <a:round/>
            <a:headEnd/>
            <a:tailEnd type="triangle" w="med" len="med"/>
          </a:ln>
          <a:effectLst/>
        </p:spPr>
        <p:txBody>
          <a:bodyPr wrap="squar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171450" lvl="0" indent="-171450" algn="l" fontAlgn="auto">
              <a:lnSpc>
                <a:spcPct val="110000"/>
              </a:lnSpc>
              <a:spcBef>
                <a:spcPct val="40000"/>
              </a:spcBef>
              <a:buClr>
                <a:srgbClr val="000000"/>
              </a:buClr>
              <a:buFont typeface="Wingdings" panose="05000000000000000000" pitchFamily="2" charset="2"/>
              <a:buChar char="p"/>
              <a:defRPr/>
            </a:pPr>
            <a:r>
              <a:rPr lang="ja-JP" altLang="en-US" sz="105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作業期間は、</a:t>
            </a:r>
            <a:r>
              <a:rPr lang="en-US" altLang="ja-JP" sz="1050" dirty="0">
                <a:latin typeface="Meiryo UI" panose="020B0604030504040204" pitchFamily="50" charset="-128"/>
                <a:ea typeface="Meiryo UI" panose="020B0604030504040204" pitchFamily="50" charset="-128"/>
                <a:cs typeface="Meiryo UI" panose="020B0604030504040204" pitchFamily="50" charset="-128"/>
              </a:rPr>
              <a:t>2022</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年</a:t>
            </a:r>
            <a:r>
              <a:rPr lang="en-US" altLang="ja-JP" sz="1050" dirty="0">
                <a:latin typeface="Meiryo UI" panose="020B0604030504040204" pitchFamily="50" charset="-128"/>
                <a:ea typeface="Meiryo UI" panose="020B0604030504040204" pitchFamily="50" charset="-128"/>
                <a:cs typeface="Meiryo UI" panose="020B0604030504040204" pitchFamily="50" charset="-128"/>
              </a:rPr>
              <a:t>10</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月</a:t>
            </a:r>
            <a:r>
              <a:rPr lang="en-US" altLang="ja-JP" sz="1050" dirty="0">
                <a:latin typeface="Meiryo UI" panose="020B0604030504040204" pitchFamily="50" charset="-128"/>
                <a:ea typeface="Meiryo UI" panose="020B0604030504040204" pitchFamily="50" charset="-128"/>
                <a:cs typeface="Meiryo UI" panose="020B0604030504040204" pitchFamily="50" charset="-128"/>
              </a:rPr>
              <a:t>24</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日から</a:t>
            </a:r>
            <a:r>
              <a:rPr lang="en-US" altLang="ja-JP" sz="1050" dirty="0">
                <a:latin typeface="Meiryo UI" panose="020B0604030504040204" pitchFamily="50" charset="-128"/>
                <a:ea typeface="Meiryo UI" panose="020B0604030504040204" pitchFamily="50" charset="-128"/>
                <a:cs typeface="Meiryo UI" panose="020B0604030504040204" pitchFamily="50" charset="-128"/>
              </a:rPr>
              <a:t>2022</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年</a:t>
            </a:r>
            <a:r>
              <a:rPr lang="en-US" altLang="ja-JP" sz="1050" dirty="0">
                <a:latin typeface="Meiryo UI" panose="020B0604030504040204" pitchFamily="50" charset="-128"/>
                <a:ea typeface="Meiryo UI" panose="020B0604030504040204" pitchFamily="50" charset="-128"/>
                <a:cs typeface="Meiryo UI" panose="020B0604030504040204" pitchFamily="50" charset="-128"/>
              </a:rPr>
              <a:t>12</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月</a:t>
            </a:r>
            <a:r>
              <a:rPr lang="en-US" altLang="ja-JP" sz="1050" dirty="0">
                <a:latin typeface="Meiryo UI" panose="020B0604030504040204" pitchFamily="50" charset="-128"/>
                <a:ea typeface="Meiryo UI" panose="020B0604030504040204" pitchFamily="50" charset="-128"/>
                <a:cs typeface="Meiryo UI" panose="020B0604030504040204" pitchFamily="50" charset="-128"/>
              </a:rPr>
              <a:t>23</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日までを前提としていますが、作業開始時期については、貴社と協議の上確定させていただきます。</a:t>
            </a:r>
            <a:endPar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171450" marR="0" lvl="0" indent="-171450" algn="l" defTabSz="914400" rtl="0" eaLnBrk="1" fontAlgn="auto" latinLnBrk="0" hangingPunct="1">
              <a:lnSpc>
                <a:spcPct val="110000"/>
              </a:lnSpc>
              <a:spcBef>
                <a:spcPct val="40000"/>
              </a:spcBef>
              <a:spcAft>
                <a:spcPct val="0"/>
              </a:spcAft>
              <a:buClr>
                <a:srgbClr val="000000"/>
              </a:buClr>
              <a:buSzTx/>
              <a:buFont typeface="Wingdings" panose="05000000000000000000" pitchFamily="2" charset="2"/>
              <a:buChar char="p"/>
              <a:tabLst/>
              <a:defRPr/>
            </a:pP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プロジェクト進行中に、当初予期しなかった事情、また弊社の責に帰さない原因により、見積りの前提に多大なる差異が発生した場合には、事前協議の上対応方針を確認し、変更事項</a:t>
            </a:r>
            <a:r>
              <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報酬金額追加、スケジュール変更等</a:t>
            </a:r>
            <a:r>
              <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を実施させて</a:t>
            </a:r>
            <a:r>
              <a:rPr lang="ja-JP" altLang="en-US"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いただく</a:t>
            </a: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ことを</a:t>
            </a:r>
            <a:r>
              <a:rPr kumimoji="0" lang="ja-JP" altLang="en-US" sz="105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ご了解いただきたく、お願いいたします。本取組期間内における追加工数に関しては、契約変更実施の上、最終請求時に一括で請求させて</a:t>
            </a:r>
            <a:r>
              <a:rPr lang="ja-JP" altLang="en-US" sz="1050" kern="0" dirty="0">
                <a:latin typeface="Meiryo UI" panose="020B0604030504040204" pitchFamily="50" charset="-128"/>
                <a:ea typeface="Meiryo UI" panose="020B0604030504040204" pitchFamily="50" charset="-128"/>
                <a:cs typeface="Meiryo UI" panose="020B0604030504040204" pitchFamily="50" charset="-128"/>
              </a:rPr>
              <a:t>いただく</a:t>
            </a:r>
            <a:r>
              <a:rPr kumimoji="0" lang="ja-JP" altLang="en-US" sz="105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ことを想定しております。 </a:t>
            </a:r>
          </a:p>
          <a:p>
            <a:pPr marL="171450" marR="0" lvl="0" indent="-171450" algn="l" defTabSz="914400" rtl="0" eaLnBrk="1" fontAlgn="auto" latinLnBrk="0" hangingPunct="1">
              <a:lnSpc>
                <a:spcPct val="110000"/>
              </a:lnSpc>
              <a:spcBef>
                <a:spcPct val="40000"/>
              </a:spcBef>
              <a:spcAft>
                <a:spcPct val="0"/>
              </a:spcAft>
              <a:buClr>
                <a:srgbClr val="000000"/>
              </a:buClr>
              <a:buSzTx/>
              <a:buFont typeface="Wingdings" panose="05000000000000000000" pitchFamily="2" charset="2"/>
              <a:buChar char="p"/>
              <a:tabLst/>
              <a:defRPr/>
            </a:pPr>
            <a:r>
              <a:rPr kumimoji="0" lang="ja-JP" altLang="en-US" sz="105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プロジェクトの推進・実行にあたり、関係各部署及び関係システム協力</a:t>
            </a: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会社との会議スケジュール調整及び会議頻度は、プロジェクト開始時に貴社と相談の上、決定</a:t>
            </a:r>
            <a:r>
              <a:rPr kumimoji="0" lang="ja-JP" altLang="en-US" sz="105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させて</a:t>
            </a:r>
            <a:r>
              <a:rPr kumimoji="0" lang="ja-JP" altLang="en-US" sz="1050" b="0" i="0" u="non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戴いただき</a:t>
            </a:r>
            <a:r>
              <a:rPr kumimoji="0" lang="ja-JP" altLang="en-US" sz="105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、プロジェクトコミュニケーション定義を実施する予定です。</a:t>
            </a:r>
            <a:endParaRPr kumimoji="0" lang="en-US" altLang="ja-JP" sz="105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171450" marR="0" lvl="0" indent="-171450" algn="l" defTabSz="914400" rtl="0" eaLnBrk="1" fontAlgn="auto" latinLnBrk="0" hangingPunct="1">
              <a:lnSpc>
                <a:spcPct val="110000"/>
              </a:lnSpc>
              <a:spcBef>
                <a:spcPct val="40000"/>
              </a:spcBef>
              <a:spcAft>
                <a:spcPct val="0"/>
              </a:spcAft>
              <a:buClr>
                <a:srgbClr val="000000"/>
              </a:buClr>
              <a:buSzTx/>
              <a:buFont typeface="Wingdings" panose="05000000000000000000" pitchFamily="2" charset="2"/>
              <a:buChar char="p"/>
              <a:tabLst/>
              <a:defRPr/>
            </a:pP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プロジェクト推進上の必要な意思決定については、貴社内にて速やかに実施されることを前提としております。合意形成・意思決定の遅延が発生し、プロジェクトスケジュールの遅延が発生した場合は貴社と協議の上、タスク調整をさせていただく予定です。</a:t>
            </a:r>
            <a:endPar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171450" marR="0" lvl="0" indent="-171450" algn="l" defTabSz="914400" rtl="0" eaLnBrk="1" fontAlgn="auto" latinLnBrk="0" hangingPunct="1">
              <a:lnSpc>
                <a:spcPct val="110000"/>
              </a:lnSpc>
              <a:spcBef>
                <a:spcPct val="40000"/>
              </a:spcBef>
              <a:spcAft>
                <a:spcPct val="0"/>
              </a:spcAft>
              <a:buClr>
                <a:srgbClr val="000000"/>
              </a:buClr>
              <a:buSzTx/>
              <a:buFont typeface="Wingdings" panose="05000000000000000000" pitchFamily="2" charset="2"/>
              <a:buChar char="p"/>
              <a:tabLst/>
              <a:defRPr/>
            </a:pP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尚、弊社支援体制については変更になる可能性がございます。</a:t>
            </a:r>
          </a:p>
          <a:p>
            <a:pPr marL="171450" lvl="0" indent="-171450" fontAlgn="auto">
              <a:lnSpc>
                <a:spcPct val="110000"/>
              </a:lnSpc>
              <a:spcBef>
                <a:spcPct val="40000"/>
              </a:spcBef>
              <a:buClr>
                <a:srgbClr val="000000"/>
              </a:buClr>
              <a:buFont typeface="Wingdings" panose="05000000000000000000" pitchFamily="2" charset="2"/>
              <a:buChar char="p"/>
              <a:defRPr/>
            </a:pPr>
            <a:r>
              <a:rPr lang="ja-JP" altLang="en-US"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プロジェクト開始後に、作業のボリュームが大きくなった際は、弊社プロジェクト責任者までご連絡ください。適切なスキル・セットとクラスを特定し、別途お見積りさせていただく想定です。</a:t>
            </a:r>
          </a:p>
          <a:p>
            <a:pPr marL="171450" lvl="0" indent="-171450" fontAlgn="auto">
              <a:lnSpc>
                <a:spcPct val="110000"/>
              </a:lnSpc>
              <a:spcBef>
                <a:spcPct val="40000"/>
              </a:spcBef>
              <a:buClr>
                <a:srgbClr val="000000"/>
              </a:buClr>
              <a:buFont typeface="Wingdings" panose="05000000000000000000" pitchFamily="2" charset="2"/>
              <a:buChar char="p"/>
              <a:defRPr/>
            </a:pPr>
            <a:r>
              <a:rPr lang="ja-JP" altLang="en-US"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本業務遂行に必要となる第三者の製品やサービスにつきましては、各々必要な時期に貴社にてご用意いただくことを前提としております。</a:t>
            </a:r>
          </a:p>
          <a:p>
            <a:pPr marL="171450" lvl="0" indent="-171450" fontAlgn="auto">
              <a:lnSpc>
                <a:spcPct val="110000"/>
              </a:lnSpc>
              <a:spcBef>
                <a:spcPct val="40000"/>
              </a:spcBef>
              <a:buClr>
                <a:srgbClr val="000000"/>
              </a:buClr>
              <a:buFont typeface="Wingdings" panose="05000000000000000000" pitchFamily="2" charset="2"/>
              <a:buChar char="p"/>
              <a:defRPr/>
            </a:pPr>
            <a:r>
              <a:rPr lang="ja-JP" altLang="en-US"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第三者製品及び既存システムに起因する問題が生じた場合は、弊社の責任範囲外とさせていただきます。</a:t>
            </a:r>
          </a:p>
          <a:p>
            <a:pPr marL="171450" lvl="0" indent="-171450" fontAlgn="auto">
              <a:lnSpc>
                <a:spcPct val="110000"/>
              </a:lnSpc>
              <a:spcBef>
                <a:spcPct val="40000"/>
              </a:spcBef>
              <a:buClr>
                <a:srgbClr val="000000"/>
              </a:buClr>
              <a:buFont typeface="Wingdings" panose="05000000000000000000" pitchFamily="2" charset="2"/>
              <a:buChar char="p"/>
              <a:defRPr/>
            </a:pPr>
            <a:r>
              <a:rPr lang="ja-JP" altLang="en-US" sz="1050" kern="0" dirty="0">
                <a:latin typeface="Meiryo UI" panose="020B0604030504040204" pitchFamily="50" charset="-128"/>
                <a:ea typeface="Meiryo UI" panose="020B0604030504040204" pitchFamily="50" charset="-128"/>
                <a:cs typeface="Meiryo UI" panose="020B0604030504040204" pitchFamily="50" charset="-128"/>
              </a:rPr>
              <a:t>本件業務において弊社が使用する知的財産権及びノウハウにつきましては、本契約締結前から存するものにつきましては、弊社又は当該第三者が留保することとさせていただきたくお願いいたします。</a:t>
            </a:r>
          </a:p>
          <a:p>
            <a:pPr marL="171450" lvl="0" indent="-171450" fontAlgn="auto">
              <a:lnSpc>
                <a:spcPct val="110000"/>
              </a:lnSpc>
              <a:spcBef>
                <a:spcPct val="40000"/>
              </a:spcBef>
              <a:buClr>
                <a:srgbClr val="000000"/>
              </a:buClr>
              <a:buFont typeface="Wingdings" panose="05000000000000000000" pitchFamily="2" charset="2"/>
              <a:buChar char="p"/>
              <a:defRPr/>
            </a:pPr>
            <a:r>
              <a:rPr lang="ja-JP" altLang="en-US" sz="1050" kern="0" dirty="0">
                <a:latin typeface="Meiryo UI" panose="020B0604030504040204" pitchFamily="50" charset="-128"/>
                <a:ea typeface="Meiryo UI" panose="020B0604030504040204" pitchFamily="50" charset="-128"/>
                <a:cs typeface="Meiryo UI" panose="020B0604030504040204" pitchFamily="50" charset="-128"/>
              </a:rPr>
              <a:t>本件業務において弊社から貴社に対して開示するノウハウその他の秘密情報につきましては、必要に応じて貴社との間で秘密保持に関する合意をさせていただきたくお願いいたします。</a:t>
            </a:r>
            <a:endParaRPr lang="en-US" altLang="ja-JP" sz="1050" kern="0" dirty="0">
              <a:latin typeface="Meiryo UI" panose="020B0604030504040204" pitchFamily="50" charset="-128"/>
              <a:ea typeface="Meiryo UI" panose="020B0604030504040204" pitchFamily="50" charset="-128"/>
              <a:cs typeface="Meiryo UI" panose="020B0604030504040204" pitchFamily="50" charset="-128"/>
            </a:endParaRPr>
          </a:p>
          <a:p>
            <a:pPr marL="171450" lvl="0" indent="-171450" fontAlgn="auto">
              <a:lnSpc>
                <a:spcPct val="110000"/>
              </a:lnSpc>
              <a:spcBef>
                <a:spcPct val="40000"/>
              </a:spcBef>
              <a:buClr>
                <a:srgbClr val="000000"/>
              </a:buClr>
              <a:buFont typeface="Wingdings" panose="05000000000000000000" pitchFamily="2" charset="2"/>
              <a:buChar char="p"/>
              <a:defRPr/>
            </a:pPr>
            <a:r>
              <a:rPr lang="ja-JP" altLang="en-US"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弊社端末のセキュリティ要件については、弊社セキュリティポリシーを遵守するものとします。</a:t>
            </a:r>
            <a:endPar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正方形/長方形 50">
            <a:extLst>
              <a:ext uri="{FF2B5EF4-FFF2-40B4-BE49-F238E27FC236}">
                <a16:creationId xmlns:a16="http://schemas.microsoft.com/office/drawing/2014/main" id="{C9B10211-7BE3-40B9-97E0-38AE124B7CBF}"/>
              </a:ext>
            </a:extLst>
          </p:cNvPr>
          <p:cNvSpPr>
            <a:spLocks noChangeArrowheads="1"/>
          </p:cNvSpPr>
          <p:nvPr/>
        </p:nvSpPr>
        <p:spPr bwMode="gray">
          <a:xfrm>
            <a:off x="775854" y="6353991"/>
            <a:ext cx="936000" cy="336944"/>
          </a:xfrm>
          <a:prstGeom prst="rect">
            <a:avLst/>
          </a:prstGeom>
          <a:solidFill>
            <a:schemeClr val="bg1">
              <a:lumMod val="95000"/>
            </a:schemeClr>
          </a:solidFill>
          <a:ln w="12700" algn="ctr">
            <a:solidFill>
              <a:schemeClr val="tx1">
                <a:lumMod val="50000"/>
                <a:lumOff val="50000"/>
              </a:schemeClr>
            </a:solidFill>
            <a:round/>
            <a:headEnd/>
            <a:tailEnd type="triangle" w="med" len="med"/>
          </a:ln>
          <a:effectLst/>
        </p:spPr>
        <p:txBody>
          <a:bodyPr wrap="non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0" marR="0" lvl="0" indent="0" algn="ctr" defTabSz="914400" rtl="0" eaLnBrk="1" fontAlgn="auto" latinLnBrk="0" hangingPunct="1">
              <a:lnSpc>
                <a:spcPct val="100000"/>
              </a:lnSpc>
              <a:spcBef>
                <a:spcPct val="20000"/>
              </a:spcBef>
              <a:spcAft>
                <a:spcPts val="0"/>
              </a:spcAft>
              <a:buClr>
                <a:srgbClr val="990033"/>
              </a:buClr>
              <a:buSzTx/>
              <a:buFontTx/>
              <a:buNone/>
              <a:tabLst/>
              <a:defRPr/>
            </a:pPr>
            <a:r>
              <a:rPr kumimoji="0" lang="ja-JP" altLang="en-US"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諸費用</a:t>
            </a:r>
            <a:endParaRPr kumimoji="0" lang="en-US" altLang="ja-JP"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正方形/長方形 50">
            <a:extLst>
              <a:ext uri="{FF2B5EF4-FFF2-40B4-BE49-F238E27FC236}">
                <a16:creationId xmlns:a16="http://schemas.microsoft.com/office/drawing/2014/main" id="{575C2BE9-8B55-4A3F-9660-CC8F3FD84D40}"/>
              </a:ext>
            </a:extLst>
          </p:cNvPr>
          <p:cNvSpPr>
            <a:spLocks noChangeArrowheads="1"/>
          </p:cNvSpPr>
          <p:nvPr/>
        </p:nvSpPr>
        <p:spPr bwMode="gray">
          <a:xfrm>
            <a:off x="1779014" y="6353991"/>
            <a:ext cx="7890593" cy="336944"/>
          </a:xfrm>
          <a:prstGeom prst="rect">
            <a:avLst/>
          </a:prstGeom>
          <a:noFill/>
          <a:ln w="12700" algn="ctr">
            <a:solidFill>
              <a:schemeClr val="tx1">
                <a:lumMod val="50000"/>
                <a:lumOff val="50000"/>
              </a:schemeClr>
            </a:solidFill>
            <a:round/>
            <a:headEnd/>
            <a:tailEnd type="triangle" w="med" len="med"/>
          </a:ln>
          <a:effectLst/>
        </p:spPr>
        <p:txBody>
          <a:bodyPr wrap="squar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171450" lvl="0" indent="-171450" fontAlgn="auto">
              <a:spcAft>
                <a:spcPts val="0"/>
              </a:spcAft>
              <a:buClr>
                <a:srgbClr val="000000"/>
              </a:buClr>
              <a:buFont typeface="Wingdings" panose="05000000000000000000" pitchFamily="2" charset="2"/>
              <a:buChar char="p"/>
              <a:defRPr/>
            </a:pPr>
            <a:r>
              <a:rPr lang="ja-JP" altLang="en-US" sz="1050" kern="0" dirty="0">
                <a:latin typeface="Meiryo UI" panose="020B0604030504040204" pitchFamily="50" charset="-128"/>
                <a:ea typeface="Meiryo UI" panose="020B0604030504040204" pitchFamily="50" charset="-128"/>
                <a:cs typeface="Meiryo UI" panose="020B0604030504040204" pitchFamily="50" charset="-128"/>
              </a:rPr>
              <a:t>プロジェクトに関わる諸経費は、基本的に報酬に含まれますが、長距離出張などの交通費・宿泊費が発生した場合は、別途請求させて頂きます。</a:t>
            </a:r>
            <a:endParaRPr kumimoji="0" lang="ja-JP" altLang="en-US" sz="105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正方形/長方形 50">
            <a:extLst>
              <a:ext uri="{FF2B5EF4-FFF2-40B4-BE49-F238E27FC236}">
                <a16:creationId xmlns:a16="http://schemas.microsoft.com/office/drawing/2014/main" id="{2E811644-B41C-4AC7-8400-0455CC732F88}"/>
              </a:ext>
            </a:extLst>
          </p:cNvPr>
          <p:cNvSpPr>
            <a:spLocks noChangeArrowheads="1"/>
          </p:cNvSpPr>
          <p:nvPr/>
        </p:nvSpPr>
        <p:spPr bwMode="gray">
          <a:xfrm>
            <a:off x="775854" y="5978600"/>
            <a:ext cx="936000" cy="338400"/>
          </a:xfrm>
          <a:prstGeom prst="rect">
            <a:avLst/>
          </a:prstGeom>
          <a:solidFill>
            <a:schemeClr val="bg1">
              <a:lumMod val="95000"/>
            </a:schemeClr>
          </a:solidFill>
          <a:ln w="12700" algn="ctr">
            <a:solidFill>
              <a:schemeClr val="tx1">
                <a:lumMod val="50000"/>
                <a:lumOff val="50000"/>
              </a:schemeClr>
            </a:solidFill>
            <a:round/>
            <a:headEnd/>
            <a:tailEnd type="triangle" w="med" len="med"/>
          </a:ln>
          <a:effectLst/>
        </p:spPr>
        <p:txBody>
          <a:bodyPr wrap="non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0" marR="0" lvl="0" indent="0" algn="ctr" defTabSz="914400" rtl="0" eaLnBrk="1" fontAlgn="auto" latinLnBrk="0" hangingPunct="1">
              <a:lnSpc>
                <a:spcPct val="100000"/>
              </a:lnSpc>
              <a:spcBef>
                <a:spcPct val="20000"/>
              </a:spcBef>
              <a:spcAft>
                <a:spcPts val="0"/>
              </a:spcAft>
              <a:buClr>
                <a:srgbClr val="990033"/>
              </a:buClr>
              <a:buSzTx/>
              <a:buFontTx/>
              <a:buNone/>
              <a:tabLst/>
              <a:defRPr/>
            </a:pPr>
            <a:r>
              <a:rPr kumimoji="0" lang="ja-JP" altLang="en-US"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契約形態</a:t>
            </a:r>
            <a:endParaRPr kumimoji="0" lang="en-US" altLang="ja-JP"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正方形/長方形 50">
            <a:extLst>
              <a:ext uri="{FF2B5EF4-FFF2-40B4-BE49-F238E27FC236}">
                <a16:creationId xmlns:a16="http://schemas.microsoft.com/office/drawing/2014/main" id="{C3C661CB-4F5F-4822-A632-AFCB05E720CB}"/>
              </a:ext>
            </a:extLst>
          </p:cNvPr>
          <p:cNvSpPr>
            <a:spLocks noChangeArrowheads="1"/>
          </p:cNvSpPr>
          <p:nvPr/>
        </p:nvSpPr>
        <p:spPr bwMode="gray">
          <a:xfrm>
            <a:off x="1779014" y="5978600"/>
            <a:ext cx="7890593" cy="338400"/>
          </a:xfrm>
          <a:prstGeom prst="rect">
            <a:avLst/>
          </a:prstGeom>
          <a:noFill/>
          <a:ln w="12700" algn="ctr">
            <a:solidFill>
              <a:schemeClr val="tx1">
                <a:lumMod val="50000"/>
                <a:lumOff val="50000"/>
              </a:schemeClr>
            </a:solidFill>
            <a:round/>
            <a:headEnd/>
            <a:tailEnd type="triangle" w="med" len="med"/>
          </a:ln>
          <a:effectLst/>
        </p:spPr>
        <p:txBody>
          <a:bodyPr wrap="squar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171450" marR="0" lvl="0" indent="-171450" algn="l" defTabSz="914400" rtl="0" eaLnBrk="1" fontAlgn="auto" latinLnBrk="0" hangingPunct="1">
              <a:lnSpc>
                <a:spcPct val="100000"/>
              </a:lnSpc>
              <a:spcBef>
                <a:spcPct val="20000"/>
              </a:spcBef>
              <a:spcAft>
                <a:spcPts val="0"/>
              </a:spcAft>
              <a:buClr>
                <a:srgbClr val="000000"/>
              </a:buClr>
              <a:buSzTx/>
              <a:buFont typeface="Wingdings" panose="05000000000000000000" pitchFamily="2" charset="2"/>
              <a:buChar char="p"/>
              <a:tabLst/>
              <a:defRPr/>
            </a:pP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契約は準委任契約とさせて</a:t>
            </a:r>
            <a:r>
              <a:rPr lang="ja-JP" altLang="en-US"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いただきます</a:t>
            </a: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p:txBody>
      </p:sp>
      <p:sp>
        <p:nvSpPr>
          <p:cNvPr id="12" name="正方形/長方形 80">
            <a:extLst>
              <a:ext uri="{FF2B5EF4-FFF2-40B4-BE49-F238E27FC236}">
                <a16:creationId xmlns:a16="http://schemas.microsoft.com/office/drawing/2014/main" id="{0874A65F-AE0C-4ABF-8C62-98418E740E2F}"/>
              </a:ext>
            </a:extLst>
          </p:cNvPr>
          <p:cNvSpPr>
            <a:spLocks noChangeArrowheads="1"/>
          </p:cNvSpPr>
          <p:nvPr/>
        </p:nvSpPr>
        <p:spPr bwMode="gray">
          <a:xfrm>
            <a:off x="4672227" y="1214601"/>
            <a:ext cx="2104166" cy="281645"/>
          </a:xfrm>
          <a:prstGeom prst="rect">
            <a:avLst/>
          </a:prstGeom>
          <a:noFill/>
          <a:ln w="25400" algn="ctr">
            <a:noFill/>
            <a:round/>
            <a:headEnd/>
            <a:tailEnd type="triangle" w="med" len="med"/>
          </a:ln>
          <a:effectLst/>
        </p:spPr>
        <p:txBody>
          <a:bodyPr lIns="35987" tIns="45704" rIns="35987" bIns="45704" anchor="t" anchorCtr="0"/>
          <a:lstStyle>
            <a:defPPr>
              <a:defRPr lang="en-US"/>
            </a:defPPr>
            <a:lvl1pPr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1pPr>
            <a:lvl2pPr marL="4572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2pPr>
            <a:lvl3pPr marL="9144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3pPr>
            <a:lvl4pPr marL="13716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4pPr>
            <a:lvl5pPr marL="18288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defRPr/>
            </a:pPr>
            <a:r>
              <a:rPr kumimoji="1" lang="ja-JP" altLang="en-US" sz="140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前提事項</a:t>
            </a:r>
            <a:endParaRPr kumimoji="1" lang="en-US" altLang="ja-JP" sz="140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正方形/長方形 80">
            <a:extLst>
              <a:ext uri="{FF2B5EF4-FFF2-40B4-BE49-F238E27FC236}">
                <a16:creationId xmlns:a16="http://schemas.microsoft.com/office/drawing/2014/main" id="{B58DCD2D-729E-4E24-97FC-E55D584C45CA}"/>
              </a:ext>
            </a:extLst>
          </p:cNvPr>
          <p:cNvSpPr>
            <a:spLocks noChangeArrowheads="1"/>
          </p:cNvSpPr>
          <p:nvPr/>
        </p:nvSpPr>
        <p:spPr bwMode="gray">
          <a:xfrm>
            <a:off x="404316" y="1214601"/>
            <a:ext cx="1102099" cy="281645"/>
          </a:xfrm>
          <a:prstGeom prst="rect">
            <a:avLst/>
          </a:prstGeom>
          <a:noFill/>
          <a:ln w="25400" algn="ctr">
            <a:noFill/>
            <a:round/>
            <a:headEnd/>
            <a:tailEnd type="triangle" w="med" len="med"/>
          </a:ln>
          <a:effectLst/>
        </p:spPr>
        <p:txBody>
          <a:bodyPr lIns="35987" tIns="45704" rIns="35987" bIns="45704" anchor="t" anchorCtr="0"/>
          <a:lstStyle>
            <a:defPPr>
              <a:defRPr lang="en-US"/>
            </a:defPPr>
            <a:lvl1pPr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1pPr>
            <a:lvl2pPr marL="4572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2pPr>
            <a:lvl3pPr marL="9144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3pPr>
            <a:lvl4pPr marL="13716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4pPr>
            <a:lvl5pPr marL="18288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defRPr/>
            </a:pPr>
            <a:r>
              <a:rPr kumimoji="1" lang="ja-JP" altLang="en-US" sz="140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項目</a:t>
            </a:r>
            <a:endParaRPr kumimoji="1" lang="en-US" altLang="ja-JP" sz="140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4" name="直線コネクタ 9">
            <a:extLst>
              <a:ext uri="{FF2B5EF4-FFF2-40B4-BE49-F238E27FC236}">
                <a16:creationId xmlns:a16="http://schemas.microsoft.com/office/drawing/2014/main" id="{22B7F814-5E67-4E86-8824-DEA4283ED2ED}"/>
              </a:ext>
            </a:extLst>
          </p:cNvPr>
          <p:cNvCxnSpPr/>
          <p:nvPr/>
        </p:nvCxnSpPr>
        <p:spPr bwMode="gray">
          <a:xfrm flipH="1">
            <a:off x="236392" y="1472450"/>
            <a:ext cx="1476000" cy="0"/>
          </a:xfrm>
          <a:prstGeom prst="line">
            <a:avLst/>
          </a:prstGeom>
          <a:solidFill>
            <a:srgbClr val="003333"/>
          </a:solidFill>
          <a:ln w="12700" cap="flat" cmpd="sng" algn="ctr">
            <a:solidFill>
              <a:srgbClr val="FFFFFF">
                <a:lumMod val="50000"/>
              </a:srgbClr>
            </a:solidFill>
            <a:prstDash val="solid"/>
            <a:round/>
            <a:headEnd type="none" w="med" len="med"/>
            <a:tailEnd type="none"/>
          </a:ln>
          <a:effectLst/>
        </p:spPr>
      </p:cxnSp>
      <p:cxnSp>
        <p:nvCxnSpPr>
          <p:cNvPr id="15" name="直線コネクタ 9">
            <a:extLst>
              <a:ext uri="{FF2B5EF4-FFF2-40B4-BE49-F238E27FC236}">
                <a16:creationId xmlns:a16="http://schemas.microsoft.com/office/drawing/2014/main" id="{E08BD7C9-98A2-4E06-8A56-FFDECE75F30D}"/>
              </a:ext>
            </a:extLst>
          </p:cNvPr>
          <p:cNvCxnSpPr/>
          <p:nvPr/>
        </p:nvCxnSpPr>
        <p:spPr bwMode="gray">
          <a:xfrm flipH="1">
            <a:off x="1779014" y="1472450"/>
            <a:ext cx="7890593" cy="0"/>
          </a:xfrm>
          <a:prstGeom prst="line">
            <a:avLst/>
          </a:prstGeom>
          <a:solidFill>
            <a:srgbClr val="003333"/>
          </a:solidFill>
          <a:ln w="12700" cap="flat" cmpd="sng" algn="ctr">
            <a:solidFill>
              <a:srgbClr val="FFFFFF">
                <a:lumMod val="50000"/>
              </a:srgbClr>
            </a:solidFill>
            <a:prstDash val="solid"/>
            <a:round/>
            <a:headEnd type="none" w="med" len="med"/>
            <a:tailEnd type="none"/>
          </a:ln>
          <a:effectLst/>
        </p:spPr>
      </p:cxnSp>
      <p:sp>
        <p:nvSpPr>
          <p:cNvPr id="17" name="正方形/長方形 50">
            <a:extLst>
              <a:ext uri="{FF2B5EF4-FFF2-40B4-BE49-F238E27FC236}">
                <a16:creationId xmlns:a16="http://schemas.microsoft.com/office/drawing/2014/main" id="{985F3412-E3F5-49F9-9346-F3CE38F98292}"/>
              </a:ext>
            </a:extLst>
          </p:cNvPr>
          <p:cNvSpPr>
            <a:spLocks noChangeArrowheads="1"/>
          </p:cNvSpPr>
          <p:nvPr/>
        </p:nvSpPr>
        <p:spPr bwMode="gray">
          <a:xfrm>
            <a:off x="240575" y="1522830"/>
            <a:ext cx="470625" cy="5164675"/>
          </a:xfrm>
          <a:prstGeom prst="rect">
            <a:avLst/>
          </a:prstGeom>
          <a:solidFill>
            <a:schemeClr val="bg1">
              <a:lumMod val="95000"/>
            </a:schemeClr>
          </a:solidFill>
          <a:ln w="12700" algn="ctr">
            <a:solidFill>
              <a:schemeClr val="tx1">
                <a:lumMod val="50000"/>
                <a:lumOff val="50000"/>
              </a:schemeClr>
            </a:solidFill>
            <a:round/>
            <a:headEnd/>
            <a:tailEnd type="triangle" w="med" len="med"/>
          </a:ln>
          <a:effectLst/>
        </p:spPr>
        <p:txBody>
          <a:bodyPr vert="eaVert" wrap="non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0" marR="0" lvl="0" indent="0" algn="ctr" defTabSz="914400" rtl="0" eaLnBrk="1" fontAlgn="auto" latinLnBrk="0" hangingPunct="1">
              <a:lnSpc>
                <a:spcPct val="100000"/>
              </a:lnSpc>
              <a:spcBef>
                <a:spcPct val="20000"/>
              </a:spcBef>
              <a:spcAft>
                <a:spcPts val="0"/>
              </a:spcAft>
              <a:buClr>
                <a:srgbClr val="990033"/>
              </a:buClr>
              <a:buSzTx/>
              <a:buFontTx/>
              <a:buNone/>
              <a:tabLst/>
              <a:defRPr/>
            </a:pPr>
            <a:r>
              <a:rPr kumimoji="0" lang="ja-JP" altLang="en-US"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お見積り前提事項</a:t>
            </a:r>
            <a:endParaRPr kumimoji="0" lang="en-US" altLang="ja-JP"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テキスト プレースホルダー 3">
            <a:extLst>
              <a:ext uri="{FF2B5EF4-FFF2-40B4-BE49-F238E27FC236}">
                <a16:creationId xmlns:a16="http://schemas.microsoft.com/office/drawing/2014/main" id="{69EE8BB1-3F47-4D84-8C48-69024A633E4B}"/>
              </a:ext>
            </a:extLst>
          </p:cNvPr>
          <p:cNvSpPr txBox="1">
            <a:spLocks/>
          </p:cNvSpPr>
          <p:nvPr/>
        </p:nvSpPr>
        <p:spPr>
          <a:xfrm>
            <a:off x="173709" y="107340"/>
            <a:ext cx="9584887" cy="369332"/>
          </a:xfrm>
          <a:prstGeom prst="rect">
            <a:avLst/>
          </a:prstGeom>
        </p:spPr>
        <p:txBody>
          <a:bodyPr vert="horz" wrap="square" lIns="0" tIns="0" rIns="0" bIns="0" rtlCol="0" anchor="b">
            <a:noAutofit/>
          </a:bodyPr>
          <a:lstStyle>
            <a:lvl1pPr marL="0" indent="0" algn="l" rtl="0" eaLnBrk="1" fontAlgn="base" hangingPunct="1">
              <a:lnSpc>
                <a:spcPct val="100000"/>
              </a:lnSpc>
              <a:spcBef>
                <a:spcPts val="0"/>
              </a:spcBef>
              <a:spcAft>
                <a:spcPts val="0"/>
              </a:spcAft>
              <a:buFont typeface="Arial" panose="020B0604020202020204" pitchFamily="34" charset="0"/>
              <a:buNone/>
              <a:defRPr kumimoji="1" lang="ja-JP" altLang="en-US" sz="1800" b="1" kern="1200" dirty="0">
                <a:solidFill>
                  <a:schemeClr val="accent2"/>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7063" indent="-268288" algn="l" rtl="0" eaLnBrk="1" fontAlgn="base" hangingPunct="1">
              <a:lnSpc>
                <a:spcPct val="100000"/>
              </a:lnSpc>
              <a:spcBef>
                <a:spcPts val="600"/>
              </a:spcBef>
              <a:spcAft>
                <a:spcPts val="325"/>
              </a:spcAft>
              <a:buFont typeface="Wingdings" panose="05000000000000000000" pitchFamily="2" charset="2"/>
              <a:buChar char="p"/>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85838" indent="-266700" algn="l" rtl="0" eaLnBrk="1" fontAlgn="base" hangingPunct="1">
              <a:lnSpc>
                <a:spcPct val="100000"/>
              </a:lnSpc>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346200" indent="-268288" algn="l" rtl="0" eaLnBrk="1" fontAlgn="base" hangingPunct="1">
              <a:lnSpc>
                <a:spcPct val="100000"/>
              </a:lnSpc>
              <a:spcBef>
                <a:spcPts val="600"/>
              </a:spcBef>
              <a:spcAft>
                <a:spcPts val="325"/>
              </a:spcAft>
              <a:buFont typeface="Meiryo UI" panose="020B0604030504040204" pitchFamily="50" charset="-128"/>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704975" indent="-268288" algn="l" rtl="0" eaLnBrk="1" fontAlgn="base" hangingPunct="1">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9pPr>
          </a:lstStyle>
          <a:p>
            <a:r>
              <a:rPr lang="en-US" altLang="ja-JP" dirty="0"/>
              <a:t>8. </a:t>
            </a:r>
            <a:r>
              <a:rPr lang="ja-JP" altLang="en-US" dirty="0"/>
              <a:t>お見積り前提事項</a:t>
            </a:r>
          </a:p>
        </p:txBody>
      </p:sp>
    </p:spTree>
    <p:extLst>
      <p:ext uri="{BB962C8B-B14F-4D97-AF65-F5344CB8AC3E}">
        <p14:creationId xmlns:p14="http://schemas.microsoft.com/office/powerpoint/2010/main" val="3843509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オブジェクト 18" hidden="1">
            <a:extLst>
              <a:ext uri="{FF2B5EF4-FFF2-40B4-BE49-F238E27FC236}">
                <a16:creationId xmlns:a16="http://schemas.microsoft.com/office/drawing/2014/main" id="{BF8DEA62-51B9-466B-9DA9-E749450276D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499" imgH="499" progId="TCLayout.ActiveDocument.1">
                  <p:embed/>
                </p:oleObj>
              </mc:Choice>
              <mc:Fallback>
                <p:oleObj name="think-cell スライド" r:id="rId3" imgW="499" imgH="499" progId="TCLayout.ActiveDocument.1">
                  <p:embed/>
                  <p:pic>
                    <p:nvPicPr>
                      <p:cNvPr id="19" name="オブジェクト 18" hidden="1">
                        <a:extLst>
                          <a:ext uri="{FF2B5EF4-FFF2-40B4-BE49-F238E27FC236}">
                            <a16:creationId xmlns:a16="http://schemas.microsoft.com/office/drawing/2014/main" id="{BF8DEA62-51B9-466B-9DA9-E749450276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070CAFD8-170C-473F-8E44-E30EF683892B}"/>
              </a:ext>
            </a:extLst>
          </p:cNvPr>
          <p:cNvSpPr>
            <a:spLocks noGrp="1"/>
          </p:cNvSpPr>
          <p:nvPr>
            <p:ph type="title"/>
          </p:nvPr>
        </p:nvSpPr>
        <p:spPr>
          <a:xfrm>
            <a:off x="173709" y="476672"/>
            <a:ext cx="9584887" cy="420752"/>
          </a:xfrm>
        </p:spPr>
        <p:txBody>
          <a:bodyPr vert="horz"/>
          <a:lstStyle/>
          <a:p>
            <a:r>
              <a:rPr kumimoji="1" lang="ja-JP" altLang="en-US" dirty="0"/>
              <a:t>見積前提</a:t>
            </a:r>
            <a:r>
              <a:rPr lang="ja-JP" altLang="en-US" dirty="0"/>
              <a:t>・依頼事項  </a:t>
            </a:r>
            <a:r>
              <a:rPr lang="en-US" altLang="ja-JP" dirty="0"/>
              <a:t>2/2</a:t>
            </a:r>
            <a:endParaRPr kumimoji="1" lang="ja-JP" altLang="en-US" dirty="0"/>
          </a:p>
        </p:txBody>
      </p:sp>
      <p:sp>
        <p:nvSpPr>
          <p:cNvPr id="3" name="テキスト プレースホルダー 2">
            <a:extLst>
              <a:ext uri="{FF2B5EF4-FFF2-40B4-BE49-F238E27FC236}">
                <a16:creationId xmlns:a16="http://schemas.microsoft.com/office/drawing/2014/main" id="{818B7F5C-2FD7-40B6-90FE-9A33C1478F45}"/>
              </a:ext>
            </a:extLst>
          </p:cNvPr>
          <p:cNvSpPr>
            <a:spLocks noGrp="1"/>
          </p:cNvSpPr>
          <p:nvPr>
            <p:ph type="body" idx="12"/>
          </p:nvPr>
        </p:nvSpPr>
        <p:spPr>
          <a:xfrm>
            <a:off x="173709" y="944949"/>
            <a:ext cx="9584887" cy="288000"/>
          </a:xfrm>
        </p:spPr>
        <p:txBody>
          <a:bodyPr/>
          <a:lstStyle/>
          <a:p>
            <a:r>
              <a:rPr lang="ja-JP" altLang="en-US" dirty="0"/>
              <a:t>本取組の見積にあたり、以下を前提とさせていただきます。</a:t>
            </a:r>
            <a:endParaRPr lang="en-US" altLang="ja-JP" dirty="0"/>
          </a:p>
          <a:p>
            <a:endParaRPr kumimoji="1" lang="ja-JP" altLang="en-US" sz="2400" dirty="0"/>
          </a:p>
        </p:txBody>
      </p:sp>
      <p:sp>
        <p:nvSpPr>
          <p:cNvPr id="4" name="正方形/長方形 50">
            <a:extLst>
              <a:ext uri="{FF2B5EF4-FFF2-40B4-BE49-F238E27FC236}">
                <a16:creationId xmlns:a16="http://schemas.microsoft.com/office/drawing/2014/main" id="{50D70B21-7F7E-4200-8521-3DC2D3FD4832}"/>
              </a:ext>
            </a:extLst>
          </p:cNvPr>
          <p:cNvSpPr>
            <a:spLocks noChangeArrowheads="1"/>
          </p:cNvSpPr>
          <p:nvPr/>
        </p:nvSpPr>
        <p:spPr bwMode="gray">
          <a:xfrm>
            <a:off x="775854" y="2056232"/>
            <a:ext cx="936000" cy="1207464"/>
          </a:xfrm>
          <a:prstGeom prst="rect">
            <a:avLst/>
          </a:prstGeom>
          <a:solidFill>
            <a:schemeClr val="bg1">
              <a:lumMod val="95000"/>
            </a:schemeClr>
          </a:solidFill>
          <a:ln w="12700" algn="ctr">
            <a:solidFill>
              <a:schemeClr val="tx1">
                <a:lumMod val="50000"/>
                <a:lumOff val="50000"/>
              </a:schemeClr>
            </a:solidFill>
            <a:round/>
            <a:headEnd/>
            <a:tailEnd type="triangle" w="med" len="med"/>
          </a:ln>
          <a:effectLst/>
        </p:spPr>
        <p:txBody>
          <a:bodyPr wrap="non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0" marR="0" lvl="0" indent="0" algn="ctr" defTabSz="914400" rtl="0" eaLnBrk="1" fontAlgn="auto" latinLnBrk="0" hangingPunct="1">
              <a:lnSpc>
                <a:spcPct val="100000"/>
              </a:lnSpc>
              <a:spcBef>
                <a:spcPct val="20000"/>
              </a:spcBef>
              <a:spcAft>
                <a:spcPts val="0"/>
              </a:spcAft>
              <a:buClr>
                <a:srgbClr val="990033"/>
              </a:buClr>
              <a:buSzTx/>
              <a:buFontTx/>
              <a:buNone/>
              <a:tabLst/>
              <a:defRPr/>
            </a:pPr>
            <a:r>
              <a:rPr kumimoji="0" lang="ja-JP" altLang="en-US"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その他</a:t>
            </a:r>
            <a:endParaRPr kumimoji="0" lang="en-US" altLang="ja-JP"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正方形/長方形 50">
            <a:extLst>
              <a:ext uri="{FF2B5EF4-FFF2-40B4-BE49-F238E27FC236}">
                <a16:creationId xmlns:a16="http://schemas.microsoft.com/office/drawing/2014/main" id="{640D55BD-036D-4ECD-9ECE-EC7DB90C5DB0}"/>
              </a:ext>
            </a:extLst>
          </p:cNvPr>
          <p:cNvSpPr>
            <a:spLocks noChangeArrowheads="1"/>
          </p:cNvSpPr>
          <p:nvPr/>
        </p:nvSpPr>
        <p:spPr bwMode="gray">
          <a:xfrm>
            <a:off x="1779014" y="2056232"/>
            <a:ext cx="7890593" cy="1207464"/>
          </a:xfrm>
          <a:prstGeom prst="rect">
            <a:avLst/>
          </a:prstGeom>
          <a:noFill/>
          <a:ln w="12700" algn="ctr">
            <a:solidFill>
              <a:schemeClr val="tx1">
                <a:lumMod val="50000"/>
                <a:lumOff val="50000"/>
              </a:schemeClr>
            </a:solidFill>
            <a:round/>
            <a:headEnd/>
            <a:tailEnd type="triangle" w="med" len="med"/>
          </a:ln>
          <a:effectLst/>
        </p:spPr>
        <p:txBody>
          <a:bodyPr wrap="squar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171450" lvl="0" indent="-171450" fontAlgn="auto">
              <a:lnSpc>
                <a:spcPct val="110000"/>
              </a:lnSpc>
              <a:spcBef>
                <a:spcPct val="40000"/>
              </a:spcBef>
              <a:buClr>
                <a:srgbClr val="000000"/>
              </a:buClr>
              <a:buFont typeface="Wingdings" panose="05000000000000000000" pitchFamily="2" charset="2"/>
              <a:buChar char="p"/>
              <a:defRPr/>
            </a:pPr>
            <a:r>
              <a:rPr lang="ja-JP" altLang="en-US"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作業期間中の弊社メンバーの稼動につきましては、暦日どおりと想定しています</a:t>
            </a:r>
            <a:r>
              <a:rPr lang="en-US" altLang="ja-JP"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土日祝日は弊社において休日としています。稼働した場合は別途休業日を設けさせて頂きます</a:t>
            </a:r>
            <a:r>
              <a:rPr lang="en-US" altLang="ja-JP"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。その他休業日については個別にご相談をさせていただきます。</a:t>
            </a:r>
          </a:p>
          <a:p>
            <a:pPr marL="171450" lvl="0" indent="-171450" fontAlgn="auto">
              <a:lnSpc>
                <a:spcPct val="110000"/>
              </a:lnSpc>
              <a:spcBef>
                <a:spcPct val="40000"/>
              </a:spcBef>
              <a:buClr>
                <a:srgbClr val="000000"/>
              </a:buClr>
              <a:buFont typeface="Wingdings" panose="05000000000000000000" pitchFamily="2" charset="2"/>
              <a:buChar char="p"/>
              <a:defRPr/>
            </a:pPr>
            <a:r>
              <a:rPr lang="ja-JP" altLang="en-US" sz="1050" kern="0">
                <a:solidFill>
                  <a:srgbClr val="000000"/>
                </a:solidFill>
                <a:latin typeface="Meiryo UI" panose="020B0604030504040204" pitchFamily="50" charset="-128"/>
                <a:ea typeface="Meiryo UI" panose="020B0604030504040204" pitchFamily="50" charset="-128"/>
                <a:cs typeface="Meiryo UI" panose="020B0604030504040204" pitchFamily="50" charset="-128"/>
              </a:rPr>
              <a:t>プロジェクト期</a:t>
            </a:r>
            <a:r>
              <a:rPr lang="ja-JP" altLang="en-US"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間中に、当初予定した以上の作業が発生する場合及び、スケジュール遅延等の理由により上記報酬見積額に差異が生じることが明らかになった場合は、追加ご請求を含めた対応につき事前にご相談させて</a:t>
            </a:r>
            <a:r>
              <a:rPr lang="ja-JP" altLang="en-US" sz="1050" kern="0">
                <a:solidFill>
                  <a:srgbClr val="000000"/>
                </a:solidFill>
                <a:latin typeface="Meiryo UI" panose="020B0604030504040204" pitchFamily="50" charset="-128"/>
                <a:ea typeface="Meiryo UI" panose="020B0604030504040204" pitchFamily="50" charset="-128"/>
                <a:cs typeface="Meiryo UI" panose="020B0604030504040204" pitchFamily="50" charset="-128"/>
              </a:rPr>
              <a:t>いただきます</a:t>
            </a:r>
            <a:r>
              <a:rPr lang="ja-JP" altLang="en-US"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p>
          <a:p>
            <a:pPr marL="171450" lvl="0" indent="-171450" fontAlgn="auto">
              <a:lnSpc>
                <a:spcPct val="110000"/>
              </a:lnSpc>
              <a:spcBef>
                <a:spcPct val="40000"/>
              </a:spcBef>
              <a:buClr>
                <a:srgbClr val="000000"/>
              </a:buClr>
              <a:buFont typeface="Wingdings" panose="05000000000000000000" pitchFamily="2" charset="2"/>
              <a:buChar char="p"/>
              <a:defRPr/>
            </a:pPr>
            <a:r>
              <a:rPr lang="ja-JP" altLang="en-US" sz="1050" kern="0">
                <a:solidFill>
                  <a:srgbClr val="000000"/>
                </a:solidFill>
                <a:latin typeface="Meiryo UI" panose="020B0604030504040204" pitchFamily="50" charset="-128"/>
                <a:ea typeface="Meiryo UI" panose="020B0604030504040204" pitchFamily="50" charset="-128"/>
                <a:cs typeface="Meiryo UI" panose="020B0604030504040204" pitchFamily="50" charset="-128"/>
              </a:rPr>
              <a:t>その他</a:t>
            </a:r>
            <a:r>
              <a:rPr lang="ja-JP" altLang="en-US"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、契約に関連する諸条件については、貴弊間にて別途協議のうえ締結する契約書にて定めるものとさせていただきます。</a:t>
            </a:r>
          </a:p>
        </p:txBody>
      </p:sp>
      <p:sp>
        <p:nvSpPr>
          <p:cNvPr id="6" name="正方形/長方形 50">
            <a:extLst>
              <a:ext uri="{FF2B5EF4-FFF2-40B4-BE49-F238E27FC236}">
                <a16:creationId xmlns:a16="http://schemas.microsoft.com/office/drawing/2014/main" id="{696076B2-EF2B-414B-BC36-2303F8A91A64}"/>
              </a:ext>
            </a:extLst>
          </p:cNvPr>
          <p:cNvSpPr>
            <a:spLocks noChangeArrowheads="1"/>
          </p:cNvSpPr>
          <p:nvPr/>
        </p:nvSpPr>
        <p:spPr bwMode="gray">
          <a:xfrm>
            <a:off x="775854" y="4564320"/>
            <a:ext cx="936000" cy="338400"/>
          </a:xfrm>
          <a:prstGeom prst="rect">
            <a:avLst/>
          </a:prstGeom>
          <a:solidFill>
            <a:schemeClr val="bg1">
              <a:lumMod val="95000"/>
            </a:schemeClr>
          </a:solidFill>
          <a:ln w="12700" algn="ctr">
            <a:solidFill>
              <a:schemeClr val="tx1">
                <a:lumMod val="50000"/>
                <a:lumOff val="50000"/>
              </a:schemeClr>
            </a:solidFill>
            <a:round/>
            <a:headEnd/>
            <a:tailEnd type="triangle" w="med" len="med"/>
          </a:ln>
          <a:effectLst/>
        </p:spPr>
        <p:txBody>
          <a:bodyPr wrap="non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0" marR="0" lvl="0" indent="0" algn="ctr" defTabSz="914400" rtl="0" eaLnBrk="1" fontAlgn="auto" latinLnBrk="0" hangingPunct="1">
              <a:lnSpc>
                <a:spcPct val="100000"/>
              </a:lnSpc>
              <a:spcBef>
                <a:spcPct val="20000"/>
              </a:spcBef>
              <a:spcAft>
                <a:spcPts val="0"/>
              </a:spcAft>
              <a:buClr>
                <a:srgbClr val="990033"/>
              </a:buClr>
              <a:buSzTx/>
              <a:buFontTx/>
              <a:buNone/>
              <a:tabLst/>
              <a:defRPr/>
            </a:pPr>
            <a:r>
              <a:rPr lang="ja-JP" altLang="en-US"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有識者</a:t>
            </a:r>
            <a:endParaRPr kumimoji="0" lang="en-US" altLang="ja-JP"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正方形/長方形 50">
            <a:extLst>
              <a:ext uri="{FF2B5EF4-FFF2-40B4-BE49-F238E27FC236}">
                <a16:creationId xmlns:a16="http://schemas.microsoft.com/office/drawing/2014/main" id="{9AA84D02-6DD5-463B-9C7B-245EBC8CE910}"/>
              </a:ext>
            </a:extLst>
          </p:cNvPr>
          <p:cNvSpPr>
            <a:spLocks noChangeArrowheads="1"/>
          </p:cNvSpPr>
          <p:nvPr/>
        </p:nvSpPr>
        <p:spPr bwMode="gray">
          <a:xfrm>
            <a:off x="1779014" y="4564320"/>
            <a:ext cx="7890593" cy="338400"/>
          </a:xfrm>
          <a:prstGeom prst="rect">
            <a:avLst/>
          </a:prstGeom>
          <a:noFill/>
          <a:ln w="12700" algn="ctr">
            <a:solidFill>
              <a:schemeClr val="tx1">
                <a:lumMod val="50000"/>
                <a:lumOff val="50000"/>
              </a:schemeClr>
            </a:solidFill>
            <a:round/>
            <a:headEnd/>
            <a:tailEnd type="triangle" w="med" len="med"/>
          </a:ln>
          <a:effectLst/>
        </p:spPr>
        <p:txBody>
          <a:bodyPr wrap="squar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171450" lvl="0" indent="-171450" fontAlgn="auto">
              <a:spcAft>
                <a:spcPts val="0"/>
              </a:spcAft>
              <a:buClr>
                <a:srgbClr val="000000"/>
              </a:buClr>
              <a:buFont typeface="Wingdings" panose="05000000000000000000" pitchFamily="2" charset="2"/>
              <a:buChar char="p"/>
              <a:defRPr/>
            </a:pPr>
            <a:r>
              <a:rPr lang="ja-JP" altLang="en-US"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現行システム仕様に関しては、必要に応じて貴社有識者への問合せさせていただくことを想定しております。</a:t>
            </a:r>
          </a:p>
        </p:txBody>
      </p:sp>
      <p:sp>
        <p:nvSpPr>
          <p:cNvPr id="8" name="正方形/長方形 50">
            <a:extLst>
              <a:ext uri="{FF2B5EF4-FFF2-40B4-BE49-F238E27FC236}">
                <a16:creationId xmlns:a16="http://schemas.microsoft.com/office/drawing/2014/main" id="{C9B10211-7BE3-40B9-97E0-38AE124B7CBF}"/>
              </a:ext>
            </a:extLst>
          </p:cNvPr>
          <p:cNvSpPr>
            <a:spLocks noChangeArrowheads="1"/>
          </p:cNvSpPr>
          <p:nvPr/>
        </p:nvSpPr>
        <p:spPr bwMode="gray">
          <a:xfrm>
            <a:off x="775854" y="3739396"/>
            <a:ext cx="936000" cy="776563"/>
          </a:xfrm>
          <a:prstGeom prst="rect">
            <a:avLst/>
          </a:prstGeom>
          <a:solidFill>
            <a:schemeClr val="bg1">
              <a:lumMod val="95000"/>
            </a:schemeClr>
          </a:solidFill>
          <a:ln w="12700" algn="ctr">
            <a:solidFill>
              <a:schemeClr val="tx1">
                <a:lumMod val="50000"/>
                <a:lumOff val="50000"/>
              </a:schemeClr>
            </a:solidFill>
            <a:round/>
            <a:headEnd/>
            <a:tailEnd type="triangle" w="med" len="med"/>
          </a:ln>
          <a:effectLst/>
        </p:spPr>
        <p:txBody>
          <a:bodyPr wrap="non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0" marR="0" lvl="0" indent="0" algn="ctr" defTabSz="914400" rtl="0" eaLnBrk="1" fontAlgn="auto" latinLnBrk="0" hangingPunct="1">
              <a:lnSpc>
                <a:spcPct val="100000"/>
              </a:lnSpc>
              <a:spcBef>
                <a:spcPct val="20000"/>
              </a:spcBef>
              <a:spcAft>
                <a:spcPts val="0"/>
              </a:spcAft>
              <a:buClr>
                <a:srgbClr val="990033"/>
              </a:buClr>
              <a:buSzTx/>
              <a:buFontTx/>
              <a:buNone/>
              <a:tabLst/>
              <a:defRPr/>
            </a:pPr>
            <a:r>
              <a:rPr kumimoji="0" lang="ja-JP" altLang="en-US"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作業場所</a:t>
            </a:r>
            <a:endParaRPr kumimoji="0" lang="en-US" altLang="ja-JP"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正方形/長方形 50">
            <a:extLst>
              <a:ext uri="{FF2B5EF4-FFF2-40B4-BE49-F238E27FC236}">
                <a16:creationId xmlns:a16="http://schemas.microsoft.com/office/drawing/2014/main" id="{575C2BE9-8B55-4A3F-9660-CC8F3FD84D40}"/>
              </a:ext>
            </a:extLst>
          </p:cNvPr>
          <p:cNvSpPr>
            <a:spLocks noChangeArrowheads="1"/>
          </p:cNvSpPr>
          <p:nvPr/>
        </p:nvSpPr>
        <p:spPr bwMode="gray">
          <a:xfrm>
            <a:off x="1779014" y="3736246"/>
            <a:ext cx="7890593" cy="782861"/>
          </a:xfrm>
          <a:prstGeom prst="rect">
            <a:avLst/>
          </a:prstGeom>
          <a:noFill/>
          <a:ln w="12700" algn="ctr">
            <a:solidFill>
              <a:schemeClr val="tx1">
                <a:lumMod val="50000"/>
                <a:lumOff val="50000"/>
              </a:schemeClr>
            </a:solidFill>
            <a:round/>
            <a:headEnd/>
            <a:tailEnd type="triangle" w="med" len="med"/>
          </a:ln>
          <a:effectLst/>
        </p:spPr>
        <p:txBody>
          <a:bodyPr wrap="squar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171450" lvl="0" indent="-171450" fontAlgn="auto">
              <a:spcAft>
                <a:spcPts val="0"/>
              </a:spcAft>
              <a:buClr>
                <a:srgbClr val="000000"/>
              </a:buClr>
              <a:buFont typeface="Wingdings" panose="05000000000000000000" pitchFamily="2" charset="2"/>
              <a:buChar char="p"/>
              <a:defRPr/>
            </a:pPr>
            <a:r>
              <a:rPr lang="ja-JP" altLang="en-US" sz="1050" kern="0" dirty="0">
                <a:latin typeface="Meiryo UI" panose="020B0604030504040204" pitchFamily="50" charset="-128"/>
                <a:ea typeface="Meiryo UI" panose="020B0604030504040204" pitchFamily="50" charset="-128"/>
                <a:cs typeface="Meiryo UI" panose="020B0604030504040204" pitchFamily="50" charset="-128"/>
              </a:rPr>
              <a:t>昨今の感染症状況を踏まえ、原則、在宅環境での作業を前提とさせていただきます。必要に応じて、行内接続端末の貸与をお願いいたします。</a:t>
            </a:r>
          </a:p>
          <a:p>
            <a:pPr marL="171450" lvl="0" indent="-171450" fontAlgn="auto">
              <a:spcAft>
                <a:spcPts val="0"/>
              </a:spcAft>
              <a:buClr>
                <a:srgbClr val="000000"/>
              </a:buClr>
              <a:buFont typeface="Wingdings" panose="05000000000000000000" pitchFamily="2" charset="2"/>
              <a:buChar char="p"/>
              <a:defRPr/>
            </a:pPr>
            <a:r>
              <a:rPr lang="ja-JP" altLang="en-US" sz="1050" kern="0" dirty="0">
                <a:latin typeface="Meiryo UI" panose="020B0604030504040204" pitchFamily="50" charset="-128"/>
                <a:ea typeface="Meiryo UI" panose="020B0604030504040204" pitchFamily="50" charset="-128"/>
                <a:cs typeface="Meiryo UI" panose="020B0604030504040204" pitchFamily="50" charset="-128"/>
              </a:rPr>
              <a:t>常駐で作業させていただくこととなった場合は、事前に座席などをご用意ください。</a:t>
            </a:r>
          </a:p>
          <a:p>
            <a:pPr marL="171450" lvl="0" indent="-171450" fontAlgn="auto">
              <a:spcAft>
                <a:spcPts val="0"/>
              </a:spcAft>
              <a:buClr>
                <a:srgbClr val="000000"/>
              </a:buClr>
              <a:buFont typeface="Wingdings" panose="05000000000000000000" pitchFamily="2" charset="2"/>
              <a:buChar char="p"/>
              <a:defRPr/>
            </a:pPr>
            <a:r>
              <a:rPr lang="ja-JP" altLang="en-US" sz="1050" kern="0" dirty="0">
                <a:latin typeface="Meiryo UI" panose="020B0604030504040204" pitchFamily="50" charset="-128"/>
                <a:ea typeface="Meiryo UI" panose="020B0604030504040204" pitchFamily="50" charset="-128"/>
                <a:cs typeface="Meiryo UI" panose="020B0604030504040204" pitchFamily="50" charset="-128"/>
              </a:rPr>
              <a:t>貴社執務エリアにて作業を行う場合は、弊社内コミュニケーションや調査を行うためのインターネット接続を行うために、弊社のノート</a:t>
            </a:r>
            <a:r>
              <a:rPr lang="en-US" altLang="ja-JP" sz="1050" kern="0" dirty="0">
                <a:latin typeface="Meiryo UI" panose="020B0604030504040204" pitchFamily="50" charset="-128"/>
                <a:ea typeface="Meiryo UI" panose="020B0604030504040204" pitchFamily="50" charset="-128"/>
                <a:cs typeface="Meiryo UI" panose="020B0604030504040204" pitchFamily="50" charset="-128"/>
              </a:rPr>
              <a:t>PC</a:t>
            </a:r>
            <a:r>
              <a:rPr lang="ja-JP" altLang="en-US" sz="1050" kern="0" dirty="0">
                <a:latin typeface="Meiryo UI" panose="020B0604030504040204" pitchFamily="50" charset="-128"/>
                <a:ea typeface="Meiryo UI" panose="020B0604030504040204" pitchFamily="50" charset="-128"/>
                <a:cs typeface="Meiryo UI" panose="020B0604030504040204" pitchFamily="50" charset="-128"/>
              </a:rPr>
              <a:t>を持ち込みさせていただく想定です。</a:t>
            </a:r>
          </a:p>
        </p:txBody>
      </p:sp>
      <p:sp>
        <p:nvSpPr>
          <p:cNvPr id="10" name="正方形/長方形 50">
            <a:extLst>
              <a:ext uri="{FF2B5EF4-FFF2-40B4-BE49-F238E27FC236}">
                <a16:creationId xmlns:a16="http://schemas.microsoft.com/office/drawing/2014/main" id="{2E811644-B41C-4AC7-8400-0455CC732F88}"/>
              </a:ext>
            </a:extLst>
          </p:cNvPr>
          <p:cNvSpPr>
            <a:spLocks noChangeArrowheads="1"/>
          </p:cNvSpPr>
          <p:nvPr/>
        </p:nvSpPr>
        <p:spPr bwMode="gray">
          <a:xfrm>
            <a:off x="775854" y="3352634"/>
            <a:ext cx="936000" cy="338400"/>
          </a:xfrm>
          <a:prstGeom prst="rect">
            <a:avLst/>
          </a:prstGeom>
          <a:solidFill>
            <a:schemeClr val="bg1">
              <a:lumMod val="95000"/>
            </a:schemeClr>
          </a:solidFill>
          <a:ln w="12700" algn="ctr">
            <a:solidFill>
              <a:schemeClr val="tx1">
                <a:lumMod val="50000"/>
                <a:lumOff val="50000"/>
              </a:schemeClr>
            </a:solidFill>
            <a:round/>
            <a:headEnd/>
            <a:tailEnd type="triangle" w="med" len="med"/>
          </a:ln>
          <a:effectLst/>
        </p:spPr>
        <p:txBody>
          <a:bodyPr wrap="non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0" marR="0" lvl="0" indent="0" algn="ctr" defTabSz="914400" rtl="0" eaLnBrk="1" fontAlgn="auto" latinLnBrk="0" hangingPunct="1">
              <a:lnSpc>
                <a:spcPct val="100000"/>
              </a:lnSpc>
              <a:spcBef>
                <a:spcPct val="20000"/>
              </a:spcBef>
              <a:spcAft>
                <a:spcPts val="0"/>
              </a:spcAft>
              <a:buClr>
                <a:srgbClr val="990033"/>
              </a:buClr>
              <a:buSzTx/>
              <a:buFontTx/>
              <a:buNone/>
              <a:tabLst/>
              <a:defRPr/>
            </a:pPr>
            <a:r>
              <a:rPr kumimoji="0" lang="ja-JP" altLang="en-US"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行内資料</a:t>
            </a:r>
            <a:endParaRPr kumimoji="0" lang="en-US" altLang="ja-JP"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正方形/長方形 50">
            <a:extLst>
              <a:ext uri="{FF2B5EF4-FFF2-40B4-BE49-F238E27FC236}">
                <a16:creationId xmlns:a16="http://schemas.microsoft.com/office/drawing/2014/main" id="{C3C661CB-4F5F-4822-A632-AFCB05E720CB}"/>
              </a:ext>
            </a:extLst>
          </p:cNvPr>
          <p:cNvSpPr>
            <a:spLocks noChangeArrowheads="1"/>
          </p:cNvSpPr>
          <p:nvPr/>
        </p:nvSpPr>
        <p:spPr bwMode="gray">
          <a:xfrm>
            <a:off x="1779014" y="3352634"/>
            <a:ext cx="7890593" cy="338400"/>
          </a:xfrm>
          <a:prstGeom prst="rect">
            <a:avLst/>
          </a:prstGeom>
          <a:noFill/>
          <a:ln w="12700" algn="ctr">
            <a:solidFill>
              <a:schemeClr val="tx1">
                <a:lumMod val="50000"/>
                <a:lumOff val="50000"/>
              </a:schemeClr>
            </a:solidFill>
            <a:round/>
            <a:headEnd/>
            <a:tailEnd type="triangle" w="med" len="med"/>
          </a:ln>
          <a:effectLst/>
        </p:spPr>
        <p:txBody>
          <a:bodyPr wrap="squar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171450" lvl="0" indent="-171450" fontAlgn="auto">
              <a:spcAft>
                <a:spcPts val="0"/>
              </a:spcAft>
              <a:buClr>
                <a:srgbClr val="000000"/>
              </a:buClr>
              <a:buFont typeface="Wingdings" panose="05000000000000000000" pitchFamily="2" charset="2"/>
              <a:buChar char="p"/>
              <a:defRPr/>
            </a:pPr>
            <a:r>
              <a:rPr lang="ja-JP" altLang="en-US"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行内手続きで必要となるドキュメント類は、貴社にて作成いただく想定です。</a:t>
            </a:r>
          </a:p>
        </p:txBody>
      </p:sp>
      <p:sp>
        <p:nvSpPr>
          <p:cNvPr id="17" name="正方形/長方形 50">
            <a:extLst>
              <a:ext uri="{FF2B5EF4-FFF2-40B4-BE49-F238E27FC236}">
                <a16:creationId xmlns:a16="http://schemas.microsoft.com/office/drawing/2014/main" id="{985F3412-E3F5-49F9-9346-F3CE38F98292}"/>
              </a:ext>
            </a:extLst>
          </p:cNvPr>
          <p:cNvSpPr>
            <a:spLocks noChangeArrowheads="1"/>
          </p:cNvSpPr>
          <p:nvPr/>
        </p:nvSpPr>
        <p:spPr bwMode="gray">
          <a:xfrm>
            <a:off x="240574" y="1522831"/>
            <a:ext cx="466443" cy="1740866"/>
          </a:xfrm>
          <a:prstGeom prst="rect">
            <a:avLst/>
          </a:prstGeom>
          <a:solidFill>
            <a:schemeClr val="bg1">
              <a:lumMod val="95000"/>
            </a:schemeClr>
          </a:solidFill>
          <a:ln w="12700" algn="ctr">
            <a:solidFill>
              <a:schemeClr val="tx1">
                <a:lumMod val="50000"/>
                <a:lumOff val="50000"/>
              </a:schemeClr>
            </a:solidFill>
            <a:round/>
            <a:headEnd/>
            <a:tailEnd type="triangle" w="med" len="med"/>
          </a:ln>
          <a:effectLst/>
        </p:spPr>
        <p:txBody>
          <a:bodyPr vert="eaVert" wrap="non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0" marR="0" lvl="0" indent="0" algn="ctr" defTabSz="914400" rtl="0" eaLnBrk="1" fontAlgn="auto" latinLnBrk="0" hangingPunct="1">
              <a:lnSpc>
                <a:spcPct val="100000"/>
              </a:lnSpc>
              <a:spcBef>
                <a:spcPct val="20000"/>
              </a:spcBef>
              <a:spcAft>
                <a:spcPts val="0"/>
              </a:spcAft>
              <a:buClr>
                <a:srgbClr val="990033"/>
              </a:buClr>
              <a:buSzTx/>
              <a:buFontTx/>
              <a:buNone/>
              <a:tabLst/>
              <a:defRPr/>
            </a:pPr>
            <a:r>
              <a:rPr kumimoji="0" lang="ja-JP" altLang="en-US"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お見積り前提事項</a:t>
            </a:r>
            <a:endParaRPr kumimoji="0" lang="en-US" altLang="ja-JP"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正方形/長方形 50">
            <a:extLst>
              <a:ext uri="{FF2B5EF4-FFF2-40B4-BE49-F238E27FC236}">
                <a16:creationId xmlns:a16="http://schemas.microsoft.com/office/drawing/2014/main" id="{591C81D4-426B-40F3-BD2C-279DD4B9223B}"/>
              </a:ext>
            </a:extLst>
          </p:cNvPr>
          <p:cNvSpPr>
            <a:spLocks noChangeArrowheads="1"/>
          </p:cNvSpPr>
          <p:nvPr/>
        </p:nvSpPr>
        <p:spPr bwMode="gray">
          <a:xfrm>
            <a:off x="236393" y="3352634"/>
            <a:ext cx="470625" cy="1550085"/>
          </a:xfrm>
          <a:prstGeom prst="rect">
            <a:avLst/>
          </a:prstGeom>
          <a:solidFill>
            <a:schemeClr val="bg1">
              <a:lumMod val="95000"/>
            </a:schemeClr>
          </a:solidFill>
          <a:ln w="12700" algn="ctr">
            <a:solidFill>
              <a:schemeClr val="tx1">
                <a:lumMod val="50000"/>
                <a:lumOff val="50000"/>
              </a:schemeClr>
            </a:solidFill>
            <a:round/>
            <a:headEnd/>
            <a:tailEnd type="triangle" w="med" len="med"/>
          </a:ln>
          <a:effectLst/>
        </p:spPr>
        <p:txBody>
          <a:bodyPr vert="eaVert" wrap="non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0" marR="0" lvl="0" indent="0" algn="ctr" defTabSz="914400" rtl="0" eaLnBrk="1" fontAlgn="auto" latinLnBrk="0" hangingPunct="1">
              <a:lnSpc>
                <a:spcPct val="100000"/>
              </a:lnSpc>
              <a:spcBef>
                <a:spcPct val="20000"/>
              </a:spcBef>
              <a:spcAft>
                <a:spcPts val="0"/>
              </a:spcAft>
              <a:buClr>
                <a:srgbClr val="990033"/>
              </a:buClr>
              <a:buSzTx/>
              <a:buFontTx/>
              <a:buNone/>
              <a:tabLst/>
              <a:defRPr/>
            </a:pPr>
            <a:r>
              <a:rPr kumimoji="0" lang="ja-JP" altLang="en-US"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依頼事項</a:t>
            </a:r>
            <a:endParaRPr kumimoji="0" lang="en-US" altLang="ja-JP"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29" name="正方形/長方形 50">
            <a:extLst>
              <a:ext uri="{FF2B5EF4-FFF2-40B4-BE49-F238E27FC236}">
                <a16:creationId xmlns:a16="http://schemas.microsoft.com/office/drawing/2014/main" id="{E5AD11CF-BE16-4C38-BFA9-8552A02AD06D}"/>
              </a:ext>
            </a:extLst>
          </p:cNvPr>
          <p:cNvSpPr>
            <a:spLocks noChangeArrowheads="1"/>
          </p:cNvSpPr>
          <p:nvPr/>
        </p:nvSpPr>
        <p:spPr bwMode="gray">
          <a:xfrm>
            <a:off x="775854" y="1524388"/>
            <a:ext cx="936000" cy="487161"/>
          </a:xfrm>
          <a:prstGeom prst="rect">
            <a:avLst/>
          </a:prstGeom>
          <a:solidFill>
            <a:schemeClr val="bg1">
              <a:lumMod val="95000"/>
            </a:schemeClr>
          </a:solidFill>
          <a:ln w="12700" algn="ctr">
            <a:solidFill>
              <a:schemeClr val="tx1">
                <a:lumMod val="50000"/>
                <a:lumOff val="50000"/>
              </a:schemeClr>
            </a:solidFill>
            <a:round/>
            <a:headEnd/>
            <a:tailEnd type="triangle" w="med" len="med"/>
          </a:ln>
          <a:effectLst/>
        </p:spPr>
        <p:txBody>
          <a:bodyPr wrap="non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0" marR="0" lvl="0" indent="0" algn="ctr" defTabSz="914400" rtl="0" eaLnBrk="1" fontAlgn="auto" latinLnBrk="0" hangingPunct="1">
              <a:lnSpc>
                <a:spcPct val="100000"/>
              </a:lnSpc>
              <a:spcBef>
                <a:spcPct val="20000"/>
              </a:spcBef>
              <a:spcAft>
                <a:spcPts val="0"/>
              </a:spcAft>
              <a:buClr>
                <a:srgbClr val="990033"/>
              </a:buClr>
              <a:buSzTx/>
              <a:buFontTx/>
              <a:buNone/>
              <a:tabLst/>
              <a:defRPr/>
            </a:pPr>
            <a:r>
              <a:rPr kumimoji="0" lang="ja-JP" altLang="en-US"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請求</a:t>
            </a:r>
            <a:r>
              <a:rPr kumimoji="0" lang="en-US" altLang="ja-JP"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支払</a:t>
            </a:r>
            <a:endParaRPr kumimoji="0" lang="en-US" altLang="ja-JP"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0" name="正方形/長方形 50">
            <a:extLst>
              <a:ext uri="{FF2B5EF4-FFF2-40B4-BE49-F238E27FC236}">
                <a16:creationId xmlns:a16="http://schemas.microsoft.com/office/drawing/2014/main" id="{F79C8E35-476E-4921-BE9E-E73B6A7D9C87}"/>
              </a:ext>
            </a:extLst>
          </p:cNvPr>
          <p:cNvSpPr>
            <a:spLocks noChangeArrowheads="1"/>
          </p:cNvSpPr>
          <p:nvPr/>
        </p:nvSpPr>
        <p:spPr bwMode="gray">
          <a:xfrm>
            <a:off x="1779014" y="1524388"/>
            <a:ext cx="7890593" cy="487161"/>
          </a:xfrm>
          <a:prstGeom prst="rect">
            <a:avLst/>
          </a:prstGeom>
          <a:noFill/>
          <a:ln w="12700" algn="ctr">
            <a:solidFill>
              <a:schemeClr val="tx1">
                <a:lumMod val="50000"/>
                <a:lumOff val="50000"/>
              </a:schemeClr>
            </a:solidFill>
            <a:round/>
            <a:headEnd/>
            <a:tailEnd type="triangle" w="med" len="med"/>
          </a:ln>
          <a:effectLst/>
        </p:spPr>
        <p:txBody>
          <a:bodyPr wrap="square" anchor="ctr"/>
          <a:lstStyle>
            <a:lvl1pPr>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1pPr>
            <a:lvl2pPr marL="742950" indent="-28575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2pPr>
            <a:lvl3pPr marL="11430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3pPr>
            <a:lvl4pPr marL="16002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4pPr>
            <a:lvl5pPr marL="2057400" indent="-228600">
              <a:spcBef>
                <a:spcPct val="20000"/>
              </a:spcBef>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0000"/>
              </a:spcBef>
              <a:spcAft>
                <a:spcPct val="0"/>
              </a:spcAft>
              <a:buClr>
                <a:srgbClr val="990033"/>
              </a:buClr>
              <a:buChar char="•"/>
              <a:defRPr sz="1400">
                <a:solidFill>
                  <a:schemeClr val="tx1"/>
                </a:solidFill>
                <a:latin typeface="ＭＳ Ｐゴシック" panose="020B0600070205080204" pitchFamily="50" charset="-128"/>
                <a:ea typeface="ＭＳ Ｐゴシック" panose="020B0600070205080204" pitchFamily="50" charset="-128"/>
              </a:defRPr>
            </a:lvl9pPr>
          </a:lstStyle>
          <a:p>
            <a:pPr marL="171450" indent="-171450" fontAlgn="auto">
              <a:spcAft>
                <a:spcPts val="0"/>
              </a:spcAft>
              <a:buClr>
                <a:srgbClr val="000000"/>
              </a:buClr>
              <a:buFont typeface="Wingdings" panose="05000000000000000000" pitchFamily="2" charset="2"/>
              <a:buChar char="p"/>
              <a:defRPr/>
            </a:pPr>
            <a:r>
              <a:rPr lang="ja-JP" altLang="en-US" sz="1050"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本お見積に、消費税は含まれておりませんので、別途ご請求させて頂きます。</a:t>
            </a:r>
            <a:endParaRPr kumimoji="0"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171450" marR="0" lvl="0" indent="-171450" algn="l" defTabSz="914400" rtl="0" eaLnBrk="1" fontAlgn="auto" latinLnBrk="0" hangingPunct="1">
              <a:lnSpc>
                <a:spcPct val="100000"/>
              </a:lnSpc>
              <a:spcBef>
                <a:spcPct val="20000"/>
              </a:spcBef>
              <a:spcAft>
                <a:spcPts val="0"/>
              </a:spcAft>
              <a:buClr>
                <a:srgbClr val="000000"/>
              </a:buClr>
              <a:buSzTx/>
              <a:buFont typeface="Wingdings" panose="05000000000000000000" pitchFamily="2" charset="2"/>
              <a:buChar char="p"/>
              <a:tabLst/>
              <a:defRPr/>
            </a:pPr>
            <a:r>
              <a:rPr kumimoji="0"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今回ご提示している報酬金額は、各月での毎月末締め、月末請求、翌月末払いを前提としております。</a:t>
            </a:r>
          </a:p>
        </p:txBody>
      </p:sp>
      <p:sp>
        <p:nvSpPr>
          <p:cNvPr id="22" name="正方形/長方形 80">
            <a:extLst>
              <a:ext uri="{FF2B5EF4-FFF2-40B4-BE49-F238E27FC236}">
                <a16:creationId xmlns:a16="http://schemas.microsoft.com/office/drawing/2014/main" id="{45C28983-4331-49E1-93BF-6368DC71FD78}"/>
              </a:ext>
            </a:extLst>
          </p:cNvPr>
          <p:cNvSpPr>
            <a:spLocks noChangeArrowheads="1"/>
          </p:cNvSpPr>
          <p:nvPr/>
        </p:nvSpPr>
        <p:spPr bwMode="gray">
          <a:xfrm>
            <a:off x="4672227" y="1214601"/>
            <a:ext cx="2104166" cy="281645"/>
          </a:xfrm>
          <a:prstGeom prst="rect">
            <a:avLst/>
          </a:prstGeom>
          <a:noFill/>
          <a:ln w="25400" algn="ctr">
            <a:noFill/>
            <a:round/>
            <a:headEnd/>
            <a:tailEnd type="triangle" w="med" len="med"/>
          </a:ln>
          <a:effectLst/>
        </p:spPr>
        <p:txBody>
          <a:bodyPr lIns="35987" tIns="45704" rIns="35987" bIns="45704" anchor="t" anchorCtr="0"/>
          <a:lstStyle>
            <a:defPPr>
              <a:defRPr lang="en-US"/>
            </a:defPPr>
            <a:lvl1pPr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1pPr>
            <a:lvl2pPr marL="4572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2pPr>
            <a:lvl3pPr marL="9144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3pPr>
            <a:lvl4pPr marL="13716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4pPr>
            <a:lvl5pPr marL="18288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defRPr/>
            </a:pPr>
            <a:r>
              <a:rPr kumimoji="1" lang="ja-JP" altLang="en-US" sz="140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前提事項</a:t>
            </a:r>
            <a:endParaRPr kumimoji="1" lang="en-US" altLang="ja-JP" sz="140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正方形/長方形 80">
            <a:extLst>
              <a:ext uri="{FF2B5EF4-FFF2-40B4-BE49-F238E27FC236}">
                <a16:creationId xmlns:a16="http://schemas.microsoft.com/office/drawing/2014/main" id="{0F037CFF-2B58-4D9F-B515-98D12CD842CD}"/>
              </a:ext>
            </a:extLst>
          </p:cNvPr>
          <p:cNvSpPr>
            <a:spLocks noChangeArrowheads="1"/>
          </p:cNvSpPr>
          <p:nvPr/>
        </p:nvSpPr>
        <p:spPr bwMode="gray">
          <a:xfrm>
            <a:off x="404316" y="1214601"/>
            <a:ext cx="1102099" cy="281645"/>
          </a:xfrm>
          <a:prstGeom prst="rect">
            <a:avLst/>
          </a:prstGeom>
          <a:noFill/>
          <a:ln w="25400" algn="ctr">
            <a:noFill/>
            <a:round/>
            <a:headEnd/>
            <a:tailEnd type="triangle" w="med" len="med"/>
          </a:ln>
          <a:effectLst/>
        </p:spPr>
        <p:txBody>
          <a:bodyPr lIns="35987" tIns="45704" rIns="35987" bIns="45704" anchor="t" anchorCtr="0"/>
          <a:lstStyle>
            <a:defPPr>
              <a:defRPr lang="en-US"/>
            </a:defPPr>
            <a:lvl1pPr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1pPr>
            <a:lvl2pPr marL="4572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2pPr>
            <a:lvl3pPr marL="9144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3pPr>
            <a:lvl4pPr marL="13716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4pPr>
            <a:lvl5pPr marL="1828800" algn="l" rtl="0" fontAlgn="base">
              <a:spcBef>
                <a:spcPct val="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1200" kern="1200">
                <a:solidFill>
                  <a:schemeClr val="tx1"/>
                </a:solidFill>
                <a:latin typeface="Arial" panose="020B0604020202020204" pitchFamily="34" charset="0"/>
                <a:ea typeface="ＭＳ Ｐゴシック" panose="020B0600070205080204" pitchFamily="50" charset="-128"/>
                <a:cs typeface="+mn-cs"/>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defRPr/>
            </a:pPr>
            <a:r>
              <a:rPr kumimoji="1" lang="ja-JP" altLang="en-US" sz="140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項目</a:t>
            </a:r>
            <a:endParaRPr kumimoji="1" lang="en-US" altLang="ja-JP" sz="140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4" name="直線コネクタ 9">
            <a:extLst>
              <a:ext uri="{FF2B5EF4-FFF2-40B4-BE49-F238E27FC236}">
                <a16:creationId xmlns:a16="http://schemas.microsoft.com/office/drawing/2014/main" id="{5398FE6C-9F48-487F-8D21-BEC6C39B24F5}"/>
              </a:ext>
            </a:extLst>
          </p:cNvPr>
          <p:cNvCxnSpPr/>
          <p:nvPr/>
        </p:nvCxnSpPr>
        <p:spPr bwMode="gray">
          <a:xfrm flipH="1">
            <a:off x="236392" y="1472450"/>
            <a:ext cx="1476000" cy="0"/>
          </a:xfrm>
          <a:prstGeom prst="line">
            <a:avLst/>
          </a:prstGeom>
          <a:solidFill>
            <a:srgbClr val="003333"/>
          </a:solidFill>
          <a:ln w="12700" cap="flat" cmpd="sng" algn="ctr">
            <a:solidFill>
              <a:srgbClr val="FFFFFF">
                <a:lumMod val="50000"/>
              </a:srgbClr>
            </a:solidFill>
            <a:prstDash val="solid"/>
            <a:round/>
            <a:headEnd type="none" w="med" len="med"/>
            <a:tailEnd type="none"/>
          </a:ln>
          <a:effectLst/>
        </p:spPr>
      </p:cxnSp>
      <p:cxnSp>
        <p:nvCxnSpPr>
          <p:cNvPr id="25" name="直線コネクタ 9">
            <a:extLst>
              <a:ext uri="{FF2B5EF4-FFF2-40B4-BE49-F238E27FC236}">
                <a16:creationId xmlns:a16="http://schemas.microsoft.com/office/drawing/2014/main" id="{FDE6B64B-E269-485A-BFCA-6878205473BA}"/>
              </a:ext>
            </a:extLst>
          </p:cNvPr>
          <p:cNvCxnSpPr/>
          <p:nvPr/>
        </p:nvCxnSpPr>
        <p:spPr bwMode="gray">
          <a:xfrm flipH="1">
            <a:off x="1779014" y="1472450"/>
            <a:ext cx="7890593" cy="0"/>
          </a:xfrm>
          <a:prstGeom prst="line">
            <a:avLst/>
          </a:prstGeom>
          <a:solidFill>
            <a:srgbClr val="003333"/>
          </a:solidFill>
          <a:ln w="12700" cap="flat" cmpd="sng" algn="ctr">
            <a:solidFill>
              <a:srgbClr val="FFFFFF">
                <a:lumMod val="50000"/>
              </a:srgbClr>
            </a:solidFill>
            <a:prstDash val="solid"/>
            <a:round/>
            <a:headEnd type="none" w="med" len="med"/>
            <a:tailEnd type="none"/>
          </a:ln>
          <a:effectLst/>
        </p:spPr>
      </p:cxnSp>
      <p:sp>
        <p:nvSpPr>
          <p:cNvPr id="26" name="テキスト プレースホルダー 3">
            <a:extLst>
              <a:ext uri="{FF2B5EF4-FFF2-40B4-BE49-F238E27FC236}">
                <a16:creationId xmlns:a16="http://schemas.microsoft.com/office/drawing/2014/main" id="{CF769888-8637-4FE1-9B13-4E0C0841C62D}"/>
              </a:ext>
            </a:extLst>
          </p:cNvPr>
          <p:cNvSpPr txBox="1">
            <a:spLocks/>
          </p:cNvSpPr>
          <p:nvPr/>
        </p:nvSpPr>
        <p:spPr>
          <a:xfrm>
            <a:off x="173709" y="107340"/>
            <a:ext cx="9584887" cy="369332"/>
          </a:xfrm>
          <a:prstGeom prst="rect">
            <a:avLst/>
          </a:prstGeom>
        </p:spPr>
        <p:txBody>
          <a:bodyPr vert="horz" wrap="square" lIns="0" tIns="0" rIns="0" bIns="0" rtlCol="0" anchor="b">
            <a:noAutofit/>
          </a:bodyPr>
          <a:lstStyle>
            <a:lvl1pPr marL="0" indent="0" algn="l" rtl="0" eaLnBrk="1" fontAlgn="base" hangingPunct="1">
              <a:lnSpc>
                <a:spcPct val="100000"/>
              </a:lnSpc>
              <a:spcBef>
                <a:spcPts val="0"/>
              </a:spcBef>
              <a:spcAft>
                <a:spcPts val="0"/>
              </a:spcAft>
              <a:buFont typeface="Arial" panose="020B0604020202020204" pitchFamily="34" charset="0"/>
              <a:buNone/>
              <a:defRPr kumimoji="1" lang="ja-JP" altLang="en-US" sz="1800" b="1" kern="1200" dirty="0">
                <a:solidFill>
                  <a:schemeClr val="accent2"/>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7063" indent="-268288" algn="l" rtl="0" eaLnBrk="1" fontAlgn="base" hangingPunct="1">
              <a:lnSpc>
                <a:spcPct val="100000"/>
              </a:lnSpc>
              <a:spcBef>
                <a:spcPts val="600"/>
              </a:spcBef>
              <a:spcAft>
                <a:spcPts val="325"/>
              </a:spcAft>
              <a:buFont typeface="Wingdings" panose="05000000000000000000" pitchFamily="2" charset="2"/>
              <a:buChar char="p"/>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85838" indent="-266700" algn="l" rtl="0" eaLnBrk="1" fontAlgn="base" hangingPunct="1">
              <a:lnSpc>
                <a:spcPct val="100000"/>
              </a:lnSpc>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346200" indent="-268288" algn="l" rtl="0" eaLnBrk="1" fontAlgn="base" hangingPunct="1">
              <a:lnSpc>
                <a:spcPct val="100000"/>
              </a:lnSpc>
              <a:spcBef>
                <a:spcPts val="600"/>
              </a:spcBef>
              <a:spcAft>
                <a:spcPts val="325"/>
              </a:spcAft>
              <a:buFont typeface="Meiryo UI" panose="020B0604030504040204" pitchFamily="50" charset="-128"/>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704975" indent="-268288" algn="l" rtl="0" eaLnBrk="1" fontAlgn="base" hangingPunct="1">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9pPr>
          </a:lstStyle>
          <a:p>
            <a:r>
              <a:rPr lang="en-US" altLang="ja-JP" dirty="0"/>
              <a:t>8. </a:t>
            </a:r>
            <a:r>
              <a:rPr lang="ja-JP" altLang="en-US" dirty="0"/>
              <a:t>お見積り前提事項</a:t>
            </a:r>
          </a:p>
        </p:txBody>
      </p:sp>
    </p:spTree>
    <p:extLst>
      <p:ext uri="{BB962C8B-B14F-4D97-AF65-F5344CB8AC3E}">
        <p14:creationId xmlns:p14="http://schemas.microsoft.com/office/powerpoint/2010/main" val="1863243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オブジェクト 18" hidden="1">
            <a:extLst>
              <a:ext uri="{FF2B5EF4-FFF2-40B4-BE49-F238E27FC236}">
                <a16:creationId xmlns:a16="http://schemas.microsoft.com/office/drawing/2014/main" id="{BF8DEA62-51B9-466B-9DA9-E749450276D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499" imgH="499" progId="TCLayout.ActiveDocument.1">
                  <p:embed/>
                </p:oleObj>
              </mc:Choice>
              <mc:Fallback>
                <p:oleObj name="think-cell スライド" r:id="rId3" imgW="499" imgH="499" progId="TCLayout.ActiveDocument.1">
                  <p:embed/>
                  <p:pic>
                    <p:nvPicPr>
                      <p:cNvPr id="19" name="オブジェクト 18" hidden="1">
                        <a:extLst>
                          <a:ext uri="{FF2B5EF4-FFF2-40B4-BE49-F238E27FC236}">
                            <a16:creationId xmlns:a16="http://schemas.microsoft.com/office/drawing/2014/main" id="{BF8DEA62-51B9-466B-9DA9-E749450276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070CAFD8-170C-473F-8E44-E30EF683892B}"/>
              </a:ext>
            </a:extLst>
          </p:cNvPr>
          <p:cNvSpPr>
            <a:spLocks noGrp="1"/>
          </p:cNvSpPr>
          <p:nvPr>
            <p:ph type="title"/>
          </p:nvPr>
        </p:nvSpPr>
        <p:spPr>
          <a:xfrm>
            <a:off x="173709" y="476672"/>
            <a:ext cx="9584887" cy="420752"/>
          </a:xfrm>
        </p:spPr>
        <p:txBody>
          <a:bodyPr vert="horz"/>
          <a:lstStyle/>
          <a:p>
            <a:r>
              <a:rPr kumimoji="1" lang="ja-JP" altLang="en-US" dirty="0"/>
              <a:t>免責事項</a:t>
            </a:r>
          </a:p>
        </p:txBody>
      </p:sp>
      <p:sp>
        <p:nvSpPr>
          <p:cNvPr id="26" name="テキスト プレースホルダー 3">
            <a:extLst>
              <a:ext uri="{FF2B5EF4-FFF2-40B4-BE49-F238E27FC236}">
                <a16:creationId xmlns:a16="http://schemas.microsoft.com/office/drawing/2014/main" id="{CF769888-8637-4FE1-9B13-4E0C0841C62D}"/>
              </a:ext>
            </a:extLst>
          </p:cNvPr>
          <p:cNvSpPr txBox="1">
            <a:spLocks/>
          </p:cNvSpPr>
          <p:nvPr/>
        </p:nvSpPr>
        <p:spPr>
          <a:xfrm>
            <a:off x="173709" y="107340"/>
            <a:ext cx="9584887" cy="369332"/>
          </a:xfrm>
          <a:prstGeom prst="rect">
            <a:avLst/>
          </a:prstGeom>
        </p:spPr>
        <p:txBody>
          <a:bodyPr vert="horz" wrap="square" lIns="0" tIns="0" rIns="0" bIns="0" rtlCol="0" anchor="b">
            <a:noAutofit/>
          </a:bodyPr>
          <a:lstStyle>
            <a:lvl1pPr marL="0" indent="0" algn="l" rtl="0" eaLnBrk="1" fontAlgn="base" hangingPunct="1">
              <a:lnSpc>
                <a:spcPct val="100000"/>
              </a:lnSpc>
              <a:spcBef>
                <a:spcPts val="0"/>
              </a:spcBef>
              <a:spcAft>
                <a:spcPts val="0"/>
              </a:spcAft>
              <a:buFont typeface="Arial" panose="020B0604020202020204" pitchFamily="34" charset="0"/>
              <a:buNone/>
              <a:defRPr kumimoji="1" lang="ja-JP" altLang="en-US" sz="1800" b="1" kern="1200" dirty="0">
                <a:solidFill>
                  <a:schemeClr val="accent2"/>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7063" indent="-268288" algn="l" rtl="0" eaLnBrk="1" fontAlgn="base" hangingPunct="1">
              <a:lnSpc>
                <a:spcPct val="100000"/>
              </a:lnSpc>
              <a:spcBef>
                <a:spcPts val="600"/>
              </a:spcBef>
              <a:spcAft>
                <a:spcPts val="325"/>
              </a:spcAft>
              <a:buFont typeface="Wingdings" panose="05000000000000000000" pitchFamily="2" charset="2"/>
              <a:buChar char="p"/>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85838" indent="-266700" algn="l" rtl="0" eaLnBrk="1" fontAlgn="base" hangingPunct="1">
              <a:lnSpc>
                <a:spcPct val="100000"/>
              </a:lnSpc>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346200" indent="-268288" algn="l" rtl="0" eaLnBrk="1" fontAlgn="base" hangingPunct="1">
              <a:lnSpc>
                <a:spcPct val="100000"/>
              </a:lnSpc>
              <a:spcBef>
                <a:spcPts val="600"/>
              </a:spcBef>
              <a:spcAft>
                <a:spcPts val="325"/>
              </a:spcAft>
              <a:buFont typeface="Meiryo UI" panose="020B0604030504040204" pitchFamily="50" charset="-128"/>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704975" indent="-268288" algn="l" rtl="0" eaLnBrk="1" fontAlgn="base" hangingPunct="1">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9pPr>
          </a:lstStyle>
          <a:p>
            <a:r>
              <a:rPr lang="en-US" altLang="ja-JP" dirty="0"/>
              <a:t>9. </a:t>
            </a:r>
            <a:r>
              <a:rPr lang="ja-JP" altLang="en-US" dirty="0"/>
              <a:t>免責事項</a:t>
            </a:r>
          </a:p>
        </p:txBody>
      </p:sp>
      <p:sp>
        <p:nvSpPr>
          <p:cNvPr id="27" name="Content Placeholder 2">
            <a:extLst>
              <a:ext uri="{FF2B5EF4-FFF2-40B4-BE49-F238E27FC236}">
                <a16:creationId xmlns:a16="http://schemas.microsoft.com/office/drawing/2014/main" id="{74CEC418-D797-4BCE-B294-40ECF6E09A96}"/>
              </a:ext>
            </a:extLst>
          </p:cNvPr>
          <p:cNvSpPr txBox="1">
            <a:spLocks/>
          </p:cNvSpPr>
          <p:nvPr/>
        </p:nvSpPr>
        <p:spPr>
          <a:xfrm>
            <a:off x="451075" y="1337733"/>
            <a:ext cx="9003849" cy="4732293"/>
          </a:xfrm>
          <a:prstGeom prst="rect">
            <a:avLst/>
          </a:prstGeom>
          <a:ln>
            <a:solidFill>
              <a:schemeClr val="bg1">
                <a:lumMod val="75000"/>
              </a:schemeClr>
            </a:solidFill>
          </a:ln>
        </p:spPr>
        <p:txBody>
          <a:bodyPr anchor="ctr"/>
          <a:lstStyle>
            <a:lvl1pPr marL="0" indent="0" algn="l" rtl="0" eaLnBrk="1" fontAlgn="base" hangingPunct="1">
              <a:lnSpc>
                <a:spcPct val="100000"/>
              </a:lnSpc>
              <a:spcBef>
                <a:spcPts val="600"/>
              </a:spcBef>
              <a:spcAft>
                <a:spcPts val="325"/>
              </a:spcAft>
              <a:buFont typeface="Arial" panose="020B0604020202020204" pitchFamily="34" charset="0"/>
              <a:buNone/>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7063" indent="-268288" algn="l" rtl="0" eaLnBrk="1" fontAlgn="base" hangingPunct="1">
              <a:lnSpc>
                <a:spcPct val="100000"/>
              </a:lnSpc>
              <a:spcBef>
                <a:spcPts val="600"/>
              </a:spcBef>
              <a:spcAft>
                <a:spcPts val="325"/>
              </a:spcAft>
              <a:buFont typeface="Wingdings" panose="05000000000000000000" pitchFamily="2" charset="2"/>
              <a:buChar char="p"/>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85838" indent="-266700" algn="l" rtl="0" eaLnBrk="1" fontAlgn="base" hangingPunct="1">
              <a:lnSpc>
                <a:spcPct val="100000"/>
              </a:lnSpc>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346200" indent="-268288" algn="l" rtl="0" eaLnBrk="1" fontAlgn="base" hangingPunct="1">
              <a:lnSpc>
                <a:spcPct val="100000"/>
              </a:lnSpc>
              <a:spcBef>
                <a:spcPts val="600"/>
              </a:spcBef>
              <a:spcAft>
                <a:spcPts val="325"/>
              </a:spcAft>
              <a:buFont typeface="Meiryo UI" panose="020B0604030504040204" pitchFamily="50" charset="-128"/>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704975" indent="-268288" algn="l" rtl="0" eaLnBrk="1" fontAlgn="base" hangingPunct="1">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9pPr>
          </a:lstStyle>
          <a:p>
            <a:pPr marL="285750" indent="-285750">
              <a:spcBef>
                <a:spcPts val="0"/>
              </a:spcBef>
              <a:spcAft>
                <a:spcPts val="1800"/>
              </a:spcAft>
              <a:buFont typeface="Wingdings" panose="05000000000000000000" pitchFamily="2" charset="2"/>
              <a:buChar char="ü"/>
            </a:pPr>
            <a:r>
              <a:rPr lang="ja-JP" altLang="en-US" sz="1600" dirty="0"/>
              <a:t>本提案書は、秘密情報を含みます。貴社は、本提案書の内容及び本提案に関して開示された秘密情報を、本提案に関する業務を</a:t>
            </a:r>
            <a:r>
              <a:rPr lang="en-US" altLang="ja-JP" sz="1600" dirty="0"/>
              <a:t>Accenture</a:t>
            </a:r>
            <a:r>
              <a:rPr lang="ja-JP" altLang="en-US" sz="1600" dirty="0"/>
              <a:t>に委託するか否かについて検討するためにのみ使用することができます。万が一、第三者に開示する必要がある場合は、事前に書面にて</a:t>
            </a:r>
            <a:r>
              <a:rPr lang="en-US" altLang="ja-JP" sz="1600" dirty="0"/>
              <a:t>Accenture</a:t>
            </a:r>
            <a:r>
              <a:rPr lang="ja-JP" altLang="en-US" sz="1600" dirty="0"/>
              <a:t>の同意を得て頂く必要がございます。また、当該秘密情報に係る著作権、特許権その他の知的財産に関するいかなる権利は、</a:t>
            </a:r>
            <a:r>
              <a:rPr lang="en-US" altLang="ja-JP" sz="1600" dirty="0"/>
              <a:t>Accenture</a:t>
            </a:r>
            <a:r>
              <a:rPr lang="ja-JP" altLang="en-US" sz="1600" dirty="0"/>
              <a:t>が留保致します。</a:t>
            </a:r>
          </a:p>
          <a:p>
            <a:pPr marL="285750" indent="-285750">
              <a:spcBef>
                <a:spcPts val="0"/>
              </a:spcBef>
              <a:spcAft>
                <a:spcPts val="1800"/>
              </a:spcAft>
              <a:buFont typeface="Wingdings" panose="05000000000000000000" pitchFamily="2" charset="2"/>
              <a:buChar char="ü"/>
            </a:pPr>
            <a:r>
              <a:rPr lang="ja-JP" altLang="en-US" sz="1600" dirty="0"/>
              <a:t>本提案書の内容は、あくまでも</a:t>
            </a:r>
            <a:r>
              <a:rPr lang="en-US" altLang="ja-JP" sz="1600" dirty="0"/>
              <a:t>Accenture</a:t>
            </a:r>
            <a:r>
              <a:rPr lang="ja-JP" altLang="en-US" sz="1600" dirty="0"/>
              <a:t>からのご提案であり、本提案書の提出により何らかの拘束力を持つことを意図するものではありません。こちらに記載された内容を考慮して双方が誠意を持って交渉したうえ契約書を締結した後でのみ、合意した条件に従い拘束力を持つこととなります。</a:t>
            </a:r>
          </a:p>
          <a:p>
            <a:pPr marL="285750" indent="-285750">
              <a:spcBef>
                <a:spcPts val="0"/>
              </a:spcBef>
              <a:spcAft>
                <a:spcPts val="1800"/>
              </a:spcAft>
              <a:buFont typeface="Wingdings" panose="05000000000000000000" pitchFamily="2" charset="2"/>
              <a:buChar char="ü"/>
            </a:pPr>
            <a:r>
              <a:rPr lang="ja-JP" altLang="en-US" sz="1600" dirty="0"/>
              <a:t>本提案書は、</a:t>
            </a:r>
            <a:r>
              <a:rPr lang="en-US" altLang="ja-JP" sz="1600" dirty="0"/>
              <a:t>Accenture</a:t>
            </a:r>
            <a:r>
              <a:rPr lang="ja-JP" altLang="en-US" sz="1600" dirty="0"/>
              <a:t>によるサービス（</a:t>
            </a:r>
            <a:r>
              <a:rPr lang="en-US" altLang="ja-JP" sz="1600" dirty="0"/>
              <a:t>Accenture</a:t>
            </a:r>
            <a:r>
              <a:rPr lang="ja-JP" altLang="en-US" sz="1600" dirty="0"/>
              <a:t>のアセットを含みます。以下同じです）の品質、結果、効果その他のことについて何らの保証をするものではありません。貴社等による</a:t>
            </a:r>
            <a:r>
              <a:rPr lang="en-US" altLang="ja-JP" sz="1600" dirty="0"/>
              <a:t>Accenture</a:t>
            </a:r>
            <a:r>
              <a:rPr lang="ja-JP" altLang="en-US" sz="1600" dirty="0"/>
              <a:t>によるサービスの使用は、貴社等の責任と費用においてなされるものとし、別途契約書にて合意される場合を除き、</a:t>
            </a:r>
            <a:r>
              <a:rPr lang="en-US" altLang="ja-JP" sz="1600" dirty="0"/>
              <a:t>Accenture</a:t>
            </a:r>
            <a:r>
              <a:rPr lang="ja-JP" altLang="en-US" sz="1600" dirty="0"/>
              <a:t>は一切の責任を負うことはありません。</a:t>
            </a:r>
          </a:p>
          <a:p>
            <a:pPr marL="285750" indent="-285750">
              <a:spcBef>
                <a:spcPts val="0"/>
              </a:spcBef>
              <a:spcAft>
                <a:spcPts val="1800"/>
              </a:spcAft>
              <a:buFont typeface="Wingdings" panose="05000000000000000000" pitchFamily="2" charset="2"/>
              <a:buChar char="ü"/>
            </a:pPr>
            <a:r>
              <a:rPr lang="ja-JP" altLang="en-US" sz="1600" dirty="0"/>
              <a:t>本提案書は、特定の前提条件に基づき作成された暫定的なものです。 当該前提条件のいずれかが事実ではない場合、意図するものではない場合または変わった場合等、本提案書の内容は見直される必要があります。</a:t>
            </a:r>
          </a:p>
        </p:txBody>
      </p:sp>
    </p:spTree>
    <p:extLst>
      <p:ext uri="{BB962C8B-B14F-4D97-AF65-F5344CB8AC3E}">
        <p14:creationId xmlns:p14="http://schemas.microsoft.com/office/powerpoint/2010/main" val="6064963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CCENTFARBEEXIST" val="0"/>
  <p:tag name="VERSION" val="V8.0"/>
  <p:tag name="VORLAGE" val="QPT_Molecules"/>
  <p:tag name="GROESSE" val="Standard"/>
  <p:tag name="THINKCELLPRESENTATIONDONOTDELETE" val="&lt;?xml version=&quot;1.0&quot; encoding=&quot;UTF-16&quot; standalone=&quot;yes&quot;?&gt;&lt;root reqver=&quot;24162&quot;&gt;&lt;version val=&quot;2694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7&quot;&gt;&lt;elem m_fUsage=&quot;1.61289674648100023191E+00&quot;&gt;&lt;m_msothmcolidx val=&quot;0&quot;/&gt;&lt;m_rgb r=&quot;FF&quot; g=&quot;BF&quot; b=&quot;C9&quot;/&gt;&lt;m_nBrightness tagver0=&quot;26206&quot; tagname0=&quot;m_nBrightnessUNRECOGNIZED&quot; val=&quot;0&quot;/&gt;&lt;/elem&gt;&lt;elem m_fUsage=&quot;1.46609999999999995879E+00&quot;&gt;&lt;m_msothmcolidx val=&quot;0&quot;/&gt;&lt;m_rgb r=&quot;DD&quot; g=&quot;45&quot; b=&quot;14&quot;/&gt;&lt;m_nBrightness tagver0=&quot;26206&quot; tagname0=&quot;m_nBrightnessUNRECOGNIZED&quot; val=&quot;0&quot;/&gt;&lt;/elem&gt;&lt;elem m_fUsage=&quot;1.31949000000000005173E+00&quot;&gt;&lt;m_msothmcolidx val=&quot;0&quot;/&gt;&lt;m_rgb r=&quot;77&quot; g=&quot;AA&quot; b=&quot;9A&quot;/&gt;&lt;m_nBrightness tagver0=&quot;26206&quot; tagname0=&quot;m_nBrightnessUNRECOGNIZED&quot; val=&quot;0&quot;/&gt;&lt;/elem&gt;&lt;elem m_fUsage=&quot;1.04990952519000013687E+00&quot;&gt;&lt;m_msothmcolidx val=&quot;0&quot;/&gt;&lt;m_rgb r=&quot;FF&quot; g=&quot;3E&quot; b=&quot;5C&quot;/&gt;&lt;m_nBrightness tagver0=&quot;26206&quot; tagname0=&quot;m_nBrightnessUNRECOGNIZED&quot; val=&quot;0&quot;/&gt;&lt;/elem&gt;&lt;elem m_fUsage=&quot;1.00000000000000000000E+00&quot;&gt;&lt;m_msothmcolidx val=&quot;0&quot;/&gt;&lt;m_rgb r=&quot;BD&quot; g=&quot;BD&quot; b=&quot;BD&quot;/&gt;&lt;m_nBrightness tagver0=&quot;26206&quot; tagname0=&quot;m_nBrightnessUNRECOGNIZED&quot; val=&quot;0&quot;/&gt;&lt;/elem&gt;&lt;elem m_fUsage=&quot;5.31441000000000163261E-01&quot;&gt;&lt;m_msothmcolidx val=&quot;0&quot;/&gt;&lt;m_rgb r=&quot;00&quot; g=&quot;33&quot; b=&quot;44&quot;/&gt;&lt;m_nBrightness tagver0=&quot;26206&quot; tagname0=&quot;m_nBrightnessUNRECOGNIZED&quot; val=&quot;0&quot;/&gt;&lt;/elem&gt;&lt;elem m_fUsage=&quot;4.78296900000000135833E-01&quot;&gt;&lt;m_msothmcolidx val=&quot;0&quot;/&gt;&lt;m_rgb r=&quot;FF&quot; g=&quot;66&quot; b=&quot;66&quot;/&gt;&lt;m_nBrightness tagver0=&quot;26206&quot; tagname0=&quot;m_nBrightnessUNRECOGNIZED&quot; val=&quot;0&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WpODuZIoQK.hr2jMuwJyH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wDr4ixuKRjGFD0LGT0M89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cc_Strategy_template 4-3">
  <a:themeElements>
    <a:clrScheme name="FSテンプレート">
      <a:dk1>
        <a:sysClr val="windowText" lastClr="000000"/>
      </a:dk1>
      <a:lt1>
        <a:sysClr val="window" lastClr="FFFFFF"/>
      </a:lt1>
      <a:dk2>
        <a:srgbClr val="44546A"/>
      </a:dk2>
      <a:lt2>
        <a:srgbClr val="D9D9D9"/>
      </a:lt2>
      <a:accent1>
        <a:srgbClr val="460073"/>
      </a:accent1>
      <a:accent2>
        <a:srgbClr val="A100FF"/>
      </a:accent2>
      <a:accent3>
        <a:srgbClr val="008EFF"/>
      </a:accent3>
      <a:accent4>
        <a:srgbClr val="8BE1FF"/>
      </a:accent4>
      <a:accent5>
        <a:srgbClr val="5A5A5A"/>
      </a:accent5>
      <a:accent6>
        <a:srgbClr val="969696"/>
      </a:accent6>
      <a:hlink>
        <a:srgbClr val="0563C1"/>
      </a:hlink>
      <a:folHlink>
        <a:srgbClr val="954F72"/>
      </a:folHlink>
    </a:clrScheme>
    <a:fontScheme name="Meiryo">
      <a:majorFont>
        <a:latin typeface="Meiryo UI"/>
        <a:ea typeface="Meiryo UI"/>
        <a:cs typeface=""/>
      </a:majorFont>
      <a:minorFont>
        <a:latin typeface="Meiryo UI"/>
        <a:ea typeface="Meiryo UI"/>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6350" algn="ctr">
          <a:solidFill>
            <a:schemeClr val="tx1">
              <a:lumMod val="65000"/>
              <a:lumOff val="35000"/>
            </a:schemeClr>
          </a:solidFill>
          <a:round/>
          <a:headEnd/>
          <a:tailEnd/>
        </a:ln>
      </a:spPr>
      <a:bodyPr wrap="square" lIns="0" tIns="108000" rIns="0" bIns="0" rtlCol="0" anchor="t" anchorCtr="0"/>
      <a:lstStyle>
        <a:defPPr algn="ctr">
          <a:spcBef>
            <a:spcPct val="20000"/>
          </a:spcBef>
          <a:defRPr kumimoji="1" sz="1400" b="1" dirty="0">
            <a:latin typeface="Meiryo UI" panose="020B0604030504040204" pitchFamily="50" charset="-128"/>
            <a:ea typeface="Meiryo UI" panose="020B0604030504040204" pitchFamily="50" charset="-128"/>
          </a:defRPr>
        </a:defPPr>
      </a:lst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solidFill>
          <a:srgbClr val="FFFF00"/>
        </a:solidFill>
      </a:spPr>
      <a:bodyPr vert="horz" wrap="square" lIns="72000" tIns="72000" rIns="72000" bIns="72000" rtlCol="0">
        <a:noAutofit/>
      </a:bodyPr>
      <a:lstStyle>
        <a:defPPr algn="ctr">
          <a:defRPr kumimoji="1" sz="1200" b="1" dirty="0">
            <a:latin typeface="Meiryo UI" panose="020B0604030504040204" pitchFamily="50" charset="-128"/>
            <a:ea typeface="Meiryo UI" panose="020B0604030504040204" pitchFamily="50" charset="-128"/>
          </a:defRPr>
        </a:defPPr>
      </a:lstStyle>
    </a:txDef>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2D3CBAC521BAB41A636154EF13E4C2D" ma:contentTypeVersion="5" ma:contentTypeDescription="Create a new document." ma:contentTypeScope="" ma:versionID="0cce523511b6279114247e603a0fcf2c">
  <xsd:schema xmlns:xsd="http://www.w3.org/2001/XMLSchema" xmlns:xs="http://www.w3.org/2001/XMLSchema" xmlns:p="http://schemas.microsoft.com/office/2006/metadata/properties" xmlns:ns2="d3bcc7eb-1e79-4088-9896-5fad70360c4b" xmlns:ns3="b49d5b1d-1672-4c72-ac57-a6330c181d39" targetNamespace="http://schemas.microsoft.com/office/2006/metadata/properties" ma:root="true" ma:fieldsID="587643f594ce8160c9f652f1613f76ad" ns2:_="" ns3:_="">
    <xsd:import namespace="d3bcc7eb-1e79-4088-9896-5fad70360c4b"/>
    <xsd:import namespace="b49d5b1d-1672-4c72-ac57-a6330c181d3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bcc7eb-1e79-4088-9896-5fad70360c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9d5b1d-1672-4c72-ac57-a6330c181d3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E8BEF9-3A74-4E46-BCC9-BEC4CD9E4E9D}">
  <ds:schemaRefs>
    <ds:schemaRef ds:uri="http://schemas.microsoft.com/sharepoint/v3/contenttype/forms"/>
  </ds:schemaRefs>
</ds:datastoreItem>
</file>

<file path=customXml/itemProps2.xml><?xml version="1.0" encoding="utf-8"?>
<ds:datastoreItem xmlns:ds="http://schemas.openxmlformats.org/officeDocument/2006/customXml" ds:itemID="{F2035422-C78F-4814-A565-393FA7262905}">
  <ds:schemaRefs>
    <ds:schemaRef ds:uri="http://schemas.microsoft.com/office/infopath/2007/PartnerControls"/>
    <ds:schemaRef ds:uri="http://purl.org/dc/terms/"/>
    <ds:schemaRef ds:uri="http://purl.org/dc/dcmitype/"/>
    <ds:schemaRef ds:uri="http://schemas.microsoft.com/office/2006/documentManagement/types"/>
    <ds:schemaRef ds:uri="d3bcc7eb-1e79-4088-9896-5fad70360c4b"/>
    <ds:schemaRef ds:uri="http://schemas.microsoft.com/office/2006/metadata/properties"/>
    <ds:schemaRef ds:uri="http://www.w3.org/XML/1998/namespace"/>
    <ds:schemaRef ds:uri="http://purl.org/dc/elements/1.1/"/>
    <ds:schemaRef ds:uri="http://schemas.openxmlformats.org/package/2006/metadata/core-properties"/>
  </ds:schemaRefs>
</ds:datastoreItem>
</file>

<file path=customXml/itemProps3.xml><?xml version="1.0" encoding="utf-8"?>
<ds:datastoreItem xmlns:ds="http://schemas.openxmlformats.org/officeDocument/2006/customXml" ds:itemID="{20426EFA-B5BC-4153-A47F-BE558CCD9710}"/>
</file>

<file path=docMetadata/LabelInfo.xml><?xml version="1.0" encoding="utf-8"?>
<clbl:labelList xmlns:clbl="http://schemas.microsoft.com/office/2020/mipLabelMetadata">
  <clbl:label id="{1bc0f418-96a4-4caf-9d7c-ccc5ec7f9d91}" enabled="1" method="Privileged" siteId="{e0793d39-0939-496d-b129-198edd916feb}" removed="0"/>
</clbl:labelList>
</file>

<file path=docProps/app.xml><?xml version="1.0" encoding="utf-8"?>
<Properties xmlns="http://schemas.openxmlformats.org/officeDocument/2006/extended-properties" xmlns:vt="http://schemas.openxmlformats.org/officeDocument/2006/docPropsVTypes">
  <Template/>
  <TotalTime>0</TotalTime>
  <Words>2957</Words>
  <Application>Microsoft Office PowerPoint</Application>
  <PresentationFormat>A4 210 x 297 mm</PresentationFormat>
  <Paragraphs>239</Paragraphs>
  <Slides>13</Slides>
  <Notes>4</Notes>
  <HiddenSlides>0</HiddenSlides>
  <MMClips>0</MMClips>
  <ScaleCrop>false</ScaleCrop>
  <HeadingPairs>
    <vt:vector size="8" baseType="variant">
      <vt:variant>
        <vt:lpstr>使用されているフォント</vt:lpstr>
      </vt:variant>
      <vt:variant>
        <vt:i4>5</vt:i4>
      </vt:variant>
      <vt:variant>
        <vt:lpstr>テーマ</vt:lpstr>
      </vt:variant>
      <vt:variant>
        <vt:i4>1</vt:i4>
      </vt:variant>
      <vt:variant>
        <vt:lpstr>埋め込まれた OLE サーバー</vt:lpstr>
      </vt:variant>
      <vt:variant>
        <vt:i4>1</vt:i4>
      </vt:variant>
      <vt:variant>
        <vt:lpstr>スライド タイトル</vt:lpstr>
      </vt:variant>
      <vt:variant>
        <vt:i4>13</vt:i4>
      </vt:variant>
    </vt:vector>
  </HeadingPairs>
  <TitlesOfParts>
    <vt:vector size="20" baseType="lpstr">
      <vt:lpstr>Meiryo UI</vt:lpstr>
      <vt:lpstr>Arial</vt:lpstr>
      <vt:lpstr>Calibri</vt:lpstr>
      <vt:lpstr>Graphik</vt:lpstr>
      <vt:lpstr>Wingdings</vt:lpstr>
      <vt:lpstr>Acc_Strategy_template 4-3</vt:lpstr>
      <vt:lpstr>think-cell スライド</vt:lpstr>
      <vt:lpstr>PowerPoint プレゼンテーション</vt:lpstr>
      <vt:lpstr>ご挨拶</vt:lpstr>
      <vt:lpstr>Agenda</vt:lpstr>
      <vt:lpstr>本取組の背景と弊社理解</vt:lpstr>
      <vt:lpstr>本取組の位置づけ</vt:lpstr>
      <vt:lpstr>PowerPoint プレゼンテーション</vt:lpstr>
      <vt:lpstr>想定アプローチ案</vt:lpstr>
      <vt:lpstr>プロジェクトの会議体案</vt:lpstr>
      <vt:lpstr>PowerPoint プレゼンテーション</vt:lpstr>
      <vt:lpstr>報酬お見積り</vt:lpstr>
      <vt:lpstr>見積前提・依頼事項  1/2</vt:lpstr>
      <vt:lpstr>見積前提・依頼事項  2/2</vt:lpstr>
      <vt:lpstr>免責事項</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
  <dc:description/>
  <cp:lastModifiedBy/>
  <cp:revision>7</cp:revision>
  <dcterms:created xsi:type="dcterms:W3CDTF">2017-05-17T17:46:23Z</dcterms:created>
  <dcterms:modified xsi:type="dcterms:W3CDTF">2024-01-10T14:29:38Z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bc0f418-96a4-4caf-9d7c-ccc5ec7f9d91_Enabled">
    <vt:lpwstr>True</vt:lpwstr>
  </property>
  <property fmtid="{D5CDD505-2E9C-101B-9397-08002B2CF9AE}" pid="3" name="MSIP_Label_1bc0f418-96a4-4caf-9d7c-ccc5ec7f9d91_SiteId">
    <vt:lpwstr>e0793d39-0939-496d-b129-198edd916feb</vt:lpwstr>
  </property>
  <property fmtid="{D5CDD505-2E9C-101B-9397-08002B2CF9AE}" pid="4" name="MSIP_Label_1bc0f418-96a4-4caf-9d7c-ccc5ec7f9d91_SetDate">
    <vt:lpwstr>2018-09-26T16:19:44.0371664Z</vt:lpwstr>
  </property>
  <property fmtid="{D5CDD505-2E9C-101B-9397-08002B2CF9AE}" pid="5" name="MSIP_Label_1bc0f418-96a4-4caf-9d7c-ccc5ec7f9d91_Name">
    <vt:lpwstr>Unrestricted</vt:lpwstr>
  </property>
  <property fmtid="{D5CDD505-2E9C-101B-9397-08002B2CF9AE}" pid="6" name="MSIP_Label_1bc0f418-96a4-4caf-9d7c-ccc5ec7f9d91_Extended_MSFT_Method">
    <vt:lpwstr>Manual</vt:lpwstr>
  </property>
  <property fmtid="{D5CDD505-2E9C-101B-9397-08002B2CF9AE}" pid="7" name="Sensitivity">
    <vt:lpwstr>Unrestricted</vt:lpwstr>
  </property>
  <property fmtid="{D5CDD505-2E9C-101B-9397-08002B2CF9AE}" pid="8" name="ContentTypeId">
    <vt:lpwstr>0x010100B2D3CBAC521BAB41A636154EF13E4C2D</vt:lpwstr>
  </property>
</Properties>
</file>