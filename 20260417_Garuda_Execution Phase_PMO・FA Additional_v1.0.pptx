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heme/theme5.xml" ContentType="application/vnd.openxmlformats-officedocument.them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tags/tag5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9.xml" ContentType="application/vnd.openxmlformats-officedocument.presentationml.notesSlide+xml"/>
  <Override PartName="/ppt/tags/tag61.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912" r:id="rId4"/>
    <p:sldMasterId id="2147483963" r:id="rId5"/>
    <p:sldMasterId id="2147483966" r:id="rId6"/>
    <p:sldMasterId id="2147483971" r:id="rId7"/>
    <p:sldMasterId id="2147483986" r:id="rId8"/>
  </p:sldMasterIdLst>
  <p:notesMasterIdLst>
    <p:notesMasterId r:id="rId29"/>
  </p:notesMasterIdLst>
  <p:handoutMasterIdLst>
    <p:handoutMasterId r:id="rId30"/>
  </p:handoutMasterIdLst>
  <p:sldIdLst>
    <p:sldId id="2147472847" r:id="rId9"/>
    <p:sldId id="273" r:id="rId10"/>
    <p:sldId id="280" r:id="rId11"/>
    <p:sldId id="2147483492" r:id="rId12"/>
    <p:sldId id="281" r:id="rId13"/>
    <p:sldId id="2147483489" r:id="rId14"/>
    <p:sldId id="2147483495" r:id="rId15"/>
    <p:sldId id="2147483494" r:id="rId16"/>
    <p:sldId id="2147483493" r:id="rId17"/>
    <p:sldId id="2147483487" r:id="rId18"/>
    <p:sldId id="2147483488" r:id="rId19"/>
    <p:sldId id="282" r:id="rId20"/>
    <p:sldId id="272" r:id="rId21"/>
    <p:sldId id="283" r:id="rId22"/>
    <p:sldId id="317" r:id="rId23"/>
    <p:sldId id="284" r:id="rId24"/>
    <p:sldId id="2147480730" r:id="rId25"/>
    <p:sldId id="2147480718" r:id="rId26"/>
    <p:sldId id="2147472906" r:id="rId27"/>
    <p:sldId id="2147481592" r:id="rId28"/>
  </p:sldIdLst>
  <p:sldSz cx="9144000" cy="5143500" type="screen16x9"/>
  <p:notesSz cx="6807200" cy="9939338"/>
  <p:custDataLst>
    <p:tags r:id="rId31"/>
  </p:custDataLst>
  <p:defaultTextStyle>
    <a:defPPr>
      <a:defRPr lang="ja-JP"/>
    </a:defPPr>
    <a:lvl1pPr marL="0" algn="l" defTabSz="603487" rtl="0" eaLnBrk="1" latinLnBrk="0" hangingPunct="1">
      <a:defRPr kumimoji="1" sz="1188" kern="1200">
        <a:solidFill>
          <a:schemeClr val="tx1"/>
        </a:solidFill>
        <a:latin typeface="+mn-lt"/>
        <a:ea typeface="+mn-ea"/>
        <a:cs typeface="+mn-cs"/>
      </a:defRPr>
    </a:lvl1pPr>
    <a:lvl2pPr marL="301744" algn="l" defTabSz="603487" rtl="0" eaLnBrk="1" latinLnBrk="0" hangingPunct="1">
      <a:defRPr kumimoji="1" sz="1188" kern="1200">
        <a:solidFill>
          <a:schemeClr val="tx1"/>
        </a:solidFill>
        <a:latin typeface="+mn-lt"/>
        <a:ea typeface="+mn-ea"/>
        <a:cs typeface="+mn-cs"/>
      </a:defRPr>
    </a:lvl2pPr>
    <a:lvl3pPr marL="603487" algn="l" defTabSz="603487" rtl="0" eaLnBrk="1" latinLnBrk="0" hangingPunct="1">
      <a:defRPr kumimoji="1" sz="1188" kern="1200">
        <a:solidFill>
          <a:schemeClr val="tx1"/>
        </a:solidFill>
        <a:latin typeface="+mn-lt"/>
        <a:ea typeface="+mn-ea"/>
        <a:cs typeface="+mn-cs"/>
      </a:defRPr>
    </a:lvl3pPr>
    <a:lvl4pPr marL="905231" algn="l" defTabSz="603487" rtl="0" eaLnBrk="1" latinLnBrk="0" hangingPunct="1">
      <a:defRPr kumimoji="1" sz="1188" kern="1200">
        <a:solidFill>
          <a:schemeClr val="tx1"/>
        </a:solidFill>
        <a:latin typeface="+mn-lt"/>
        <a:ea typeface="+mn-ea"/>
        <a:cs typeface="+mn-cs"/>
      </a:defRPr>
    </a:lvl4pPr>
    <a:lvl5pPr marL="1206974" algn="l" defTabSz="603487" rtl="0" eaLnBrk="1" latinLnBrk="0" hangingPunct="1">
      <a:defRPr kumimoji="1" sz="1188" kern="1200">
        <a:solidFill>
          <a:schemeClr val="tx1"/>
        </a:solidFill>
        <a:latin typeface="+mn-lt"/>
        <a:ea typeface="+mn-ea"/>
        <a:cs typeface="+mn-cs"/>
      </a:defRPr>
    </a:lvl5pPr>
    <a:lvl6pPr marL="1508717" algn="l" defTabSz="603487" rtl="0" eaLnBrk="1" latinLnBrk="0" hangingPunct="1">
      <a:defRPr kumimoji="1" sz="1188" kern="1200">
        <a:solidFill>
          <a:schemeClr val="tx1"/>
        </a:solidFill>
        <a:latin typeface="+mn-lt"/>
        <a:ea typeface="+mn-ea"/>
        <a:cs typeface="+mn-cs"/>
      </a:defRPr>
    </a:lvl6pPr>
    <a:lvl7pPr marL="1810460" algn="l" defTabSz="603487" rtl="0" eaLnBrk="1" latinLnBrk="0" hangingPunct="1">
      <a:defRPr kumimoji="1" sz="1188" kern="1200">
        <a:solidFill>
          <a:schemeClr val="tx1"/>
        </a:solidFill>
        <a:latin typeface="+mn-lt"/>
        <a:ea typeface="+mn-ea"/>
        <a:cs typeface="+mn-cs"/>
      </a:defRPr>
    </a:lvl7pPr>
    <a:lvl8pPr marL="2112204" algn="l" defTabSz="603487" rtl="0" eaLnBrk="1" latinLnBrk="0" hangingPunct="1">
      <a:defRPr kumimoji="1" sz="1188" kern="1200">
        <a:solidFill>
          <a:schemeClr val="tx1"/>
        </a:solidFill>
        <a:latin typeface="+mn-lt"/>
        <a:ea typeface="+mn-ea"/>
        <a:cs typeface="+mn-cs"/>
      </a:defRPr>
    </a:lvl8pPr>
    <a:lvl9pPr marL="2413948" algn="l" defTabSz="603487" rtl="0" eaLnBrk="1" latinLnBrk="0" hangingPunct="1">
      <a:defRPr kumimoji="1" sz="1188"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08094A2-ADFC-4330-B435-C99C50DAD67F}">
          <p14:sldIdLst>
            <p14:sldId id="2147472847"/>
            <p14:sldId id="273"/>
            <p14:sldId id="280"/>
            <p14:sldId id="2147483492"/>
            <p14:sldId id="281"/>
            <p14:sldId id="2147483489"/>
            <p14:sldId id="2147483495"/>
            <p14:sldId id="2147483494"/>
            <p14:sldId id="2147483493"/>
            <p14:sldId id="2147483487"/>
            <p14:sldId id="2147483488"/>
            <p14:sldId id="282"/>
            <p14:sldId id="272"/>
            <p14:sldId id="283"/>
            <p14:sldId id="317"/>
            <p14:sldId id="284"/>
            <p14:sldId id="2147480730"/>
            <p14:sldId id="2147480718"/>
            <p14:sldId id="2147472906"/>
            <p14:sldId id="2147481592"/>
          </p14:sldIdLst>
        </p14:section>
      </p14:sectionLst>
    </p:ext>
    <p:ext uri="{EFAFB233-063F-42B5-8137-9DF3F51BA10A}">
      <p15:sldGuideLst xmlns:p15="http://schemas.microsoft.com/office/powerpoint/2012/main">
        <p15:guide id="1" orient="horz" pos="3003" userDrawn="1">
          <p15:clr>
            <a:srgbClr val="A4A3A4"/>
          </p15:clr>
        </p15:guide>
        <p15:guide id="2" pos="249" userDrawn="1">
          <p15:clr>
            <a:srgbClr val="A4A3A4"/>
          </p15:clr>
        </p15:guide>
        <p15:guide id="3" pos="553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E09D815-9BF8-721B-B20D-AFB69EE76EF7}" name="Muhandri, Narendi" initials="NM" userId="S::narendi.muhandri@accenture.com::8fa23a68-dd4e-4206-9002-2759e6dcc177" providerId="AD"/>
  <p188:author id="{5967AC17-A795-236C-1BFE-2DF71EC7D6F1}" name="Nastiti, Theresia" initials="TN" userId="S::theresia.a.nastiti@accenture.com::94eb0a53-fa2f-4653-abc2-10a76565bfab" providerId="AD"/>
  <p188:author id="{B654425F-8BE1-32A7-BAB0-01764E89E2A0}" name="Accenture Contract Management" initials="CM" userId="Accenture Contract Management" providerId="None"/>
  <p188:author id="{7AA5BD6F-04DC-EB3B-3510-13CDFDAF36A5}" name="Accenture" initials="AC" userId="Accenture" providerId="None"/>
  <p188:author id="{544B5197-04E1-0622-5121-A3CF17637220}" name="Ishino, Arisa" initials="AI" userId="S::arisa.ishino@accenture.com::0bfad57d-a6e8-43ae-9194-4ee52dde2a29" providerId="AD"/>
  <p188:author id="{A172349F-4C89-3F5F-0D86-B288AD7F114A}" name="Xu, Tinsley Ting A." initials="XTTA" userId="S::ting.a.xu@accenture.com::adc3a3da-ac8c-4b79-921c-57385249371d" providerId="AD"/>
  <p188:author id="{34BC3FEE-3A7B-66CD-9FD8-08048156EA1F}" name="Kohbuchi, Keishi" initials="KK" userId="S::keishi.kohbuchi@accenture.com::a0517180-2ed9-4d80-96ca-f1ce0d80b2d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ikai, Toshihide" initials="ST" lastIdx="1" clrIdx="0">
    <p:extLst>
      <p:ext uri="{19B8F6BF-5375-455C-9EA6-DF929625EA0E}">
        <p15:presenceInfo xmlns:p15="http://schemas.microsoft.com/office/powerpoint/2012/main" userId="Saikai, Toshihid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a:srgbClr val="FFFF99"/>
    <a:srgbClr val="FFFFCC"/>
    <a:srgbClr val="FFCC99"/>
    <a:srgbClr val="4472C4"/>
    <a:srgbClr val="C00000"/>
    <a:srgbClr val="FFFFFF"/>
    <a:srgbClr val="ECCCFF"/>
    <a:srgbClr val="FF5050"/>
    <a:srgbClr val="D450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267" autoAdjust="0"/>
  </p:normalViewPr>
  <p:slideViewPr>
    <p:cSldViewPr snapToGrid="0">
      <p:cViewPr varScale="1">
        <p:scale>
          <a:sx n="101" d="100"/>
          <a:sy n="101" d="100"/>
        </p:scale>
        <p:origin x="208" y="292"/>
      </p:cViewPr>
      <p:guideLst>
        <p:guide orient="horz" pos="3003"/>
        <p:guide pos="249"/>
        <p:guide pos="553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commentAuthors" Target="commentAuthors.xml"/><Relationship Id="rId37"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handoutMaster" Target="handoutMasters/handoutMaster1.xml"/><Relationship Id="rId35" Type="http://schemas.openxmlformats.org/officeDocument/2006/relationships/theme" Target="theme/theme1.xml"/><Relationship Id="rId8" Type="http://schemas.openxmlformats.org/officeDocument/2006/relationships/slideMaster" Target="slideMasters/slideMaster5.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80FF1D14-BC1A-0897-2B66-2A7F26C7B009}"/>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C52350D1-085F-33D6-C0CD-3789B88BA317}"/>
              </a:ext>
            </a:extLst>
          </p:cNvPr>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1430EC8E-2CDE-4A36-9A71-F47D06B8A682}" type="datetimeFigureOut">
              <a:rPr kumimoji="1" lang="ja-JP" altLang="en-US" smtClean="0"/>
              <a:t>2026/4/17</a:t>
            </a:fld>
            <a:endParaRPr kumimoji="1" lang="ja-JP" altLang="en-US"/>
          </a:p>
        </p:txBody>
      </p:sp>
      <p:sp>
        <p:nvSpPr>
          <p:cNvPr id="4" name="フッター プレースホルダー 3">
            <a:extLst>
              <a:ext uri="{FF2B5EF4-FFF2-40B4-BE49-F238E27FC236}">
                <a16:creationId xmlns:a16="http://schemas.microsoft.com/office/drawing/2014/main" id="{73C054BD-29FA-E189-FFFE-6CF66CCF3F46}"/>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9C78E067-021B-009D-6A47-97812423B0C6}"/>
              </a:ext>
            </a:extLst>
          </p:cNvPr>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C3020D65-07D6-4F3F-B561-139F6A630070}" type="slidenum">
              <a:rPr kumimoji="1" lang="ja-JP" altLang="en-US" smtClean="0"/>
              <a:t>‹#›</a:t>
            </a:fld>
            <a:endParaRPr kumimoji="1" lang="ja-JP" altLang="en-US"/>
          </a:p>
        </p:txBody>
      </p:sp>
    </p:spTree>
    <p:extLst>
      <p:ext uri="{BB962C8B-B14F-4D97-AF65-F5344CB8AC3E}">
        <p14:creationId xmlns:p14="http://schemas.microsoft.com/office/powerpoint/2010/main" val="23860648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D2B891A6-8465-418E-AA22-C2DABEE4D989}" type="datetimeFigureOut">
              <a:rPr kumimoji="1" lang="ja-JP" altLang="en-US" smtClean="0"/>
              <a:t>2026/4/17</a:t>
            </a:fld>
            <a:endParaRPr kumimoji="1" lang="ja-JP" altLang="en-US"/>
          </a:p>
        </p:txBody>
      </p:sp>
      <p:sp>
        <p:nvSpPr>
          <p:cNvPr id="4" name="スライド イメージ プレースホルダー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C799A87C-0C05-41D7-8A82-94FBF331748D}" type="slidenum">
              <a:rPr kumimoji="1" lang="ja-JP" altLang="en-US" smtClean="0"/>
              <a:t>‹#›</a:t>
            </a:fld>
            <a:endParaRPr kumimoji="1" lang="ja-JP" altLang="en-US"/>
          </a:p>
        </p:txBody>
      </p:sp>
    </p:spTree>
    <p:extLst>
      <p:ext uri="{BB962C8B-B14F-4D97-AF65-F5344CB8AC3E}">
        <p14:creationId xmlns:p14="http://schemas.microsoft.com/office/powerpoint/2010/main" val="3335405123"/>
      </p:ext>
    </p:extLst>
  </p:cSld>
  <p:clrMap bg1="lt1" tx1="dk1" bg2="lt2" tx2="dk2" accent1="accent1" accent2="accent2" accent3="accent3" accent4="accent4" accent5="accent5" accent6="accent6" hlink="hlink" folHlink="folHlink"/>
  <p:notesStyle>
    <a:lvl1pPr marL="0" algn="l" defTabSz="804650" rtl="0" eaLnBrk="1" latinLnBrk="0" hangingPunct="1">
      <a:defRPr kumimoji="1" sz="1056" kern="1200">
        <a:solidFill>
          <a:schemeClr val="tx1"/>
        </a:solidFill>
        <a:latin typeface="+mn-lt"/>
        <a:ea typeface="+mn-ea"/>
        <a:cs typeface="+mn-cs"/>
      </a:defRPr>
    </a:lvl1pPr>
    <a:lvl2pPr marL="402325" algn="l" defTabSz="804650" rtl="0" eaLnBrk="1" latinLnBrk="0" hangingPunct="1">
      <a:defRPr kumimoji="1" sz="1056" kern="1200">
        <a:solidFill>
          <a:schemeClr val="tx1"/>
        </a:solidFill>
        <a:latin typeface="+mn-lt"/>
        <a:ea typeface="+mn-ea"/>
        <a:cs typeface="+mn-cs"/>
      </a:defRPr>
    </a:lvl2pPr>
    <a:lvl3pPr marL="804650" algn="l" defTabSz="804650" rtl="0" eaLnBrk="1" latinLnBrk="0" hangingPunct="1">
      <a:defRPr kumimoji="1" sz="1056" kern="1200">
        <a:solidFill>
          <a:schemeClr val="tx1"/>
        </a:solidFill>
        <a:latin typeface="+mn-lt"/>
        <a:ea typeface="+mn-ea"/>
        <a:cs typeface="+mn-cs"/>
      </a:defRPr>
    </a:lvl3pPr>
    <a:lvl4pPr marL="1206974" algn="l" defTabSz="804650" rtl="0" eaLnBrk="1" latinLnBrk="0" hangingPunct="1">
      <a:defRPr kumimoji="1" sz="1056" kern="1200">
        <a:solidFill>
          <a:schemeClr val="tx1"/>
        </a:solidFill>
        <a:latin typeface="+mn-lt"/>
        <a:ea typeface="+mn-ea"/>
        <a:cs typeface="+mn-cs"/>
      </a:defRPr>
    </a:lvl4pPr>
    <a:lvl5pPr marL="1609298" algn="l" defTabSz="804650" rtl="0" eaLnBrk="1" latinLnBrk="0" hangingPunct="1">
      <a:defRPr kumimoji="1" sz="1056" kern="1200">
        <a:solidFill>
          <a:schemeClr val="tx1"/>
        </a:solidFill>
        <a:latin typeface="+mn-lt"/>
        <a:ea typeface="+mn-ea"/>
        <a:cs typeface="+mn-cs"/>
      </a:defRPr>
    </a:lvl5pPr>
    <a:lvl6pPr marL="2011623" algn="l" defTabSz="804650" rtl="0" eaLnBrk="1" latinLnBrk="0" hangingPunct="1">
      <a:defRPr kumimoji="1" sz="1056" kern="1200">
        <a:solidFill>
          <a:schemeClr val="tx1"/>
        </a:solidFill>
        <a:latin typeface="+mn-lt"/>
        <a:ea typeface="+mn-ea"/>
        <a:cs typeface="+mn-cs"/>
      </a:defRPr>
    </a:lvl6pPr>
    <a:lvl7pPr marL="2413948" algn="l" defTabSz="804650" rtl="0" eaLnBrk="1" latinLnBrk="0" hangingPunct="1">
      <a:defRPr kumimoji="1" sz="1056" kern="1200">
        <a:solidFill>
          <a:schemeClr val="tx1"/>
        </a:solidFill>
        <a:latin typeface="+mn-lt"/>
        <a:ea typeface="+mn-ea"/>
        <a:cs typeface="+mn-cs"/>
      </a:defRPr>
    </a:lvl7pPr>
    <a:lvl8pPr marL="2816272" algn="l" defTabSz="804650" rtl="0" eaLnBrk="1" latinLnBrk="0" hangingPunct="1">
      <a:defRPr kumimoji="1" sz="1056" kern="1200">
        <a:solidFill>
          <a:schemeClr val="tx1"/>
        </a:solidFill>
        <a:latin typeface="+mn-lt"/>
        <a:ea typeface="+mn-ea"/>
        <a:cs typeface="+mn-cs"/>
      </a:defRPr>
    </a:lvl8pPr>
    <a:lvl9pPr marL="3218597" algn="l" defTabSz="804650" rtl="0" eaLnBrk="1" latinLnBrk="0" hangingPunct="1">
      <a:defRPr kumimoji="1" sz="105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799A87C-0C05-41D7-8A82-94FBF331748D}" type="slidenum">
              <a:rPr kumimoji="1" lang="ja-JP" altLang="en-US" smtClean="0"/>
              <a:t>0</a:t>
            </a:fld>
            <a:endParaRPr kumimoji="1" lang="ja-JP" altLang="en-US"/>
          </a:p>
        </p:txBody>
      </p:sp>
    </p:spTree>
    <p:extLst>
      <p:ext uri="{BB962C8B-B14F-4D97-AF65-F5344CB8AC3E}">
        <p14:creationId xmlns:p14="http://schemas.microsoft.com/office/powerpoint/2010/main" val="26035145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ECAF9-4286-B4A2-96AE-1DC53A5EA9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FC6F245-F4FA-9F28-A333-BCEB5E33037A}"/>
              </a:ext>
            </a:extLst>
          </p:cNvPr>
          <p:cNvSpPr>
            <a:spLocks noGrp="1" noRot="1" noChangeAspect="1"/>
          </p:cNvSpPr>
          <p:nvPr>
            <p:ph type="sldImg"/>
          </p:nvPr>
        </p:nvSpPr>
        <p:spPr/>
        <p:txBody>
          <a:bodyPr/>
          <a:lstStyle/>
          <a:p>
            <a:endParaRPr lang="en-US"/>
          </a:p>
        </p:txBody>
      </p:sp>
      <p:sp>
        <p:nvSpPr>
          <p:cNvPr id="3" name="ノート プレースホルダー 2">
            <a:extLst>
              <a:ext uri="{FF2B5EF4-FFF2-40B4-BE49-F238E27FC236}">
                <a16:creationId xmlns:a16="http://schemas.microsoft.com/office/drawing/2014/main" id="{A85CB955-8697-BA61-094A-8F28B8F935E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4F6BE96-D054-85CC-B41D-D1235B267C54}"/>
              </a:ext>
            </a:extLst>
          </p:cNvPr>
          <p:cNvSpPr>
            <a:spLocks noGrp="1"/>
          </p:cNvSpPr>
          <p:nvPr>
            <p:ph type="sldNum" sz="quarter" idx="5"/>
          </p:nvPr>
        </p:nvSpPr>
        <p:spPr/>
        <p:txBody>
          <a:bodyPr/>
          <a:lstStyle/>
          <a:p>
            <a:pPr marL="0" marR="0" lvl="0" indent="0" algn="r" defTabSz="603487" rtl="0" eaLnBrk="1" fontAlgn="auto" latinLnBrk="0" hangingPunct="1">
              <a:lnSpc>
                <a:spcPct val="100000"/>
              </a:lnSpc>
              <a:spcBef>
                <a:spcPts val="0"/>
              </a:spcBef>
              <a:spcAft>
                <a:spcPts val="0"/>
              </a:spcAft>
              <a:buClrTx/>
              <a:buSzTx/>
              <a:buFontTx/>
              <a:buNone/>
              <a:tabLst/>
              <a:defRPr/>
            </a:pPr>
            <a:fld id="{C799A87C-0C05-41D7-8A82-94FBF331748D}"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603487"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281546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D2639-E4A9-E65A-FE74-22ACA6AAD30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4C34AA-1B8C-DA02-06FE-7A03622C3465}"/>
              </a:ext>
            </a:extLst>
          </p:cNvPr>
          <p:cNvSpPr>
            <a:spLocks noGrp="1" noRot="1" noChangeAspect="1"/>
          </p:cNvSpPr>
          <p:nvPr>
            <p:ph type="sldImg"/>
          </p:nvPr>
        </p:nvSpPr>
        <p:spPr/>
        <p:txBody>
          <a:bodyPr/>
          <a:lstStyle/>
          <a:p>
            <a:endParaRPr lang="en-US"/>
          </a:p>
        </p:txBody>
      </p:sp>
      <p:sp>
        <p:nvSpPr>
          <p:cNvPr id="3" name="ノート プレースホルダー 2">
            <a:extLst>
              <a:ext uri="{FF2B5EF4-FFF2-40B4-BE49-F238E27FC236}">
                <a16:creationId xmlns:a16="http://schemas.microsoft.com/office/drawing/2014/main" id="{579EEA48-04A9-1C5F-A2F1-5C7036F3B7A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43D24F0-80CB-2C6F-332C-A88287AB2FAD}"/>
              </a:ext>
            </a:extLst>
          </p:cNvPr>
          <p:cNvSpPr>
            <a:spLocks noGrp="1"/>
          </p:cNvSpPr>
          <p:nvPr>
            <p:ph type="sldNum" sz="quarter" idx="5"/>
          </p:nvPr>
        </p:nvSpPr>
        <p:spPr/>
        <p:txBody>
          <a:bodyPr/>
          <a:lstStyle/>
          <a:p>
            <a:pPr marL="0" marR="0" lvl="0" indent="0" algn="r" defTabSz="603487" rtl="0" eaLnBrk="1" fontAlgn="auto" latinLnBrk="0" hangingPunct="1">
              <a:lnSpc>
                <a:spcPct val="100000"/>
              </a:lnSpc>
              <a:spcBef>
                <a:spcPts val="0"/>
              </a:spcBef>
              <a:spcAft>
                <a:spcPts val="0"/>
              </a:spcAft>
              <a:buClrTx/>
              <a:buSzTx/>
              <a:buFontTx/>
              <a:buNone/>
              <a:tabLst/>
              <a:defRPr/>
            </a:pPr>
            <a:fld id="{C799A87C-0C05-41D7-8A82-94FBF331748D}"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603487"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740646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0C9AF-0941-18D9-670F-143CA0430B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6FC3E93-8348-C912-6120-3A64797592CD}"/>
              </a:ext>
            </a:extLst>
          </p:cNvPr>
          <p:cNvSpPr>
            <a:spLocks noGrp="1" noRot="1" noChangeAspect="1"/>
          </p:cNvSpPr>
          <p:nvPr>
            <p:ph type="sldImg"/>
          </p:nvPr>
        </p:nvSpPr>
        <p:spPr/>
        <p:txBody>
          <a:bodyPr/>
          <a:lstStyle/>
          <a:p>
            <a:endParaRPr lang="en-US"/>
          </a:p>
        </p:txBody>
      </p:sp>
      <p:sp>
        <p:nvSpPr>
          <p:cNvPr id="3" name="ノート プレースホルダー 2">
            <a:extLst>
              <a:ext uri="{FF2B5EF4-FFF2-40B4-BE49-F238E27FC236}">
                <a16:creationId xmlns:a16="http://schemas.microsoft.com/office/drawing/2014/main" id="{A43539FA-0BD1-0F97-48A1-5339DE20A04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4CE8731-FA4D-253B-241B-D1CA3CF4888D}"/>
              </a:ext>
            </a:extLst>
          </p:cNvPr>
          <p:cNvSpPr>
            <a:spLocks noGrp="1"/>
          </p:cNvSpPr>
          <p:nvPr>
            <p:ph type="sldNum" sz="quarter" idx="5"/>
          </p:nvPr>
        </p:nvSpPr>
        <p:spPr/>
        <p:txBody>
          <a:bodyPr/>
          <a:lstStyle/>
          <a:p>
            <a:pPr marL="0" marR="0" lvl="0" indent="0" algn="r" defTabSz="603487" rtl="0" eaLnBrk="1" fontAlgn="auto" latinLnBrk="0" hangingPunct="1">
              <a:lnSpc>
                <a:spcPct val="100000"/>
              </a:lnSpc>
              <a:spcBef>
                <a:spcPts val="0"/>
              </a:spcBef>
              <a:spcAft>
                <a:spcPts val="0"/>
              </a:spcAft>
              <a:buClrTx/>
              <a:buSzTx/>
              <a:buFontTx/>
              <a:buNone/>
              <a:tabLst/>
              <a:defRPr/>
            </a:pPr>
            <a:fld id="{C799A87C-0C05-41D7-8A82-94FBF331748D}"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603487"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8741753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26067-FF76-A3FD-96E9-B3A20E16D5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C49A849-C358-11B0-E9BE-76AFF877EDA6}"/>
              </a:ext>
            </a:extLst>
          </p:cNvPr>
          <p:cNvSpPr>
            <a:spLocks noGrp="1" noRot="1" noChangeAspect="1"/>
          </p:cNvSpPr>
          <p:nvPr>
            <p:ph type="sldImg"/>
          </p:nvPr>
        </p:nvSpPr>
        <p:spPr/>
        <p:txBody>
          <a:bodyPr/>
          <a:lstStyle/>
          <a:p>
            <a:endParaRPr lang="en-US"/>
          </a:p>
        </p:txBody>
      </p:sp>
      <p:sp>
        <p:nvSpPr>
          <p:cNvPr id="3" name="ノート プレースホルダー 2">
            <a:extLst>
              <a:ext uri="{FF2B5EF4-FFF2-40B4-BE49-F238E27FC236}">
                <a16:creationId xmlns:a16="http://schemas.microsoft.com/office/drawing/2014/main" id="{E25B3F49-E163-0498-A3D6-859FCEEB50F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3325185-6D9D-9463-218E-CAEB7BEEAD81}"/>
              </a:ext>
            </a:extLst>
          </p:cNvPr>
          <p:cNvSpPr>
            <a:spLocks noGrp="1"/>
          </p:cNvSpPr>
          <p:nvPr>
            <p:ph type="sldNum" sz="quarter" idx="5"/>
          </p:nvPr>
        </p:nvSpPr>
        <p:spPr/>
        <p:txBody>
          <a:bodyPr/>
          <a:lstStyle/>
          <a:p>
            <a:pPr marL="0" marR="0" lvl="0" indent="0" algn="r" defTabSz="603487" rtl="0" eaLnBrk="1" fontAlgn="auto" latinLnBrk="0" hangingPunct="1">
              <a:lnSpc>
                <a:spcPct val="100000"/>
              </a:lnSpc>
              <a:spcBef>
                <a:spcPts val="0"/>
              </a:spcBef>
              <a:spcAft>
                <a:spcPts val="0"/>
              </a:spcAft>
              <a:buClrTx/>
              <a:buSzTx/>
              <a:buFontTx/>
              <a:buNone/>
              <a:tabLst/>
              <a:defRPr/>
            </a:pPr>
            <a:fld id="{C799A87C-0C05-41D7-8A82-94FBF331748D}"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603487" rtl="0" eaLnBrk="1" fontAlgn="auto" latinLnBrk="0" hangingPunct="1">
                <a:lnSpc>
                  <a:spcPct val="100000"/>
                </a:lnSpc>
                <a:spcBef>
                  <a:spcPts val="0"/>
                </a:spcBef>
                <a:spcAft>
                  <a:spcPts val="0"/>
                </a:spcAft>
                <a:buClrTx/>
                <a:buSzTx/>
                <a:buFontTx/>
                <a:buNone/>
                <a:tabLst/>
                <a:defRPr/>
              </a:pPr>
              <a:t>8</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15901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57110-015A-5687-EDAC-1440094AE0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137735-9DD4-36FF-9B80-CCEC54649B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07ED1F-855E-070F-97E4-BFACD7EC82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9C58396-B9F3-6144-A7AD-AA9003ECB514}"/>
              </a:ext>
            </a:extLst>
          </p:cNvPr>
          <p:cNvSpPr>
            <a:spLocks noGrp="1"/>
          </p:cNvSpPr>
          <p:nvPr>
            <p:ph type="sldNum" sz="quarter" idx="5"/>
          </p:nvPr>
        </p:nvSpPr>
        <p:spPr/>
        <p:txBody>
          <a:bodyPr/>
          <a:lstStyle/>
          <a:p>
            <a:fld id="{C799A87C-0C05-41D7-8A82-94FBF331748D}" type="slidenum">
              <a:rPr kumimoji="1" lang="ja-JP" altLang="en-US" smtClean="0"/>
              <a:t>9</a:t>
            </a:fld>
            <a:endParaRPr kumimoji="1" lang="ja-JP" altLang="en-US"/>
          </a:p>
        </p:txBody>
      </p:sp>
    </p:spTree>
    <p:extLst>
      <p:ext uri="{BB962C8B-B14F-4D97-AF65-F5344CB8AC3E}">
        <p14:creationId xmlns:p14="http://schemas.microsoft.com/office/powerpoint/2010/main" val="2103566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86B38-19A8-C705-AA1C-595F60E1F8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1A622-52A2-9E4C-5DFB-70F8FBC4D1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F6B2E1-515A-F42A-4B35-DE65C6CB377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158B83-0CE3-C741-9B0F-54E16B6318CE}"/>
              </a:ext>
            </a:extLst>
          </p:cNvPr>
          <p:cNvSpPr>
            <a:spLocks noGrp="1"/>
          </p:cNvSpPr>
          <p:nvPr>
            <p:ph type="sldNum" sz="quarter" idx="5"/>
          </p:nvPr>
        </p:nvSpPr>
        <p:spPr/>
        <p:txBody>
          <a:bodyPr/>
          <a:lstStyle/>
          <a:p>
            <a:fld id="{C799A87C-0C05-41D7-8A82-94FBF331748D}" type="slidenum">
              <a:rPr kumimoji="1" lang="ja-JP" altLang="en-US" smtClean="0"/>
              <a:t>10</a:t>
            </a:fld>
            <a:endParaRPr kumimoji="1" lang="ja-JP" altLang="en-US"/>
          </a:p>
        </p:txBody>
      </p:sp>
    </p:spTree>
    <p:extLst>
      <p:ext uri="{BB962C8B-B14F-4D97-AF65-F5344CB8AC3E}">
        <p14:creationId xmlns:p14="http://schemas.microsoft.com/office/powerpoint/2010/main" val="37027339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E975-AEFF-83E4-3D1F-A613A1F4336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FF9D67-96BA-A91C-F008-538C587F354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CEFD69-3E69-1522-0C9E-B321A996358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873E3AC-195D-953D-5430-666A6B6FD62E}"/>
              </a:ext>
            </a:extLst>
          </p:cNvPr>
          <p:cNvSpPr>
            <a:spLocks noGrp="1"/>
          </p:cNvSpPr>
          <p:nvPr>
            <p:ph type="sldNum" sz="quarter" idx="5"/>
          </p:nvPr>
        </p:nvSpPr>
        <p:spPr/>
        <p:txBody>
          <a:bodyPr/>
          <a:lstStyle/>
          <a:p>
            <a:fld id="{C799A87C-0C05-41D7-8A82-94FBF331748D}" type="slidenum">
              <a:rPr kumimoji="1" lang="ja-JP" altLang="en-US" smtClean="0"/>
              <a:t>12</a:t>
            </a:fld>
            <a:endParaRPr kumimoji="1" lang="ja-JP" altLang="en-US"/>
          </a:p>
        </p:txBody>
      </p:sp>
    </p:spTree>
    <p:extLst>
      <p:ext uri="{BB962C8B-B14F-4D97-AF65-F5344CB8AC3E}">
        <p14:creationId xmlns:p14="http://schemas.microsoft.com/office/powerpoint/2010/main" val="943560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799A87C-0C05-41D7-8A82-94FBF331748D}" type="slidenum">
              <a:rPr kumimoji="1" lang="ja-JP" altLang="en-US" smtClean="0"/>
              <a:t>18</a:t>
            </a:fld>
            <a:endParaRPr kumimoji="1" lang="ja-JP" altLang="en-US"/>
          </a:p>
        </p:txBody>
      </p:sp>
    </p:spTree>
    <p:extLst>
      <p:ext uri="{BB962C8B-B14F-4D97-AF65-F5344CB8AC3E}">
        <p14:creationId xmlns:p14="http://schemas.microsoft.com/office/powerpoint/2010/main" val="3636757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7.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8.xml"/><Relationship Id="rId4"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9.xml"/><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11.xml"/><Relationship Id="rId4"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12.xml"/><Relationship Id="rId4"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13.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14.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15.xml"/><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16.xml"/><Relationship Id="rId4"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17.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18.xml"/><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19.xml"/><Relationship Id="rId4"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20.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21.xml"/><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22.xml"/><Relationship Id="rId4"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Subhead (top) and Subtitle">
    <p:spTree>
      <p:nvGrpSpPr>
        <p:cNvPr id="1" name=""/>
        <p:cNvGrpSpPr/>
        <p:nvPr/>
      </p:nvGrpSpPr>
      <p:grpSpPr>
        <a:xfrm>
          <a:off x="0" y="0"/>
          <a:ext cx="0" cy="0"/>
          <a:chOff x="0" y="0"/>
          <a:chExt cx="0" cy="0"/>
        </a:xfrm>
      </p:grpSpPr>
      <p:sp>
        <p:nvSpPr>
          <p:cNvPr id="8" name="Subtitle">
            <a:extLst>
              <a:ext uri="{FF2B5EF4-FFF2-40B4-BE49-F238E27FC236}">
                <a16:creationId xmlns:a16="http://schemas.microsoft.com/office/drawing/2014/main" id="{1F5D0AC9-20E5-44AB-A57F-159FD31A7C3F}"/>
              </a:ext>
            </a:extLst>
          </p:cNvPr>
          <p:cNvSpPr>
            <a:spLocks noGrp="1"/>
          </p:cNvSpPr>
          <p:nvPr>
            <p:ph type="body" sz="quarter" idx="37"/>
          </p:nvPr>
        </p:nvSpPr>
        <p:spPr>
          <a:xfrm>
            <a:off x="225584" y="729086"/>
            <a:ext cx="8532000" cy="246221"/>
          </a:xfrm>
          <a:prstGeom prst="rect">
            <a:avLst/>
          </a:prstGeom>
        </p:spPr>
        <p:txBody>
          <a:bodyPr>
            <a:spAutoFit/>
          </a:bodyPr>
          <a:lstStyle>
            <a:lvl1pPr marL="0" marR="0" indent="0" algn="l" defTabSz="975732" rtl="0" eaLnBrk="1" fontAlgn="auto" latinLnBrk="0" hangingPunct="1">
              <a:lnSpc>
                <a:spcPct val="100000"/>
              </a:lnSpc>
              <a:spcBef>
                <a:spcPts val="0"/>
              </a:spcBef>
              <a:spcAft>
                <a:spcPts val="0"/>
              </a:spcAft>
              <a:buClrTx/>
              <a:buSzTx/>
              <a:buFont typeface="Arial" charset="0"/>
              <a:buNone/>
              <a:tabLst/>
              <a:defRPr sz="1600" b="0">
                <a:solidFill>
                  <a:schemeClr val="tx1"/>
                </a:solidFill>
                <a:latin typeface="Meiryo UI" panose="020B0604030504040204" pitchFamily="50" charset="-128"/>
                <a:ea typeface="Meiryo UI" panose="020B0604030504040204" pitchFamily="50" charset="-128"/>
              </a:defRPr>
            </a:lvl1pPr>
          </a:lstStyle>
          <a:p>
            <a:pPr lvl="0"/>
            <a:r>
              <a:rPr lang="ja-JP" altLang="en-US"/>
              <a:t>マスター テキストの書式設定</a:t>
            </a:r>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p:nvPr>
        </p:nvSpPr>
        <p:spPr>
          <a:xfrm>
            <a:off x="225584" y="87891"/>
            <a:ext cx="8532000" cy="215444"/>
          </a:xfrm>
          <a:prstGeom prst="rect">
            <a:avLst/>
          </a:prstGeom>
        </p:spPr>
        <p:txBody>
          <a:bodyPr anchor="ctr">
            <a:spAutoFit/>
          </a:bodyPr>
          <a:lstStyle>
            <a:lvl1pPr marL="0" marR="0" indent="0" algn="l" defTabSz="975732" rtl="0" eaLnBrk="1" fontAlgn="auto" latinLnBrk="0" hangingPunct="1">
              <a:lnSpc>
                <a:spcPct val="100000"/>
              </a:lnSpc>
              <a:spcBef>
                <a:spcPts val="0"/>
              </a:spcBef>
              <a:spcAft>
                <a:spcPts val="0"/>
              </a:spcAft>
              <a:buClrTx/>
              <a:buSzTx/>
              <a:buFont typeface="Arial" charset="0"/>
              <a:buNone/>
              <a:tabLst/>
              <a:defRPr sz="1400" b="1">
                <a:solidFill>
                  <a:schemeClr val="accent1"/>
                </a:solidFill>
                <a:latin typeface="Meiryo UI" panose="020B0604030504040204" pitchFamily="50" charset="-128"/>
                <a:ea typeface="Meiryo UI" panose="020B0604030504040204" pitchFamily="50" charset="-128"/>
              </a:defRPr>
            </a:lvl1pPr>
          </a:lstStyle>
          <a:p>
            <a:pPr lvl="0"/>
            <a:r>
              <a:rPr lang="ja-JP" altLang="en-US" noProof="0"/>
              <a:t>マスター テキストの書式設定</a:t>
            </a:r>
          </a:p>
        </p:txBody>
      </p:sp>
      <p:sp>
        <p:nvSpPr>
          <p:cNvPr id="10" name="Title 2">
            <a:extLst>
              <a:ext uri="{FF2B5EF4-FFF2-40B4-BE49-F238E27FC236}">
                <a16:creationId xmlns:a16="http://schemas.microsoft.com/office/drawing/2014/main" id="{4F6B60F4-9919-41FE-A603-015DB9F0B9C8}"/>
              </a:ext>
            </a:extLst>
          </p:cNvPr>
          <p:cNvSpPr>
            <a:spLocks noGrp="1"/>
          </p:cNvSpPr>
          <p:nvPr>
            <p:ph type="title"/>
          </p:nvPr>
        </p:nvSpPr>
        <p:spPr>
          <a:xfrm>
            <a:off x="225584" y="369598"/>
            <a:ext cx="8532000" cy="324000"/>
          </a:xfrm>
        </p:spPr>
        <p:txBody>
          <a:bodyPr anchor="b">
            <a:noAutofit/>
          </a:bodyPr>
          <a:lstStyle>
            <a:lvl1pPr>
              <a:lnSpc>
                <a:spcPct val="80000"/>
              </a:lnSpc>
              <a:defRPr sz="2400">
                <a:latin typeface="Meiryo UI" panose="020B0604030504040204" pitchFamily="50" charset="-128"/>
                <a:ea typeface="Meiryo UI" panose="020B0604030504040204" pitchFamily="50" charset="-128"/>
              </a:defRPr>
            </a:lvl1pPr>
          </a:lstStyle>
          <a:p>
            <a:r>
              <a:rPr lang="ja-JP" altLang="en-US"/>
              <a:t>マスター タイトルの書式設定</a:t>
            </a:r>
            <a:endParaRPr lang="en-GB"/>
          </a:p>
        </p:txBody>
      </p:sp>
      <p:sp>
        <p:nvSpPr>
          <p:cNvPr id="7" name="フッター プレースホルダー 4">
            <a:extLst>
              <a:ext uri="{FF2B5EF4-FFF2-40B4-BE49-F238E27FC236}">
                <a16:creationId xmlns:a16="http://schemas.microsoft.com/office/drawing/2014/main" id="{56BCDBD8-4954-4247-9F32-A10FCBF51BEB}"/>
              </a:ext>
            </a:extLst>
          </p:cNvPr>
          <p:cNvSpPr>
            <a:spLocks noGrp="1"/>
          </p:cNvSpPr>
          <p:nvPr>
            <p:ph type="ftr" sz="quarter" idx="38"/>
          </p:nvPr>
        </p:nvSpPr>
        <p:spPr>
          <a:xfrm>
            <a:off x="5765521" y="5043059"/>
            <a:ext cx="3086100" cy="104775"/>
          </a:xfrm>
        </p:spPr>
        <p:txBody>
          <a:bodyPr/>
          <a:lstStyle/>
          <a:p>
            <a:pPr algn="r" defTabSz="514350">
              <a:defRPr/>
            </a:pPr>
            <a:endParaRPr lang="en-GB" sz="450">
              <a:solidFill>
                <a:srgbClr val="000000">
                  <a:alpha val="50000"/>
                </a:srgbClr>
              </a:solidFill>
              <a:latin typeface="Arial"/>
              <a:cs typeface="Arial" panose="020B0604020202020204" pitchFamily="34" charset="0"/>
            </a:endParaRPr>
          </a:p>
        </p:txBody>
      </p:sp>
      <p:sp>
        <p:nvSpPr>
          <p:cNvPr id="4" name="テキスト ボックス 3">
            <a:extLst>
              <a:ext uri="{FF2B5EF4-FFF2-40B4-BE49-F238E27FC236}">
                <a16:creationId xmlns:a16="http://schemas.microsoft.com/office/drawing/2014/main" id="{9297DCD0-4D1B-EC11-D235-9C935D5A3C33}"/>
              </a:ext>
            </a:extLst>
          </p:cNvPr>
          <p:cNvSpPr txBox="1"/>
          <p:nvPr userDrawn="1"/>
        </p:nvSpPr>
        <p:spPr>
          <a:xfrm>
            <a:off x="8768316" y="4914446"/>
            <a:ext cx="299883" cy="179395"/>
          </a:xfrm>
          <a:prstGeom prst="rect">
            <a:avLst/>
          </a:prstGeom>
          <a:noFill/>
        </p:spPr>
        <p:txBody>
          <a:bodyPr wrap="square" lIns="20250" tIns="20250" rIns="20250" bIns="20250" rtlCol="0">
            <a:spAutoFit/>
          </a:bodyPr>
          <a:lstStyle/>
          <a:p>
            <a:pPr algn="ctr"/>
            <a:fld id="{989496C2-B50A-F244-A0A1-E3849033C8B1}" type="slidenum">
              <a:rPr lang="en-GB" altLang="ja-JP" sz="9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900" i="1">
              <a:latin typeface="Meiryo UI" panose="020B0604030504040204" pitchFamily="50" charset="-128"/>
              <a:ea typeface="Meiryo UI" panose="020B0604030504040204" pitchFamily="50" charset="-128"/>
              <a:sym typeface="Meiryo UI" panose="020B0604030504040204" pitchFamily="50" charset="-128"/>
            </a:endParaRPr>
          </a:p>
        </p:txBody>
      </p:sp>
    </p:spTree>
    <p:extLst>
      <p:ext uri="{BB962C8B-B14F-4D97-AF65-F5344CB8AC3E}">
        <p14:creationId xmlns:p14="http://schemas.microsoft.com/office/powerpoint/2010/main" val="243209894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p:bg>
      <p:bgPr>
        <a:solidFill>
          <a:schemeClr val="bg1"/>
        </a:solidFill>
        <a:effectLst/>
      </p:bgPr>
    </p:bg>
    <p:spTree>
      <p:nvGrpSpPr>
        <p:cNvPr id="1" name=""/>
        <p:cNvGrpSpPr/>
        <p:nvPr/>
      </p:nvGrpSpPr>
      <p:grpSpPr>
        <a:xfrm>
          <a:off x="0" y="0"/>
          <a:ext cx="0" cy="0"/>
          <a:chOff x="0" y="0"/>
          <a:chExt cx="0" cy="0"/>
        </a:xfrm>
      </p:grpSpPr>
      <p:sp>
        <p:nvSpPr>
          <p:cNvPr id="12" name="Text Placeholder 32">
            <a:extLst>
              <a:ext uri="{FF2B5EF4-FFF2-40B4-BE49-F238E27FC236}">
                <a16:creationId xmlns:a16="http://schemas.microsoft.com/office/drawing/2014/main" id="{9A1B4E06-7674-44E6-8FF8-E12F70DE8AF2}"/>
              </a:ext>
            </a:extLst>
          </p:cNvPr>
          <p:cNvSpPr>
            <a:spLocks noGrp="1"/>
          </p:cNvSpPr>
          <p:nvPr>
            <p:ph type="body" sz="quarter" idx="10" hasCustomPrompt="1"/>
          </p:nvPr>
        </p:nvSpPr>
        <p:spPr>
          <a:xfrm>
            <a:off x="466564" y="4014582"/>
            <a:ext cx="4969532" cy="285360"/>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1350" b="1" kern="1200" spc="0" baseline="0" dirty="0" smtClean="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1219" b="0" kern="1200" spc="0" baseline="0" dirty="0">
                <a:solidFill>
                  <a:schemeClr val="accent1"/>
                </a:solidFill>
                <a:latin typeface="Arial" pitchFamily="34" charset="0"/>
                <a:ea typeface="Arial" pitchFamily="-105" charset="-52"/>
                <a:cs typeface="Arial" pitchFamily="34" charset="0"/>
              </a:defRPr>
            </a:lvl5pPr>
          </a:lstStyle>
          <a:p>
            <a:pPr lvl="0"/>
            <a:r>
              <a:rPr lang="en-US"/>
              <a:t>YYYY/MM/DD</a:t>
            </a:r>
            <a:r>
              <a:rPr lang="en-US" altLang="ja-JP"/>
              <a:t> (24pt, Bold)</a:t>
            </a:r>
            <a:endParaRPr lang="en-US"/>
          </a:p>
        </p:txBody>
      </p:sp>
      <p:sp>
        <p:nvSpPr>
          <p:cNvPr id="15" name="Title 1">
            <a:extLst>
              <a:ext uri="{FF2B5EF4-FFF2-40B4-BE49-F238E27FC236}">
                <a16:creationId xmlns:a16="http://schemas.microsoft.com/office/drawing/2014/main" id="{ABFDB7CC-3A36-463F-9D3D-3A0E76A1AA44}"/>
              </a:ext>
            </a:extLst>
          </p:cNvPr>
          <p:cNvSpPr>
            <a:spLocks noGrp="1"/>
          </p:cNvSpPr>
          <p:nvPr>
            <p:ph type="ctrTitle" hasCustomPrompt="1"/>
          </p:nvPr>
        </p:nvSpPr>
        <p:spPr>
          <a:xfrm>
            <a:off x="466564" y="1781771"/>
            <a:ext cx="6165975" cy="843987"/>
          </a:xfrm>
          <a:prstGeom prst="rect">
            <a:avLst/>
          </a:prstGeom>
        </p:spPr>
        <p:txBody>
          <a:bodyPr lIns="36000" tIns="36000" rIns="36000" bIns="36000" anchor="t" anchorCtr="0">
            <a:noAutofit/>
          </a:bodyPr>
          <a:lstStyle>
            <a:lvl1pPr marL="0" indent="0" algn="l" rtl="0" eaLnBrk="1" fontAlgn="base" hangingPunct="1">
              <a:lnSpc>
                <a:spcPct val="100000"/>
              </a:lnSpc>
              <a:spcBef>
                <a:spcPct val="0"/>
              </a:spcBef>
              <a:spcAft>
                <a:spcPts val="0"/>
              </a:spcAft>
              <a:buFont typeface="Arial" charset="0"/>
              <a:buNone/>
              <a:defRPr kumimoji="1" lang="en-GB" sz="1800" b="1" kern="1200" spc="0" baseline="0" dirty="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stStyle>
          <a:p>
            <a:pPr marL="0" lvl="0" indent="0" algn="l" rtl="0" eaLnBrk="1" fontAlgn="base" hangingPunct="1">
              <a:lnSpc>
                <a:spcPct val="100000"/>
              </a:lnSpc>
              <a:spcBef>
                <a:spcPct val="0"/>
              </a:spcBef>
              <a:spcAft>
                <a:spcPts val="0"/>
              </a:spcAft>
              <a:buFont typeface="Arial" charset="0"/>
              <a:buNone/>
            </a:pPr>
            <a:r>
              <a:rPr lang="ja-JP" altLang="en-US"/>
              <a:t>プロジェクト名</a:t>
            </a:r>
            <a:r>
              <a:rPr lang="en-US" altLang="ja-JP"/>
              <a:t>(32pt, Bold)</a:t>
            </a:r>
            <a:endParaRPr lang="en-GB"/>
          </a:p>
        </p:txBody>
      </p:sp>
      <p:sp>
        <p:nvSpPr>
          <p:cNvPr id="17" name="Text Placeholder 32">
            <a:extLst>
              <a:ext uri="{FF2B5EF4-FFF2-40B4-BE49-F238E27FC236}">
                <a16:creationId xmlns:a16="http://schemas.microsoft.com/office/drawing/2014/main" id="{414E02E7-3A5E-4E56-BE45-68E91CEAAC4E}"/>
              </a:ext>
            </a:extLst>
          </p:cNvPr>
          <p:cNvSpPr>
            <a:spLocks noGrp="1"/>
          </p:cNvSpPr>
          <p:nvPr>
            <p:ph type="body" sz="quarter" idx="12" hasCustomPrompt="1"/>
          </p:nvPr>
        </p:nvSpPr>
        <p:spPr>
          <a:xfrm>
            <a:off x="466564" y="440568"/>
            <a:ext cx="4969532" cy="331526"/>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1350" b="1" kern="1200" spc="0" baseline="0" dirty="0" smtClean="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1219" b="0" kern="1200" spc="0" baseline="0" dirty="0">
                <a:solidFill>
                  <a:schemeClr val="accent1"/>
                </a:solidFill>
                <a:latin typeface="Arial" pitchFamily="34" charset="0"/>
                <a:ea typeface="Arial" pitchFamily="-105" charset="-52"/>
                <a:cs typeface="Arial" pitchFamily="34" charset="0"/>
              </a:defRPr>
            </a:lvl5pPr>
          </a:lstStyle>
          <a:p>
            <a:pPr lvl="0"/>
            <a:r>
              <a:rPr lang="ja-JP" altLang="en-US"/>
              <a:t>企業名 </a:t>
            </a:r>
            <a:r>
              <a:rPr lang="en-US" altLang="ja-JP"/>
              <a:t>or </a:t>
            </a:r>
            <a:r>
              <a:rPr lang="ja-JP" altLang="en-US"/>
              <a:t>企業ロゴ </a:t>
            </a:r>
            <a:r>
              <a:rPr lang="en-US" altLang="ja-JP"/>
              <a:t>(24pt, Bold)</a:t>
            </a:r>
            <a:endParaRPr lang="en-US"/>
          </a:p>
        </p:txBody>
      </p:sp>
      <p:grpSp>
        <p:nvGrpSpPr>
          <p:cNvPr id="7" name="Group 10">
            <a:extLst>
              <a:ext uri="{FF2B5EF4-FFF2-40B4-BE49-F238E27FC236}">
                <a16:creationId xmlns:a16="http://schemas.microsoft.com/office/drawing/2014/main" id="{7795A621-E21B-4068-8C0C-431393E75FB3}"/>
              </a:ext>
            </a:extLst>
          </p:cNvPr>
          <p:cNvGrpSpPr>
            <a:grpSpLocks noChangeAspect="1"/>
          </p:cNvGrpSpPr>
          <p:nvPr userDrawn="1"/>
        </p:nvGrpSpPr>
        <p:grpSpPr>
          <a:xfrm>
            <a:off x="4910811" y="716646"/>
            <a:ext cx="3979561" cy="3429880"/>
            <a:chOff x="3494539" y="1675327"/>
            <a:chExt cx="1371600" cy="1454950"/>
          </a:xfrm>
        </p:grpSpPr>
        <p:sp>
          <p:nvSpPr>
            <p:cNvPr id="8" name="Freeform 5">
              <a:extLst>
                <a:ext uri="{FF2B5EF4-FFF2-40B4-BE49-F238E27FC236}">
                  <a16:creationId xmlns:a16="http://schemas.microsoft.com/office/drawing/2014/main" id="{3364B04B-A4DC-4696-B400-45BA9DF8B77A}"/>
                </a:ext>
              </a:extLst>
            </p:cNvPr>
            <p:cNvSpPr>
              <a:spLocks/>
            </p:cNvSpPr>
            <p:nvPr/>
          </p:nvSpPr>
          <p:spPr bwMode="auto">
            <a:xfrm>
              <a:off x="3494910" y="2243896"/>
              <a:ext cx="1371229" cy="886381"/>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A100FF"/>
                </a:gs>
                <a:gs pos="100000">
                  <a:srgbClr val="5F009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60">
                <a:solidFill>
                  <a:schemeClr val="lt1"/>
                </a:solidFill>
              </a:endParaRPr>
            </a:p>
          </p:txBody>
        </p:sp>
        <p:sp>
          <p:nvSpPr>
            <p:cNvPr id="9" name="Freeform 6">
              <a:extLst>
                <a:ext uri="{FF2B5EF4-FFF2-40B4-BE49-F238E27FC236}">
                  <a16:creationId xmlns:a16="http://schemas.microsoft.com/office/drawing/2014/main" id="{07038D2D-6F85-452C-999B-603F8D36B83F}"/>
                </a:ext>
              </a:extLst>
            </p:cNvPr>
            <p:cNvSpPr>
              <a:spLocks/>
            </p:cNvSpPr>
            <p:nvPr/>
          </p:nvSpPr>
          <p:spPr bwMode="auto">
            <a:xfrm>
              <a:off x="3494539" y="1675327"/>
              <a:ext cx="1371229" cy="886381"/>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A100FF"/>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760">
                <a:latin typeface="Meiryo UI" panose="020B0604030504040204" pitchFamily="50" charset="-128"/>
              </a:endParaRPr>
            </a:p>
          </p:txBody>
        </p:sp>
      </p:grpSp>
      <p:grpSp>
        <p:nvGrpSpPr>
          <p:cNvPr id="11" name="Group 4">
            <a:extLst>
              <a:ext uri="{FF2B5EF4-FFF2-40B4-BE49-F238E27FC236}">
                <a16:creationId xmlns:a16="http://schemas.microsoft.com/office/drawing/2014/main" id="{432D14EB-EBF3-4AD2-9834-5077C457562B}"/>
              </a:ext>
            </a:extLst>
          </p:cNvPr>
          <p:cNvGrpSpPr>
            <a:grpSpLocks noChangeAspect="1"/>
          </p:cNvGrpSpPr>
          <p:nvPr userDrawn="1"/>
        </p:nvGrpSpPr>
        <p:grpSpPr>
          <a:xfrm>
            <a:off x="6587540" y="4385087"/>
            <a:ext cx="2077715" cy="453118"/>
            <a:chOff x="9563100" y="1673029"/>
            <a:chExt cx="1389888" cy="373063"/>
          </a:xfrm>
        </p:grpSpPr>
        <p:pic>
          <p:nvPicPr>
            <p:cNvPr id="13" name="Picture 5">
              <a:extLst>
                <a:ext uri="{FF2B5EF4-FFF2-40B4-BE49-F238E27FC236}">
                  <a16:creationId xmlns:a16="http://schemas.microsoft.com/office/drawing/2014/main" id="{771E51E6-1FF7-4670-B118-1DC4EF473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14" name="Freeform 5">
              <a:extLst>
                <a:ext uri="{FF2B5EF4-FFF2-40B4-BE49-F238E27FC236}">
                  <a16:creationId xmlns:a16="http://schemas.microsoft.com/office/drawing/2014/main" id="{EBD7567B-5C24-4499-85F8-C4116A8A7153}"/>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760">
                <a:latin typeface="Meiryo UI" panose="020B0604030504040204" pitchFamily="50" charset="-128"/>
              </a:endParaRPr>
            </a:p>
          </p:txBody>
        </p:sp>
      </p:grpSp>
    </p:spTree>
    <p:extLst>
      <p:ext uri="{BB962C8B-B14F-4D97-AF65-F5344CB8AC3E}">
        <p14:creationId xmlns:p14="http://schemas.microsoft.com/office/powerpoint/2010/main" val="2793693057"/>
      </p:ext>
    </p:extLst>
  </p:cSld>
  <p:clrMapOvr>
    <a:masterClrMapping/>
  </p:clrMapOvr>
  <p:extLst>
    <p:ext uri="{DCECCB84-F9BA-43D5-87BE-67443E8EF086}">
      <p15:sldGuideLst xmlns:p15="http://schemas.microsoft.com/office/powerpoint/2012/main">
        <p15:guide id="0" pos="6000">
          <p15:clr>
            <a:srgbClr val="FBAE40"/>
          </p15:clr>
        </p15:guide>
        <p15:guide id="1"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sp>
        <p:nvSpPr>
          <p:cNvPr id="12" name="Text Placeholder 32">
            <a:extLst>
              <a:ext uri="{FF2B5EF4-FFF2-40B4-BE49-F238E27FC236}">
                <a16:creationId xmlns:a16="http://schemas.microsoft.com/office/drawing/2014/main" id="{9A1B4E06-7674-44E6-8FF8-E12F70DE8AF2}"/>
              </a:ext>
            </a:extLst>
          </p:cNvPr>
          <p:cNvSpPr>
            <a:spLocks noGrp="1"/>
          </p:cNvSpPr>
          <p:nvPr>
            <p:ph type="body" sz="quarter" idx="10" hasCustomPrompt="1"/>
          </p:nvPr>
        </p:nvSpPr>
        <p:spPr>
          <a:xfrm>
            <a:off x="466563" y="4014582"/>
            <a:ext cx="4969533" cy="285360"/>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1350" b="1" kern="1200" spc="0" baseline="0" dirty="0" smtClean="0">
                <a:solidFill>
                  <a:schemeClr val="tx1"/>
                </a:solidFill>
                <a:latin typeface="Graphik" panose="020B0503030202060203" pitchFamily="34" charset="0"/>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1219" b="0" kern="1200" spc="0" baseline="0" dirty="0">
                <a:solidFill>
                  <a:schemeClr val="accent1"/>
                </a:solidFill>
                <a:latin typeface="Arial" pitchFamily="34" charset="0"/>
                <a:ea typeface="Arial" pitchFamily="-105" charset="-52"/>
                <a:cs typeface="Arial" pitchFamily="34" charset="0"/>
              </a:defRPr>
            </a:lvl5pPr>
          </a:lstStyle>
          <a:p>
            <a:pPr lvl="0"/>
            <a:r>
              <a:rPr lang="en-US"/>
              <a:t>YYYY/MM/DD</a:t>
            </a:r>
            <a:r>
              <a:rPr lang="en-US" altLang="ja-JP"/>
              <a:t> (24pt, Bold)</a:t>
            </a:r>
            <a:endParaRPr lang="en-US"/>
          </a:p>
        </p:txBody>
      </p:sp>
      <p:sp>
        <p:nvSpPr>
          <p:cNvPr id="15" name="Title 1">
            <a:extLst>
              <a:ext uri="{FF2B5EF4-FFF2-40B4-BE49-F238E27FC236}">
                <a16:creationId xmlns:a16="http://schemas.microsoft.com/office/drawing/2014/main" id="{ABFDB7CC-3A36-463F-9D3D-3A0E76A1AA44}"/>
              </a:ext>
            </a:extLst>
          </p:cNvPr>
          <p:cNvSpPr>
            <a:spLocks noGrp="1"/>
          </p:cNvSpPr>
          <p:nvPr>
            <p:ph type="ctrTitle" hasCustomPrompt="1"/>
          </p:nvPr>
        </p:nvSpPr>
        <p:spPr>
          <a:xfrm>
            <a:off x="466564" y="1781771"/>
            <a:ext cx="6165975" cy="843987"/>
          </a:xfrm>
          <a:prstGeom prst="rect">
            <a:avLst/>
          </a:prstGeom>
        </p:spPr>
        <p:txBody>
          <a:bodyPr lIns="36000" tIns="36000" rIns="36000" bIns="36000" anchor="t" anchorCtr="0">
            <a:noAutofit/>
          </a:bodyPr>
          <a:lstStyle>
            <a:lvl1pPr marL="0" indent="0" algn="l" rtl="0" eaLnBrk="1" fontAlgn="base" hangingPunct="1">
              <a:lnSpc>
                <a:spcPct val="100000"/>
              </a:lnSpc>
              <a:spcBef>
                <a:spcPct val="0"/>
              </a:spcBef>
              <a:spcAft>
                <a:spcPts val="0"/>
              </a:spcAft>
              <a:buFont typeface="Arial" charset="0"/>
              <a:buNone/>
              <a:defRPr kumimoji="1" lang="en-GB" sz="2000" b="1" kern="1200" spc="0" baseline="0" dirty="0">
                <a:solidFill>
                  <a:schemeClr val="tx1"/>
                </a:solidFill>
                <a:latin typeface="Graphik" panose="020B0503030202060203" pitchFamily="34" charset="0"/>
                <a:ea typeface="Meiryo UI" panose="020B0604030504040204" pitchFamily="50" charset="-128"/>
                <a:cs typeface="Arial" pitchFamily="34" charset="0"/>
                <a:sym typeface="Meiryo UI" panose="020B0604030504040204" pitchFamily="50" charset="-128"/>
              </a:defRPr>
            </a:lvl1pPr>
          </a:lstStyle>
          <a:p>
            <a:pPr marL="0" lvl="0" indent="0" algn="l" rtl="0" eaLnBrk="1" fontAlgn="base" hangingPunct="1">
              <a:lnSpc>
                <a:spcPct val="100000"/>
              </a:lnSpc>
              <a:spcBef>
                <a:spcPct val="0"/>
              </a:spcBef>
              <a:spcAft>
                <a:spcPts val="0"/>
              </a:spcAft>
              <a:buFont typeface="Arial" charset="0"/>
              <a:buNone/>
            </a:pPr>
            <a:r>
              <a:rPr lang="en-US" altLang="ja-JP"/>
              <a:t>Project Name (32pt, Bold)</a:t>
            </a:r>
            <a:endParaRPr lang="en-GB"/>
          </a:p>
        </p:txBody>
      </p:sp>
      <p:sp>
        <p:nvSpPr>
          <p:cNvPr id="17" name="Text Placeholder 32">
            <a:extLst>
              <a:ext uri="{FF2B5EF4-FFF2-40B4-BE49-F238E27FC236}">
                <a16:creationId xmlns:a16="http://schemas.microsoft.com/office/drawing/2014/main" id="{414E02E7-3A5E-4E56-BE45-68E91CEAAC4E}"/>
              </a:ext>
            </a:extLst>
          </p:cNvPr>
          <p:cNvSpPr>
            <a:spLocks noGrp="1"/>
          </p:cNvSpPr>
          <p:nvPr>
            <p:ph type="body" sz="quarter" idx="12" hasCustomPrompt="1"/>
          </p:nvPr>
        </p:nvSpPr>
        <p:spPr>
          <a:xfrm>
            <a:off x="466563" y="440568"/>
            <a:ext cx="4969533" cy="331526"/>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1350" b="1" kern="1200" spc="0" baseline="0" dirty="0" smtClean="0">
                <a:solidFill>
                  <a:schemeClr val="tx1"/>
                </a:solidFill>
                <a:latin typeface="Graphik" panose="020B0503030202060203" pitchFamily="34" charset="0"/>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1219" b="0" kern="1200" spc="0" baseline="0" dirty="0">
                <a:solidFill>
                  <a:schemeClr val="accent1"/>
                </a:solidFill>
                <a:latin typeface="Arial" pitchFamily="34" charset="0"/>
                <a:ea typeface="Arial" pitchFamily="-105" charset="-52"/>
                <a:cs typeface="Arial" pitchFamily="34" charset="0"/>
              </a:defRPr>
            </a:lvl5pPr>
          </a:lstStyle>
          <a:p>
            <a:pPr lvl="0"/>
            <a:r>
              <a:rPr lang="en-US" altLang="ja-JP"/>
              <a:t>Company Name or Logo (24pt, Bold)</a:t>
            </a:r>
            <a:endParaRPr lang="en-US"/>
          </a:p>
        </p:txBody>
      </p:sp>
      <p:grpSp>
        <p:nvGrpSpPr>
          <p:cNvPr id="7" name="Group 10">
            <a:extLst>
              <a:ext uri="{FF2B5EF4-FFF2-40B4-BE49-F238E27FC236}">
                <a16:creationId xmlns:a16="http://schemas.microsoft.com/office/drawing/2014/main" id="{7795A621-E21B-4068-8C0C-431393E75FB3}"/>
              </a:ext>
            </a:extLst>
          </p:cNvPr>
          <p:cNvGrpSpPr>
            <a:grpSpLocks noChangeAspect="1"/>
          </p:cNvGrpSpPr>
          <p:nvPr userDrawn="1"/>
        </p:nvGrpSpPr>
        <p:grpSpPr>
          <a:xfrm>
            <a:off x="4910811" y="716646"/>
            <a:ext cx="3979561" cy="3429880"/>
            <a:chOff x="3494539" y="1675327"/>
            <a:chExt cx="1371600" cy="1454950"/>
          </a:xfrm>
        </p:grpSpPr>
        <p:sp>
          <p:nvSpPr>
            <p:cNvPr id="8" name="Freeform 5">
              <a:extLst>
                <a:ext uri="{FF2B5EF4-FFF2-40B4-BE49-F238E27FC236}">
                  <a16:creationId xmlns:a16="http://schemas.microsoft.com/office/drawing/2014/main" id="{3364B04B-A4DC-4696-B400-45BA9DF8B77A}"/>
                </a:ext>
              </a:extLst>
            </p:cNvPr>
            <p:cNvSpPr>
              <a:spLocks/>
            </p:cNvSpPr>
            <p:nvPr/>
          </p:nvSpPr>
          <p:spPr bwMode="auto">
            <a:xfrm>
              <a:off x="3494910" y="2243896"/>
              <a:ext cx="1371229" cy="886381"/>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A100FF"/>
                </a:gs>
                <a:gs pos="100000">
                  <a:srgbClr val="5F009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60">
                <a:solidFill>
                  <a:schemeClr val="lt1"/>
                </a:solidFill>
              </a:endParaRPr>
            </a:p>
          </p:txBody>
        </p:sp>
        <p:sp>
          <p:nvSpPr>
            <p:cNvPr id="9" name="Freeform 6">
              <a:extLst>
                <a:ext uri="{FF2B5EF4-FFF2-40B4-BE49-F238E27FC236}">
                  <a16:creationId xmlns:a16="http://schemas.microsoft.com/office/drawing/2014/main" id="{07038D2D-6F85-452C-999B-603F8D36B83F}"/>
                </a:ext>
              </a:extLst>
            </p:cNvPr>
            <p:cNvSpPr>
              <a:spLocks/>
            </p:cNvSpPr>
            <p:nvPr/>
          </p:nvSpPr>
          <p:spPr bwMode="auto">
            <a:xfrm>
              <a:off x="3494539" y="1675327"/>
              <a:ext cx="1371229" cy="886381"/>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A100FF"/>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760">
                <a:latin typeface="Meiryo UI" panose="020B0604030504040204" pitchFamily="50" charset="-128"/>
              </a:endParaRPr>
            </a:p>
          </p:txBody>
        </p:sp>
      </p:grpSp>
    </p:spTree>
    <p:extLst>
      <p:ext uri="{BB962C8B-B14F-4D97-AF65-F5344CB8AC3E}">
        <p14:creationId xmlns:p14="http://schemas.microsoft.com/office/powerpoint/2010/main" val="1484949799"/>
      </p:ext>
    </p:extLst>
  </p:cSld>
  <p:clrMapOvr>
    <a:masterClrMapping/>
  </p:clrMapOvr>
  <p:extLst>
    <p:ext uri="{DCECCB84-F9BA-43D5-87BE-67443E8EF086}">
      <p15:sldGuideLst xmlns:p15="http://schemas.microsoft.com/office/powerpoint/2012/main">
        <p15:guide id="0" pos="7200">
          <p15:clr>
            <a:srgbClr val="FBAE40"/>
          </p15:clr>
        </p15:guide>
        <p15:guide id="1" pos="460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ubhead (top) and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F05757F-4FA7-2614-5B88-4E49EFEDD40E}"/>
              </a:ext>
            </a:extLst>
          </p:cNvPr>
          <p:cNvGraphicFramePr>
            <a:graphicFrameLocks noChangeAspect="1"/>
          </p:cNvGraphicFramePr>
          <p:nvPr userDrawn="1">
            <p:custDataLst>
              <p:tags r:id="rId1"/>
            </p:custDataLst>
            <p:extLst>
              <p:ext uri="{D42A27DB-BD31-4B8C-83A1-F6EECF244321}">
                <p14:modId xmlns:p14="http://schemas.microsoft.com/office/powerpoint/2010/main" val="2388889263"/>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3" name="think-cell data - do not delete" hidden="1">
                        <a:extLst>
                          <a:ext uri="{FF2B5EF4-FFF2-40B4-BE49-F238E27FC236}">
                            <a16:creationId xmlns:a16="http://schemas.microsoft.com/office/drawing/2014/main" id="{DF05757F-4FA7-2614-5B88-4E49EFEDD40E}"/>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8" name="Subtitle">
            <a:extLst>
              <a:ext uri="{FF2B5EF4-FFF2-40B4-BE49-F238E27FC236}">
                <a16:creationId xmlns:a16="http://schemas.microsoft.com/office/drawing/2014/main" id="{1F5D0AC9-20E5-44AB-A57F-159FD31A7C3F}"/>
              </a:ext>
            </a:extLst>
          </p:cNvPr>
          <p:cNvSpPr>
            <a:spLocks noGrp="1"/>
          </p:cNvSpPr>
          <p:nvPr>
            <p:ph type="body" sz="quarter" idx="37" hasCustomPrompt="1"/>
          </p:nvPr>
        </p:nvSpPr>
        <p:spPr>
          <a:xfrm>
            <a:off x="225584" y="729086"/>
            <a:ext cx="8532000" cy="265457"/>
          </a:xfrm>
          <a:prstGeom prst="rect">
            <a:avLst/>
          </a:prstGeom>
        </p:spPr>
        <p:txBody>
          <a:bodyPr tIns="45720" bIns="45720" anchor="t" anchorCtr="0">
            <a:spAutoFit/>
          </a:bodyPr>
          <a:lstStyle>
            <a:lvl1pPr marL="0" marR="0" indent="0" algn="l" defTabSz="975708" rtl="0" eaLnBrk="1" fontAlgn="auto" latinLnBrk="0" hangingPunct="1">
              <a:lnSpc>
                <a:spcPct val="100000"/>
              </a:lnSpc>
              <a:spcBef>
                <a:spcPts val="0"/>
              </a:spcBef>
              <a:spcAft>
                <a:spcPts val="0"/>
              </a:spcAft>
              <a:buClrTx/>
              <a:buSzTx/>
              <a:buFont typeface="Arial" charset="0"/>
              <a:buNone/>
              <a:tabLst/>
              <a:defRPr sz="1125" b="0">
                <a:solidFill>
                  <a:schemeClr val="tx1"/>
                </a:solidFill>
                <a:latin typeface="Graphik" panose="020B0503030202060203" pitchFamily="34" charset="0"/>
                <a:ea typeface="Meiryo UI" panose="020B0604030504040204" pitchFamily="50" charset="-128"/>
              </a:defRPr>
            </a:lvl1pPr>
          </a:lstStyle>
          <a:p>
            <a:pPr lvl="0"/>
            <a:r>
              <a:rPr lang="en-US" altLang="ja-JP"/>
              <a:t>Sub-Title Formatting</a:t>
            </a:r>
            <a:endParaRPr lang="ja-JP" altLang="en-US"/>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hasCustomPrompt="1"/>
          </p:nvPr>
        </p:nvSpPr>
        <p:spPr>
          <a:xfrm>
            <a:off x="225584" y="34030"/>
            <a:ext cx="8532000" cy="323165"/>
          </a:xfrm>
          <a:prstGeom prst="rect">
            <a:avLst/>
          </a:prstGeom>
        </p:spPr>
        <p:txBody>
          <a:bodyPr anchor="ctr" anchorCtr="0">
            <a:spAutoFit/>
          </a:bodyPr>
          <a:lstStyle>
            <a:lvl1pPr marL="0" marR="0" indent="0" algn="l" defTabSz="975708" rtl="0" eaLnBrk="1" fontAlgn="auto" latinLnBrk="0" hangingPunct="1">
              <a:lnSpc>
                <a:spcPct val="100000"/>
              </a:lnSpc>
              <a:spcBef>
                <a:spcPts val="0"/>
              </a:spcBef>
              <a:spcAft>
                <a:spcPts val="0"/>
              </a:spcAft>
              <a:buClrTx/>
              <a:buSzTx/>
              <a:buFont typeface="Arial" charset="0"/>
              <a:buNone/>
              <a:tabLst/>
              <a:defRPr sz="1500" b="1">
                <a:solidFill>
                  <a:srgbClr val="7030A0"/>
                </a:solidFill>
                <a:latin typeface="Graphik" panose="020B0503030202060203" pitchFamily="34" charset="0"/>
                <a:ea typeface="Meiryo UI" panose="020B0604030504040204" pitchFamily="50" charset="-128"/>
              </a:defRPr>
            </a:lvl1pPr>
          </a:lstStyle>
          <a:p>
            <a:pPr lvl="0"/>
            <a:r>
              <a:rPr lang="en-US" altLang="ja-JP" noProof="0"/>
              <a:t>Master Text Formatting</a:t>
            </a:r>
            <a:endParaRPr lang="ja-JP" altLang="en-US" noProof="0"/>
          </a:p>
        </p:txBody>
      </p:sp>
      <p:sp>
        <p:nvSpPr>
          <p:cNvPr id="10" name="Title 2">
            <a:extLst>
              <a:ext uri="{FF2B5EF4-FFF2-40B4-BE49-F238E27FC236}">
                <a16:creationId xmlns:a16="http://schemas.microsoft.com/office/drawing/2014/main" id="{4F6B60F4-9919-41FE-A603-015DB9F0B9C8}"/>
              </a:ext>
            </a:extLst>
          </p:cNvPr>
          <p:cNvSpPr>
            <a:spLocks noGrp="1"/>
          </p:cNvSpPr>
          <p:nvPr>
            <p:ph type="title" hasCustomPrompt="1"/>
          </p:nvPr>
        </p:nvSpPr>
        <p:spPr>
          <a:xfrm>
            <a:off x="225584" y="369598"/>
            <a:ext cx="8532000" cy="324000"/>
          </a:xfrm>
          <a:prstGeom prst="rect">
            <a:avLst/>
          </a:prstGeom>
        </p:spPr>
        <p:txBody>
          <a:bodyPr vert="horz" anchor="ctr" anchorCtr="0">
            <a:noAutofit/>
          </a:bodyPr>
          <a:lstStyle>
            <a:lvl1pPr>
              <a:lnSpc>
                <a:spcPct val="80000"/>
              </a:lnSpc>
              <a:defRPr sz="2250" b="1">
                <a:latin typeface="Graphik" panose="020B0503030202060203" pitchFamily="34" charset="0"/>
                <a:ea typeface="Meiryo UI" panose="020B0604030504040204" pitchFamily="50" charset="-128"/>
              </a:defRPr>
            </a:lvl1pPr>
          </a:lstStyle>
          <a:p>
            <a:r>
              <a:rPr lang="en-US" altLang="ja-JP"/>
              <a:t>Master Title Formatting</a:t>
            </a:r>
            <a:endParaRPr lang="en-GB"/>
          </a:p>
        </p:txBody>
      </p:sp>
      <p:sp>
        <p:nvSpPr>
          <p:cNvPr id="4" name="テキスト ボックス 3">
            <a:extLst>
              <a:ext uri="{FF2B5EF4-FFF2-40B4-BE49-F238E27FC236}">
                <a16:creationId xmlns:a16="http://schemas.microsoft.com/office/drawing/2014/main" id="{9297DCD0-4D1B-EC11-D235-9C935D5A3C33}"/>
              </a:ext>
            </a:extLst>
          </p:cNvPr>
          <p:cNvSpPr txBox="1"/>
          <p:nvPr userDrawn="1"/>
        </p:nvSpPr>
        <p:spPr>
          <a:xfrm>
            <a:off x="8768317" y="4914446"/>
            <a:ext cx="299883" cy="179395"/>
          </a:xfrm>
          <a:prstGeom prst="rect">
            <a:avLst/>
          </a:prstGeom>
          <a:noFill/>
        </p:spPr>
        <p:txBody>
          <a:bodyPr wrap="square" lIns="20250" tIns="20250" rIns="20250" bIns="20250" rtlCol="0">
            <a:spAutoFit/>
          </a:bodyPr>
          <a:lstStyle/>
          <a:p>
            <a:pPr algn="ctr"/>
            <a:fld id="{989496C2-B50A-F244-A0A1-E3849033C8B1}" type="slidenum">
              <a:rPr lang="en-GB" altLang="ja-JP" sz="9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900" i="1">
              <a:latin typeface="Meiryo UI" panose="020B0604030504040204" pitchFamily="50" charset="-128"/>
              <a:ea typeface="Meiryo UI" panose="020B0604030504040204" pitchFamily="50" charset="-128"/>
              <a:sym typeface="Meiryo UI" panose="020B0604030504040204" pitchFamily="50" charset="-128"/>
            </a:endParaRPr>
          </a:p>
        </p:txBody>
      </p:sp>
    </p:spTree>
    <p:extLst>
      <p:ext uri="{BB962C8B-B14F-4D97-AF65-F5344CB8AC3E}">
        <p14:creationId xmlns:p14="http://schemas.microsoft.com/office/powerpoint/2010/main" val="82822932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sp>
        <p:nvSpPr>
          <p:cNvPr id="12" name="Text Placeholder 32">
            <a:extLst>
              <a:ext uri="{FF2B5EF4-FFF2-40B4-BE49-F238E27FC236}">
                <a16:creationId xmlns:a16="http://schemas.microsoft.com/office/drawing/2014/main" id="{9A1B4E06-7674-44E6-8FF8-E12F70DE8AF2}"/>
              </a:ext>
            </a:extLst>
          </p:cNvPr>
          <p:cNvSpPr>
            <a:spLocks noGrp="1"/>
          </p:cNvSpPr>
          <p:nvPr>
            <p:ph type="body" sz="quarter" idx="10" hasCustomPrompt="1"/>
          </p:nvPr>
        </p:nvSpPr>
        <p:spPr>
          <a:xfrm>
            <a:off x="466564" y="4014582"/>
            <a:ext cx="4969533" cy="285360"/>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1350" b="1" kern="1200" spc="0" baseline="0" dirty="0" smtClean="0">
                <a:solidFill>
                  <a:schemeClr val="tx1"/>
                </a:solidFill>
                <a:latin typeface="Graphik" panose="020B0503030202060203" pitchFamily="34" charset="0"/>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1219" b="0" kern="1200" spc="0" baseline="0" dirty="0">
                <a:solidFill>
                  <a:schemeClr val="accent1"/>
                </a:solidFill>
                <a:latin typeface="Arial" pitchFamily="34" charset="0"/>
                <a:ea typeface="Arial" pitchFamily="-105" charset="-52"/>
                <a:cs typeface="Arial" pitchFamily="34" charset="0"/>
              </a:defRPr>
            </a:lvl5pPr>
          </a:lstStyle>
          <a:p>
            <a:pPr lvl="0"/>
            <a:r>
              <a:rPr lang="en-US"/>
              <a:t>YYYY/MM/DD</a:t>
            </a:r>
            <a:r>
              <a:rPr lang="en-US" altLang="ja-JP"/>
              <a:t> (24pt, Bold)</a:t>
            </a:r>
            <a:endParaRPr lang="en-US"/>
          </a:p>
        </p:txBody>
      </p:sp>
      <p:sp>
        <p:nvSpPr>
          <p:cNvPr id="15" name="Title 1">
            <a:extLst>
              <a:ext uri="{FF2B5EF4-FFF2-40B4-BE49-F238E27FC236}">
                <a16:creationId xmlns:a16="http://schemas.microsoft.com/office/drawing/2014/main" id="{ABFDB7CC-3A36-463F-9D3D-3A0E76A1AA44}"/>
              </a:ext>
            </a:extLst>
          </p:cNvPr>
          <p:cNvSpPr>
            <a:spLocks noGrp="1"/>
          </p:cNvSpPr>
          <p:nvPr>
            <p:ph type="ctrTitle" hasCustomPrompt="1"/>
          </p:nvPr>
        </p:nvSpPr>
        <p:spPr>
          <a:xfrm>
            <a:off x="466565" y="1781771"/>
            <a:ext cx="6165975" cy="843987"/>
          </a:xfrm>
          <a:prstGeom prst="rect">
            <a:avLst/>
          </a:prstGeom>
        </p:spPr>
        <p:txBody>
          <a:bodyPr lIns="36000" tIns="36000" rIns="36000" bIns="36000" anchor="t" anchorCtr="0">
            <a:noAutofit/>
          </a:bodyPr>
          <a:lstStyle>
            <a:lvl1pPr marL="0" indent="0" algn="l" rtl="0" eaLnBrk="1" fontAlgn="base" hangingPunct="1">
              <a:lnSpc>
                <a:spcPct val="100000"/>
              </a:lnSpc>
              <a:spcBef>
                <a:spcPct val="0"/>
              </a:spcBef>
              <a:spcAft>
                <a:spcPts val="0"/>
              </a:spcAft>
              <a:buFont typeface="Arial" charset="0"/>
              <a:buNone/>
              <a:defRPr kumimoji="1" lang="en-GB" sz="2000" b="1" kern="1200" spc="0" baseline="0" dirty="0">
                <a:solidFill>
                  <a:schemeClr val="tx1"/>
                </a:solidFill>
                <a:latin typeface="Graphik" panose="020B0503030202060203" pitchFamily="34" charset="0"/>
                <a:ea typeface="Meiryo UI" panose="020B0604030504040204" pitchFamily="50" charset="-128"/>
                <a:cs typeface="Arial" pitchFamily="34" charset="0"/>
                <a:sym typeface="Meiryo UI" panose="020B0604030504040204" pitchFamily="50" charset="-128"/>
              </a:defRPr>
            </a:lvl1pPr>
          </a:lstStyle>
          <a:p>
            <a:pPr marL="0" lvl="0" indent="0" algn="l" rtl="0" eaLnBrk="1" fontAlgn="base" hangingPunct="1">
              <a:lnSpc>
                <a:spcPct val="100000"/>
              </a:lnSpc>
              <a:spcBef>
                <a:spcPct val="0"/>
              </a:spcBef>
              <a:spcAft>
                <a:spcPts val="0"/>
              </a:spcAft>
              <a:buFont typeface="Arial" charset="0"/>
              <a:buNone/>
            </a:pPr>
            <a:r>
              <a:rPr lang="en-US" altLang="ja-JP"/>
              <a:t>Project Name (32pt, Bold)</a:t>
            </a:r>
            <a:endParaRPr lang="en-GB"/>
          </a:p>
        </p:txBody>
      </p:sp>
      <p:sp>
        <p:nvSpPr>
          <p:cNvPr id="17" name="Text Placeholder 32">
            <a:extLst>
              <a:ext uri="{FF2B5EF4-FFF2-40B4-BE49-F238E27FC236}">
                <a16:creationId xmlns:a16="http://schemas.microsoft.com/office/drawing/2014/main" id="{414E02E7-3A5E-4E56-BE45-68E91CEAAC4E}"/>
              </a:ext>
            </a:extLst>
          </p:cNvPr>
          <p:cNvSpPr>
            <a:spLocks noGrp="1"/>
          </p:cNvSpPr>
          <p:nvPr>
            <p:ph type="body" sz="quarter" idx="12" hasCustomPrompt="1"/>
          </p:nvPr>
        </p:nvSpPr>
        <p:spPr>
          <a:xfrm>
            <a:off x="466564" y="440569"/>
            <a:ext cx="4969533" cy="331526"/>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1350" b="1" kern="1200" spc="0" baseline="0" dirty="0" smtClean="0">
                <a:solidFill>
                  <a:schemeClr val="tx1"/>
                </a:solidFill>
                <a:latin typeface="Graphik" panose="020B0503030202060203" pitchFamily="34" charset="0"/>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1219" b="0" kern="1200" spc="0" baseline="0" dirty="0">
                <a:solidFill>
                  <a:schemeClr val="accent1"/>
                </a:solidFill>
                <a:latin typeface="Arial" pitchFamily="34" charset="0"/>
                <a:ea typeface="Arial" pitchFamily="-105" charset="-52"/>
                <a:cs typeface="Arial" pitchFamily="34" charset="0"/>
              </a:defRPr>
            </a:lvl5pPr>
          </a:lstStyle>
          <a:p>
            <a:pPr lvl="0"/>
            <a:r>
              <a:rPr lang="en-US" altLang="ja-JP"/>
              <a:t>Company Name or Logo (24pt, Bold)</a:t>
            </a:r>
            <a:endParaRPr lang="en-US"/>
          </a:p>
        </p:txBody>
      </p:sp>
      <p:grpSp>
        <p:nvGrpSpPr>
          <p:cNvPr id="7" name="Group 10">
            <a:extLst>
              <a:ext uri="{FF2B5EF4-FFF2-40B4-BE49-F238E27FC236}">
                <a16:creationId xmlns:a16="http://schemas.microsoft.com/office/drawing/2014/main" id="{7795A621-E21B-4068-8C0C-431393E75FB3}"/>
              </a:ext>
            </a:extLst>
          </p:cNvPr>
          <p:cNvGrpSpPr>
            <a:grpSpLocks noChangeAspect="1"/>
          </p:cNvGrpSpPr>
          <p:nvPr userDrawn="1"/>
        </p:nvGrpSpPr>
        <p:grpSpPr>
          <a:xfrm>
            <a:off x="4910812" y="716646"/>
            <a:ext cx="3979561" cy="3429880"/>
            <a:chOff x="3494539" y="1675327"/>
            <a:chExt cx="1371600" cy="1454950"/>
          </a:xfrm>
        </p:grpSpPr>
        <p:sp>
          <p:nvSpPr>
            <p:cNvPr id="8" name="Freeform 5">
              <a:extLst>
                <a:ext uri="{FF2B5EF4-FFF2-40B4-BE49-F238E27FC236}">
                  <a16:creationId xmlns:a16="http://schemas.microsoft.com/office/drawing/2014/main" id="{3364B04B-A4DC-4696-B400-45BA9DF8B77A}"/>
                </a:ext>
              </a:extLst>
            </p:cNvPr>
            <p:cNvSpPr>
              <a:spLocks/>
            </p:cNvSpPr>
            <p:nvPr/>
          </p:nvSpPr>
          <p:spPr bwMode="auto">
            <a:xfrm>
              <a:off x="3494910" y="2243896"/>
              <a:ext cx="1371229" cy="886381"/>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A100FF"/>
                </a:gs>
                <a:gs pos="100000">
                  <a:srgbClr val="5F009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60">
                <a:solidFill>
                  <a:schemeClr val="lt1"/>
                </a:solidFill>
              </a:endParaRPr>
            </a:p>
          </p:txBody>
        </p:sp>
        <p:sp>
          <p:nvSpPr>
            <p:cNvPr id="9" name="Freeform 6">
              <a:extLst>
                <a:ext uri="{FF2B5EF4-FFF2-40B4-BE49-F238E27FC236}">
                  <a16:creationId xmlns:a16="http://schemas.microsoft.com/office/drawing/2014/main" id="{07038D2D-6F85-452C-999B-603F8D36B83F}"/>
                </a:ext>
              </a:extLst>
            </p:cNvPr>
            <p:cNvSpPr>
              <a:spLocks/>
            </p:cNvSpPr>
            <p:nvPr/>
          </p:nvSpPr>
          <p:spPr bwMode="auto">
            <a:xfrm>
              <a:off x="3494539" y="1675327"/>
              <a:ext cx="1371229" cy="886381"/>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A100FF"/>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760">
                <a:latin typeface="Meiryo UI" panose="020B0604030504040204" pitchFamily="50" charset="-128"/>
              </a:endParaRPr>
            </a:p>
          </p:txBody>
        </p:sp>
      </p:grpSp>
    </p:spTree>
    <p:extLst>
      <p:ext uri="{BB962C8B-B14F-4D97-AF65-F5344CB8AC3E}">
        <p14:creationId xmlns:p14="http://schemas.microsoft.com/office/powerpoint/2010/main" val="2211717754"/>
      </p:ext>
    </p:extLst>
  </p:cSld>
  <p:clrMapOvr>
    <a:masterClrMapping/>
  </p:clrMapOvr>
  <p:extLst>
    <p:ext uri="{DCECCB84-F9BA-43D5-87BE-67443E8EF086}">
      <p15:sldGuideLst xmlns:p15="http://schemas.microsoft.com/office/powerpoint/2012/main">
        <p15:guide id="0" pos="7200">
          <p15:clr>
            <a:srgbClr val="FBAE40"/>
          </p15:clr>
        </p15:guide>
        <p15:guide id="1" pos="460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ubhead (top) and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F05757F-4FA7-2614-5B88-4E49EFEDD40E}"/>
              </a:ext>
            </a:extLst>
          </p:cNvPr>
          <p:cNvGraphicFramePr>
            <a:graphicFrameLocks noChangeAspect="1"/>
          </p:cNvGraphicFramePr>
          <p:nvPr userDrawn="1">
            <p:custDataLst>
              <p:tags r:id="rId1"/>
            </p:custDataLst>
            <p:extLst>
              <p:ext uri="{D42A27DB-BD31-4B8C-83A1-F6EECF244321}">
                <p14:modId xmlns:p14="http://schemas.microsoft.com/office/powerpoint/2010/main" val="2388889263"/>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3" name="think-cell data - do not delete" hidden="1">
                        <a:extLst>
                          <a:ext uri="{FF2B5EF4-FFF2-40B4-BE49-F238E27FC236}">
                            <a16:creationId xmlns:a16="http://schemas.microsoft.com/office/drawing/2014/main" id="{DF05757F-4FA7-2614-5B88-4E49EFEDD40E}"/>
                          </a:ext>
                        </a:extLst>
                      </p:cNvPr>
                      <p:cNvPicPr/>
                      <p:nvPr/>
                    </p:nvPicPr>
                    <p:blipFill>
                      <a:blip r:embed="rId4"/>
                      <a:stretch>
                        <a:fillRect/>
                      </a:stretch>
                    </p:blipFill>
                    <p:spPr>
                      <a:xfrm>
                        <a:off x="1590" y="1590"/>
                        <a:ext cx="1588" cy="1588"/>
                      </a:xfrm>
                      <a:prstGeom prst="rect">
                        <a:avLst/>
                      </a:prstGeom>
                    </p:spPr>
                  </p:pic>
                </p:oleObj>
              </mc:Fallback>
            </mc:AlternateContent>
          </a:graphicData>
        </a:graphic>
      </p:graphicFrame>
      <p:sp>
        <p:nvSpPr>
          <p:cNvPr id="8" name="Subtitle">
            <a:extLst>
              <a:ext uri="{FF2B5EF4-FFF2-40B4-BE49-F238E27FC236}">
                <a16:creationId xmlns:a16="http://schemas.microsoft.com/office/drawing/2014/main" id="{1F5D0AC9-20E5-44AB-A57F-159FD31A7C3F}"/>
              </a:ext>
            </a:extLst>
          </p:cNvPr>
          <p:cNvSpPr>
            <a:spLocks noGrp="1"/>
          </p:cNvSpPr>
          <p:nvPr>
            <p:ph type="body" sz="quarter" idx="37" hasCustomPrompt="1"/>
          </p:nvPr>
        </p:nvSpPr>
        <p:spPr>
          <a:xfrm>
            <a:off x="225584" y="729087"/>
            <a:ext cx="8532000" cy="265457"/>
          </a:xfrm>
          <a:prstGeom prst="rect">
            <a:avLst/>
          </a:prstGeom>
        </p:spPr>
        <p:txBody>
          <a:bodyPr tIns="45720" bIns="45720" anchor="t" anchorCtr="0">
            <a:spAutoFit/>
          </a:bodyPr>
          <a:lstStyle>
            <a:lvl1pPr marL="0" marR="0" indent="0" algn="l" defTabSz="975683" rtl="0" eaLnBrk="1" fontAlgn="auto" latinLnBrk="0" hangingPunct="1">
              <a:lnSpc>
                <a:spcPct val="100000"/>
              </a:lnSpc>
              <a:spcBef>
                <a:spcPts val="0"/>
              </a:spcBef>
              <a:spcAft>
                <a:spcPts val="0"/>
              </a:spcAft>
              <a:buClrTx/>
              <a:buSzTx/>
              <a:buFont typeface="Arial" charset="0"/>
              <a:buNone/>
              <a:tabLst/>
              <a:defRPr sz="1125" b="0">
                <a:solidFill>
                  <a:schemeClr val="tx1"/>
                </a:solidFill>
                <a:latin typeface="Graphik" panose="020B0503030202060203" pitchFamily="34" charset="0"/>
                <a:ea typeface="Meiryo UI" panose="020B0604030504040204" pitchFamily="50" charset="-128"/>
              </a:defRPr>
            </a:lvl1pPr>
          </a:lstStyle>
          <a:p>
            <a:pPr lvl="0"/>
            <a:r>
              <a:rPr lang="en-US" altLang="ja-JP"/>
              <a:t>Sub-Title Formatting</a:t>
            </a:r>
            <a:endParaRPr lang="ja-JP" altLang="en-US"/>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hasCustomPrompt="1"/>
          </p:nvPr>
        </p:nvSpPr>
        <p:spPr>
          <a:xfrm>
            <a:off x="225584" y="34030"/>
            <a:ext cx="8532000" cy="323165"/>
          </a:xfrm>
          <a:prstGeom prst="rect">
            <a:avLst/>
          </a:prstGeom>
        </p:spPr>
        <p:txBody>
          <a:bodyPr anchor="ctr" anchorCtr="0">
            <a:spAutoFit/>
          </a:bodyPr>
          <a:lstStyle>
            <a:lvl1pPr marL="0" marR="0" indent="0" algn="l" defTabSz="975683" rtl="0" eaLnBrk="1" fontAlgn="auto" latinLnBrk="0" hangingPunct="1">
              <a:lnSpc>
                <a:spcPct val="100000"/>
              </a:lnSpc>
              <a:spcBef>
                <a:spcPts val="0"/>
              </a:spcBef>
              <a:spcAft>
                <a:spcPts val="0"/>
              </a:spcAft>
              <a:buClrTx/>
              <a:buSzTx/>
              <a:buFont typeface="Arial" charset="0"/>
              <a:buNone/>
              <a:tabLst/>
              <a:defRPr sz="1500" b="1">
                <a:solidFill>
                  <a:srgbClr val="7030A0"/>
                </a:solidFill>
                <a:latin typeface="Graphik" panose="020B0503030202060203" pitchFamily="34" charset="0"/>
                <a:ea typeface="Meiryo UI" panose="020B0604030504040204" pitchFamily="50" charset="-128"/>
              </a:defRPr>
            </a:lvl1pPr>
          </a:lstStyle>
          <a:p>
            <a:pPr lvl="0"/>
            <a:r>
              <a:rPr lang="en-US" altLang="ja-JP" noProof="0"/>
              <a:t>Master Text Formatting</a:t>
            </a:r>
            <a:endParaRPr lang="ja-JP" altLang="en-US" noProof="0"/>
          </a:p>
        </p:txBody>
      </p:sp>
      <p:sp>
        <p:nvSpPr>
          <p:cNvPr id="10" name="Title 2">
            <a:extLst>
              <a:ext uri="{FF2B5EF4-FFF2-40B4-BE49-F238E27FC236}">
                <a16:creationId xmlns:a16="http://schemas.microsoft.com/office/drawing/2014/main" id="{4F6B60F4-9919-41FE-A603-015DB9F0B9C8}"/>
              </a:ext>
            </a:extLst>
          </p:cNvPr>
          <p:cNvSpPr>
            <a:spLocks noGrp="1"/>
          </p:cNvSpPr>
          <p:nvPr>
            <p:ph type="title" hasCustomPrompt="1"/>
          </p:nvPr>
        </p:nvSpPr>
        <p:spPr>
          <a:xfrm>
            <a:off x="225584" y="369598"/>
            <a:ext cx="8532000" cy="324000"/>
          </a:xfrm>
          <a:prstGeom prst="rect">
            <a:avLst/>
          </a:prstGeom>
        </p:spPr>
        <p:txBody>
          <a:bodyPr vert="horz" anchor="ctr" anchorCtr="0">
            <a:noAutofit/>
          </a:bodyPr>
          <a:lstStyle>
            <a:lvl1pPr>
              <a:lnSpc>
                <a:spcPct val="80000"/>
              </a:lnSpc>
              <a:defRPr sz="2250" b="1">
                <a:latin typeface="Graphik" panose="020B0503030202060203" pitchFamily="34" charset="0"/>
                <a:ea typeface="Meiryo UI" panose="020B0604030504040204" pitchFamily="50" charset="-128"/>
              </a:defRPr>
            </a:lvl1pPr>
          </a:lstStyle>
          <a:p>
            <a:r>
              <a:rPr lang="en-US" altLang="ja-JP"/>
              <a:t>Master Title Formatting</a:t>
            </a:r>
            <a:endParaRPr lang="en-GB"/>
          </a:p>
        </p:txBody>
      </p:sp>
      <p:sp>
        <p:nvSpPr>
          <p:cNvPr id="2" name="Rectangle 1">
            <a:extLst>
              <a:ext uri="{FF2B5EF4-FFF2-40B4-BE49-F238E27FC236}">
                <a16:creationId xmlns:a16="http://schemas.microsoft.com/office/drawing/2014/main" id="{9D28B3B4-2522-AACC-94E7-2E31E11D10A8}"/>
              </a:ext>
            </a:extLst>
          </p:cNvPr>
          <p:cNvSpPr/>
          <p:nvPr userDrawn="1"/>
        </p:nvSpPr>
        <p:spPr>
          <a:xfrm>
            <a:off x="-400316" y="0"/>
            <a:ext cx="274320" cy="274320"/>
          </a:xfrm>
          <a:prstGeom prst="rect">
            <a:avLst/>
          </a:prstGeom>
          <a:solidFill>
            <a:srgbClr val="D131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5" name="Rectangle 4">
            <a:extLst>
              <a:ext uri="{FF2B5EF4-FFF2-40B4-BE49-F238E27FC236}">
                <a16:creationId xmlns:a16="http://schemas.microsoft.com/office/drawing/2014/main" id="{7D42BC76-8ED7-7657-99CC-F1AE432B4FDA}"/>
              </a:ext>
            </a:extLst>
          </p:cNvPr>
          <p:cNvSpPr/>
          <p:nvPr userDrawn="1"/>
        </p:nvSpPr>
        <p:spPr>
          <a:xfrm>
            <a:off x="-400316" y="1149568"/>
            <a:ext cx="274320" cy="274320"/>
          </a:xfrm>
          <a:prstGeom prst="rect">
            <a:avLst/>
          </a:prstGeom>
          <a:solidFill>
            <a:srgbClr val="F3BC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6" name="Rectangle 5">
            <a:extLst>
              <a:ext uri="{FF2B5EF4-FFF2-40B4-BE49-F238E27FC236}">
                <a16:creationId xmlns:a16="http://schemas.microsoft.com/office/drawing/2014/main" id="{0CEDFBA7-C06C-1CAD-15A2-3BB91630DD03}"/>
              </a:ext>
            </a:extLst>
          </p:cNvPr>
          <p:cNvSpPr/>
          <p:nvPr userDrawn="1"/>
        </p:nvSpPr>
        <p:spPr>
          <a:xfrm>
            <a:off x="-400316" y="383189"/>
            <a:ext cx="274320" cy="274320"/>
          </a:xfrm>
          <a:prstGeom prst="rect">
            <a:avLst/>
          </a:prstGeom>
          <a:solidFill>
            <a:srgbClr val="5655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7" name="Rectangle 6">
            <a:extLst>
              <a:ext uri="{FF2B5EF4-FFF2-40B4-BE49-F238E27FC236}">
                <a16:creationId xmlns:a16="http://schemas.microsoft.com/office/drawing/2014/main" id="{6B8F74E1-4FB5-50F7-2246-81DCC5BB1CC5}"/>
              </a:ext>
            </a:extLst>
          </p:cNvPr>
          <p:cNvSpPr/>
          <p:nvPr userDrawn="1"/>
        </p:nvSpPr>
        <p:spPr>
          <a:xfrm>
            <a:off x="-400316" y="766378"/>
            <a:ext cx="274320" cy="274320"/>
          </a:xfrm>
          <a:prstGeom prst="rect">
            <a:avLst/>
          </a:prstGeom>
          <a:solidFill>
            <a:srgbClr val="F05A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11" name="Rectangle 10">
            <a:extLst>
              <a:ext uri="{FF2B5EF4-FFF2-40B4-BE49-F238E27FC236}">
                <a16:creationId xmlns:a16="http://schemas.microsoft.com/office/drawing/2014/main" id="{7EB94679-3414-EAAD-B416-DD9D40944C9E}"/>
              </a:ext>
            </a:extLst>
          </p:cNvPr>
          <p:cNvSpPr/>
          <p:nvPr userDrawn="1"/>
        </p:nvSpPr>
        <p:spPr>
          <a:xfrm>
            <a:off x="-400316" y="1532757"/>
            <a:ext cx="274320" cy="2743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Tree>
    <p:extLst>
      <p:ext uri="{BB962C8B-B14F-4D97-AF65-F5344CB8AC3E}">
        <p14:creationId xmlns:p14="http://schemas.microsoft.com/office/powerpoint/2010/main" val="307790154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Subhead (top) and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F05757F-4FA7-2614-5B88-4E49EFEDD40E}"/>
              </a:ext>
            </a:extLst>
          </p:cNvPr>
          <p:cNvGraphicFramePr>
            <a:graphicFrameLocks noChangeAspect="1"/>
          </p:cNvGraphicFramePr>
          <p:nvPr userDrawn="1">
            <p:custDataLst>
              <p:tags r:id="rId1"/>
            </p:custDataLst>
            <p:extLst>
              <p:ext uri="{D42A27DB-BD31-4B8C-83A1-F6EECF244321}">
                <p14:modId xmlns:p14="http://schemas.microsoft.com/office/powerpoint/2010/main" val="2388889263"/>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3" name="think-cell data - do not delete" hidden="1">
                        <a:extLst>
                          <a:ext uri="{FF2B5EF4-FFF2-40B4-BE49-F238E27FC236}">
                            <a16:creationId xmlns:a16="http://schemas.microsoft.com/office/drawing/2014/main" id="{DF05757F-4FA7-2614-5B88-4E49EFEDD40E}"/>
                          </a:ext>
                        </a:extLst>
                      </p:cNvPr>
                      <p:cNvPicPr/>
                      <p:nvPr/>
                    </p:nvPicPr>
                    <p:blipFill>
                      <a:blip r:embed="rId4"/>
                      <a:stretch>
                        <a:fillRect/>
                      </a:stretch>
                    </p:blipFill>
                    <p:spPr>
                      <a:xfrm>
                        <a:off x="1590" y="1590"/>
                        <a:ext cx="1588" cy="1588"/>
                      </a:xfrm>
                      <a:prstGeom prst="rect">
                        <a:avLst/>
                      </a:prstGeom>
                    </p:spPr>
                  </p:pic>
                </p:oleObj>
              </mc:Fallback>
            </mc:AlternateContent>
          </a:graphicData>
        </a:graphic>
      </p:graphicFrame>
      <p:sp>
        <p:nvSpPr>
          <p:cNvPr id="8" name="Subtitle">
            <a:extLst>
              <a:ext uri="{FF2B5EF4-FFF2-40B4-BE49-F238E27FC236}">
                <a16:creationId xmlns:a16="http://schemas.microsoft.com/office/drawing/2014/main" id="{1F5D0AC9-20E5-44AB-A57F-159FD31A7C3F}"/>
              </a:ext>
            </a:extLst>
          </p:cNvPr>
          <p:cNvSpPr>
            <a:spLocks noGrp="1"/>
          </p:cNvSpPr>
          <p:nvPr>
            <p:ph type="body" sz="quarter" idx="37" hasCustomPrompt="1"/>
          </p:nvPr>
        </p:nvSpPr>
        <p:spPr>
          <a:xfrm>
            <a:off x="225584" y="729087"/>
            <a:ext cx="8532000" cy="265457"/>
          </a:xfrm>
          <a:prstGeom prst="rect">
            <a:avLst/>
          </a:prstGeom>
        </p:spPr>
        <p:txBody>
          <a:bodyPr tIns="45720" bIns="45720" anchor="t" anchorCtr="0">
            <a:spAutoFit/>
          </a:bodyPr>
          <a:lstStyle>
            <a:lvl1pPr marL="0" marR="0" indent="0" algn="l" defTabSz="975683" rtl="0" eaLnBrk="1" fontAlgn="auto" latinLnBrk="0" hangingPunct="1">
              <a:lnSpc>
                <a:spcPct val="100000"/>
              </a:lnSpc>
              <a:spcBef>
                <a:spcPts val="0"/>
              </a:spcBef>
              <a:spcAft>
                <a:spcPts val="0"/>
              </a:spcAft>
              <a:buClrTx/>
              <a:buSzTx/>
              <a:buFont typeface="Arial" charset="0"/>
              <a:buNone/>
              <a:tabLst/>
              <a:defRPr sz="1125" b="0">
                <a:solidFill>
                  <a:schemeClr val="tx1"/>
                </a:solidFill>
                <a:latin typeface="Graphik" panose="020B0503030202060203" pitchFamily="34" charset="0"/>
                <a:ea typeface="Meiryo UI" panose="020B0604030504040204" pitchFamily="50" charset="-128"/>
              </a:defRPr>
            </a:lvl1pPr>
          </a:lstStyle>
          <a:p>
            <a:pPr lvl="0"/>
            <a:r>
              <a:rPr lang="en-US" altLang="ja-JP"/>
              <a:t>Sub-Title Formatting</a:t>
            </a:r>
            <a:endParaRPr lang="ja-JP" altLang="en-US"/>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hasCustomPrompt="1"/>
          </p:nvPr>
        </p:nvSpPr>
        <p:spPr>
          <a:xfrm>
            <a:off x="225584" y="34030"/>
            <a:ext cx="8532000" cy="323165"/>
          </a:xfrm>
          <a:prstGeom prst="rect">
            <a:avLst/>
          </a:prstGeom>
        </p:spPr>
        <p:txBody>
          <a:bodyPr anchor="ctr" anchorCtr="0">
            <a:spAutoFit/>
          </a:bodyPr>
          <a:lstStyle>
            <a:lvl1pPr marL="0" marR="0" indent="0" algn="l" defTabSz="975683" rtl="0" eaLnBrk="1" fontAlgn="auto" latinLnBrk="0" hangingPunct="1">
              <a:lnSpc>
                <a:spcPct val="100000"/>
              </a:lnSpc>
              <a:spcBef>
                <a:spcPts val="0"/>
              </a:spcBef>
              <a:spcAft>
                <a:spcPts val="0"/>
              </a:spcAft>
              <a:buClrTx/>
              <a:buSzTx/>
              <a:buFont typeface="Arial" charset="0"/>
              <a:buNone/>
              <a:tabLst/>
              <a:defRPr sz="1500" b="1">
                <a:solidFill>
                  <a:srgbClr val="7030A0"/>
                </a:solidFill>
                <a:latin typeface="Graphik" panose="020B0503030202060203" pitchFamily="34" charset="0"/>
                <a:ea typeface="Meiryo UI" panose="020B0604030504040204" pitchFamily="50" charset="-128"/>
              </a:defRPr>
            </a:lvl1pPr>
          </a:lstStyle>
          <a:p>
            <a:pPr lvl="0"/>
            <a:r>
              <a:rPr lang="en-US" altLang="ja-JP" noProof="0"/>
              <a:t>Master Text Formatting</a:t>
            </a:r>
            <a:endParaRPr lang="ja-JP" altLang="en-US" noProof="0"/>
          </a:p>
        </p:txBody>
      </p:sp>
      <p:sp>
        <p:nvSpPr>
          <p:cNvPr id="10" name="Title 2">
            <a:extLst>
              <a:ext uri="{FF2B5EF4-FFF2-40B4-BE49-F238E27FC236}">
                <a16:creationId xmlns:a16="http://schemas.microsoft.com/office/drawing/2014/main" id="{4F6B60F4-9919-41FE-A603-015DB9F0B9C8}"/>
              </a:ext>
            </a:extLst>
          </p:cNvPr>
          <p:cNvSpPr>
            <a:spLocks noGrp="1"/>
          </p:cNvSpPr>
          <p:nvPr>
            <p:ph type="title" hasCustomPrompt="1"/>
          </p:nvPr>
        </p:nvSpPr>
        <p:spPr>
          <a:xfrm>
            <a:off x="225584" y="369598"/>
            <a:ext cx="8532000" cy="324000"/>
          </a:xfrm>
          <a:prstGeom prst="rect">
            <a:avLst/>
          </a:prstGeom>
        </p:spPr>
        <p:txBody>
          <a:bodyPr vert="horz" anchor="ctr" anchorCtr="0">
            <a:noAutofit/>
          </a:bodyPr>
          <a:lstStyle>
            <a:lvl1pPr>
              <a:lnSpc>
                <a:spcPct val="80000"/>
              </a:lnSpc>
              <a:defRPr sz="2250" b="1">
                <a:latin typeface="Graphik" panose="020B0503030202060203" pitchFamily="34" charset="0"/>
                <a:ea typeface="Meiryo UI" panose="020B0604030504040204" pitchFamily="50" charset="-128"/>
              </a:defRPr>
            </a:lvl1pPr>
          </a:lstStyle>
          <a:p>
            <a:r>
              <a:rPr lang="en-US" altLang="ja-JP"/>
              <a:t>Master Title Formatting</a:t>
            </a:r>
            <a:endParaRPr lang="en-GB"/>
          </a:p>
        </p:txBody>
      </p:sp>
    </p:spTree>
    <p:extLst>
      <p:ext uri="{BB962C8B-B14F-4D97-AF65-F5344CB8AC3E}">
        <p14:creationId xmlns:p14="http://schemas.microsoft.com/office/powerpoint/2010/main" val="162096336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Subhead (top) and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F05757F-4FA7-2614-5B88-4E49EFEDD40E}"/>
              </a:ext>
            </a:extLst>
          </p:cNvPr>
          <p:cNvGraphicFramePr>
            <a:graphicFrameLocks noChangeAspect="1"/>
          </p:cNvGraphicFramePr>
          <p:nvPr userDrawn="1">
            <p:custDataLst>
              <p:tags r:id="rId1"/>
            </p:custDataLst>
            <p:extLst>
              <p:ext uri="{D42A27DB-BD31-4B8C-83A1-F6EECF244321}">
                <p14:modId xmlns:p14="http://schemas.microsoft.com/office/powerpoint/2010/main" val="2388889263"/>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3" name="think-cell data - do not delete" hidden="1">
                        <a:extLst>
                          <a:ext uri="{FF2B5EF4-FFF2-40B4-BE49-F238E27FC236}">
                            <a16:creationId xmlns:a16="http://schemas.microsoft.com/office/drawing/2014/main" id="{DF05757F-4FA7-2614-5B88-4E49EFEDD40E}"/>
                          </a:ext>
                        </a:extLst>
                      </p:cNvPr>
                      <p:cNvPicPr/>
                      <p:nvPr/>
                    </p:nvPicPr>
                    <p:blipFill>
                      <a:blip r:embed="rId4"/>
                      <a:stretch>
                        <a:fillRect/>
                      </a:stretch>
                    </p:blipFill>
                    <p:spPr>
                      <a:xfrm>
                        <a:off x="1590" y="1590"/>
                        <a:ext cx="1588" cy="1588"/>
                      </a:xfrm>
                      <a:prstGeom prst="rect">
                        <a:avLst/>
                      </a:prstGeom>
                    </p:spPr>
                  </p:pic>
                </p:oleObj>
              </mc:Fallback>
            </mc:AlternateContent>
          </a:graphicData>
        </a:graphic>
      </p:graphicFrame>
      <p:sp>
        <p:nvSpPr>
          <p:cNvPr id="8" name="Subtitle">
            <a:extLst>
              <a:ext uri="{FF2B5EF4-FFF2-40B4-BE49-F238E27FC236}">
                <a16:creationId xmlns:a16="http://schemas.microsoft.com/office/drawing/2014/main" id="{1F5D0AC9-20E5-44AB-A57F-159FD31A7C3F}"/>
              </a:ext>
            </a:extLst>
          </p:cNvPr>
          <p:cNvSpPr>
            <a:spLocks noGrp="1"/>
          </p:cNvSpPr>
          <p:nvPr>
            <p:ph type="body" sz="quarter" idx="37" hasCustomPrompt="1"/>
          </p:nvPr>
        </p:nvSpPr>
        <p:spPr>
          <a:xfrm>
            <a:off x="225584" y="729088"/>
            <a:ext cx="8532000" cy="265457"/>
          </a:xfrm>
          <a:prstGeom prst="rect">
            <a:avLst/>
          </a:prstGeom>
        </p:spPr>
        <p:txBody>
          <a:bodyPr tIns="45720" bIns="45720" anchor="t" anchorCtr="0">
            <a:spAutoFit/>
          </a:bodyPr>
          <a:lstStyle>
            <a:lvl1pPr marL="0" marR="0" indent="0" algn="l" defTabSz="975659" rtl="0" eaLnBrk="1" fontAlgn="auto" latinLnBrk="0" hangingPunct="1">
              <a:lnSpc>
                <a:spcPct val="100000"/>
              </a:lnSpc>
              <a:spcBef>
                <a:spcPts val="0"/>
              </a:spcBef>
              <a:spcAft>
                <a:spcPts val="0"/>
              </a:spcAft>
              <a:buClrTx/>
              <a:buSzTx/>
              <a:buFont typeface="Arial" charset="0"/>
              <a:buNone/>
              <a:tabLst/>
              <a:defRPr sz="1125" b="0">
                <a:solidFill>
                  <a:schemeClr val="tx1"/>
                </a:solidFill>
                <a:latin typeface="Graphik" panose="020B0503030202060203" pitchFamily="34" charset="0"/>
                <a:ea typeface="Meiryo UI" panose="020B0604030504040204" pitchFamily="50" charset="-128"/>
              </a:defRPr>
            </a:lvl1pPr>
          </a:lstStyle>
          <a:p>
            <a:pPr lvl="0"/>
            <a:r>
              <a:rPr lang="en-US" altLang="ja-JP"/>
              <a:t>Sub-Title Formatting</a:t>
            </a:r>
            <a:endParaRPr lang="ja-JP" altLang="en-US"/>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hasCustomPrompt="1"/>
          </p:nvPr>
        </p:nvSpPr>
        <p:spPr>
          <a:xfrm>
            <a:off x="225584" y="34030"/>
            <a:ext cx="8532000" cy="323165"/>
          </a:xfrm>
          <a:prstGeom prst="rect">
            <a:avLst/>
          </a:prstGeom>
        </p:spPr>
        <p:txBody>
          <a:bodyPr anchor="ctr" anchorCtr="0">
            <a:spAutoFit/>
          </a:bodyPr>
          <a:lstStyle>
            <a:lvl1pPr marL="0" marR="0" indent="0" algn="l" defTabSz="975659" rtl="0" eaLnBrk="1" fontAlgn="auto" latinLnBrk="0" hangingPunct="1">
              <a:lnSpc>
                <a:spcPct val="100000"/>
              </a:lnSpc>
              <a:spcBef>
                <a:spcPts val="0"/>
              </a:spcBef>
              <a:spcAft>
                <a:spcPts val="0"/>
              </a:spcAft>
              <a:buClrTx/>
              <a:buSzTx/>
              <a:buFont typeface="Arial" charset="0"/>
              <a:buNone/>
              <a:tabLst/>
              <a:defRPr sz="1500" b="1">
                <a:solidFill>
                  <a:srgbClr val="7030A0"/>
                </a:solidFill>
                <a:latin typeface="Graphik" panose="020B0503030202060203" pitchFamily="34" charset="0"/>
                <a:ea typeface="Meiryo UI" panose="020B0604030504040204" pitchFamily="50" charset="-128"/>
              </a:defRPr>
            </a:lvl1pPr>
          </a:lstStyle>
          <a:p>
            <a:pPr lvl="0"/>
            <a:r>
              <a:rPr lang="en-US" altLang="ja-JP" noProof="0"/>
              <a:t>Master Text Formatting</a:t>
            </a:r>
            <a:endParaRPr lang="ja-JP" altLang="en-US" noProof="0"/>
          </a:p>
        </p:txBody>
      </p:sp>
      <p:sp>
        <p:nvSpPr>
          <p:cNvPr id="10" name="Title 2">
            <a:extLst>
              <a:ext uri="{FF2B5EF4-FFF2-40B4-BE49-F238E27FC236}">
                <a16:creationId xmlns:a16="http://schemas.microsoft.com/office/drawing/2014/main" id="{4F6B60F4-9919-41FE-A603-015DB9F0B9C8}"/>
              </a:ext>
            </a:extLst>
          </p:cNvPr>
          <p:cNvSpPr>
            <a:spLocks noGrp="1"/>
          </p:cNvSpPr>
          <p:nvPr>
            <p:ph type="title" hasCustomPrompt="1"/>
          </p:nvPr>
        </p:nvSpPr>
        <p:spPr>
          <a:xfrm>
            <a:off x="225584" y="369598"/>
            <a:ext cx="8532000" cy="324000"/>
          </a:xfrm>
          <a:prstGeom prst="rect">
            <a:avLst/>
          </a:prstGeom>
        </p:spPr>
        <p:txBody>
          <a:bodyPr vert="horz" anchor="ctr" anchorCtr="0">
            <a:noAutofit/>
          </a:bodyPr>
          <a:lstStyle>
            <a:lvl1pPr>
              <a:lnSpc>
                <a:spcPct val="80000"/>
              </a:lnSpc>
              <a:defRPr sz="2250" b="1">
                <a:latin typeface="Graphik" panose="020B0503030202060203" pitchFamily="34" charset="0"/>
                <a:ea typeface="Meiryo UI" panose="020B0604030504040204" pitchFamily="50" charset="-128"/>
              </a:defRPr>
            </a:lvl1pPr>
          </a:lstStyle>
          <a:p>
            <a:r>
              <a:rPr lang="en-US" altLang="ja-JP"/>
              <a:t>Master Title Formatting</a:t>
            </a:r>
            <a:endParaRPr lang="en-GB"/>
          </a:p>
        </p:txBody>
      </p:sp>
      <p:sp>
        <p:nvSpPr>
          <p:cNvPr id="2" name="Rectangle 1">
            <a:extLst>
              <a:ext uri="{FF2B5EF4-FFF2-40B4-BE49-F238E27FC236}">
                <a16:creationId xmlns:a16="http://schemas.microsoft.com/office/drawing/2014/main" id="{9D28B3B4-2522-AACC-94E7-2E31E11D10A8}"/>
              </a:ext>
            </a:extLst>
          </p:cNvPr>
          <p:cNvSpPr/>
          <p:nvPr userDrawn="1"/>
        </p:nvSpPr>
        <p:spPr>
          <a:xfrm>
            <a:off x="-400316" y="0"/>
            <a:ext cx="274320" cy="274320"/>
          </a:xfrm>
          <a:prstGeom prst="rect">
            <a:avLst/>
          </a:prstGeom>
          <a:solidFill>
            <a:srgbClr val="D131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5" name="Rectangle 4">
            <a:extLst>
              <a:ext uri="{FF2B5EF4-FFF2-40B4-BE49-F238E27FC236}">
                <a16:creationId xmlns:a16="http://schemas.microsoft.com/office/drawing/2014/main" id="{7D42BC76-8ED7-7657-99CC-F1AE432B4FDA}"/>
              </a:ext>
            </a:extLst>
          </p:cNvPr>
          <p:cNvSpPr/>
          <p:nvPr userDrawn="1"/>
        </p:nvSpPr>
        <p:spPr>
          <a:xfrm>
            <a:off x="-400316" y="1149568"/>
            <a:ext cx="274320" cy="274320"/>
          </a:xfrm>
          <a:prstGeom prst="rect">
            <a:avLst/>
          </a:prstGeom>
          <a:solidFill>
            <a:srgbClr val="F3BC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6" name="Rectangle 5">
            <a:extLst>
              <a:ext uri="{FF2B5EF4-FFF2-40B4-BE49-F238E27FC236}">
                <a16:creationId xmlns:a16="http://schemas.microsoft.com/office/drawing/2014/main" id="{0CEDFBA7-C06C-1CAD-15A2-3BB91630DD03}"/>
              </a:ext>
            </a:extLst>
          </p:cNvPr>
          <p:cNvSpPr/>
          <p:nvPr userDrawn="1"/>
        </p:nvSpPr>
        <p:spPr>
          <a:xfrm>
            <a:off x="-400316" y="383189"/>
            <a:ext cx="274320" cy="274320"/>
          </a:xfrm>
          <a:prstGeom prst="rect">
            <a:avLst/>
          </a:prstGeom>
          <a:solidFill>
            <a:srgbClr val="5655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7" name="Rectangle 6">
            <a:extLst>
              <a:ext uri="{FF2B5EF4-FFF2-40B4-BE49-F238E27FC236}">
                <a16:creationId xmlns:a16="http://schemas.microsoft.com/office/drawing/2014/main" id="{6B8F74E1-4FB5-50F7-2246-81DCC5BB1CC5}"/>
              </a:ext>
            </a:extLst>
          </p:cNvPr>
          <p:cNvSpPr/>
          <p:nvPr userDrawn="1"/>
        </p:nvSpPr>
        <p:spPr>
          <a:xfrm>
            <a:off x="-400316" y="766378"/>
            <a:ext cx="274320" cy="274320"/>
          </a:xfrm>
          <a:prstGeom prst="rect">
            <a:avLst/>
          </a:prstGeom>
          <a:solidFill>
            <a:srgbClr val="F05A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11" name="Rectangle 10">
            <a:extLst>
              <a:ext uri="{FF2B5EF4-FFF2-40B4-BE49-F238E27FC236}">
                <a16:creationId xmlns:a16="http://schemas.microsoft.com/office/drawing/2014/main" id="{7EB94679-3414-EAAD-B416-DD9D40944C9E}"/>
              </a:ext>
            </a:extLst>
          </p:cNvPr>
          <p:cNvSpPr/>
          <p:nvPr userDrawn="1"/>
        </p:nvSpPr>
        <p:spPr>
          <a:xfrm>
            <a:off x="-400316" y="1532757"/>
            <a:ext cx="274320" cy="2743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Tree>
    <p:extLst>
      <p:ext uri="{BB962C8B-B14F-4D97-AF65-F5344CB8AC3E}">
        <p14:creationId xmlns:p14="http://schemas.microsoft.com/office/powerpoint/2010/main" val="85447408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sp>
        <p:nvSpPr>
          <p:cNvPr id="12" name="Text Placeholder 32">
            <a:extLst>
              <a:ext uri="{FF2B5EF4-FFF2-40B4-BE49-F238E27FC236}">
                <a16:creationId xmlns:a16="http://schemas.microsoft.com/office/drawing/2014/main" id="{9A1B4E06-7674-44E6-8FF8-E12F70DE8AF2}"/>
              </a:ext>
            </a:extLst>
          </p:cNvPr>
          <p:cNvSpPr>
            <a:spLocks noGrp="1"/>
          </p:cNvSpPr>
          <p:nvPr>
            <p:ph type="body" sz="quarter" idx="10" hasCustomPrompt="1"/>
          </p:nvPr>
        </p:nvSpPr>
        <p:spPr>
          <a:xfrm>
            <a:off x="466564" y="4014582"/>
            <a:ext cx="4969533" cy="285360"/>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1350" b="1" kern="1200" spc="0" baseline="0" dirty="0" smtClean="0">
                <a:solidFill>
                  <a:schemeClr val="tx1"/>
                </a:solidFill>
                <a:latin typeface="Graphik" panose="020B0503030202060203" pitchFamily="34" charset="0"/>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1219" b="0" kern="1200" spc="0" baseline="0" dirty="0">
                <a:solidFill>
                  <a:schemeClr val="accent1"/>
                </a:solidFill>
                <a:latin typeface="Arial" pitchFamily="34" charset="0"/>
                <a:ea typeface="Arial" pitchFamily="-105" charset="-52"/>
                <a:cs typeface="Arial" pitchFamily="34" charset="0"/>
              </a:defRPr>
            </a:lvl5pPr>
          </a:lstStyle>
          <a:p>
            <a:pPr lvl="0"/>
            <a:r>
              <a:rPr lang="en-US"/>
              <a:t>YYYY/MM/DD</a:t>
            </a:r>
            <a:r>
              <a:rPr lang="en-US" altLang="ja-JP"/>
              <a:t> (24pt, Bold)</a:t>
            </a:r>
            <a:endParaRPr lang="en-US"/>
          </a:p>
        </p:txBody>
      </p:sp>
      <p:sp>
        <p:nvSpPr>
          <p:cNvPr id="15" name="Title 1">
            <a:extLst>
              <a:ext uri="{FF2B5EF4-FFF2-40B4-BE49-F238E27FC236}">
                <a16:creationId xmlns:a16="http://schemas.microsoft.com/office/drawing/2014/main" id="{ABFDB7CC-3A36-463F-9D3D-3A0E76A1AA44}"/>
              </a:ext>
            </a:extLst>
          </p:cNvPr>
          <p:cNvSpPr>
            <a:spLocks noGrp="1"/>
          </p:cNvSpPr>
          <p:nvPr>
            <p:ph type="ctrTitle" hasCustomPrompt="1"/>
          </p:nvPr>
        </p:nvSpPr>
        <p:spPr>
          <a:xfrm>
            <a:off x="466565" y="1781771"/>
            <a:ext cx="6165975" cy="843987"/>
          </a:xfrm>
          <a:prstGeom prst="rect">
            <a:avLst/>
          </a:prstGeom>
        </p:spPr>
        <p:txBody>
          <a:bodyPr lIns="36000" tIns="36000" rIns="36000" bIns="36000" anchor="t" anchorCtr="0">
            <a:noAutofit/>
          </a:bodyPr>
          <a:lstStyle>
            <a:lvl1pPr marL="0" indent="0" algn="l" rtl="0" eaLnBrk="1" fontAlgn="base" hangingPunct="1">
              <a:lnSpc>
                <a:spcPct val="100000"/>
              </a:lnSpc>
              <a:spcBef>
                <a:spcPct val="0"/>
              </a:spcBef>
              <a:spcAft>
                <a:spcPts val="0"/>
              </a:spcAft>
              <a:buFont typeface="Arial" charset="0"/>
              <a:buNone/>
              <a:defRPr kumimoji="1" lang="en-GB" sz="2000" b="1" kern="1200" spc="0" baseline="0" dirty="0">
                <a:solidFill>
                  <a:schemeClr val="tx1"/>
                </a:solidFill>
                <a:latin typeface="Graphik" panose="020B0503030202060203" pitchFamily="34" charset="0"/>
                <a:ea typeface="Meiryo UI" panose="020B0604030504040204" pitchFamily="50" charset="-128"/>
                <a:cs typeface="Arial" pitchFamily="34" charset="0"/>
                <a:sym typeface="Meiryo UI" panose="020B0604030504040204" pitchFamily="50" charset="-128"/>
              </a:defRPr>
            </a:lvl1pPr>
          </a:lstStyle>
          <a:p>
            <a:pPr marL="0" lvl="0" indent="0" algn="l" rtl="0" eaLnBrk="1" fontAlgn="base" hangingPunct="1">
              <a:lnSpc>
                <a:spcPct val="100000"/>
              </a:lnSpc>
              <a:spcBef>
                <a:spcPct val="0"/>
              </a:spcBef>
              <a:spcAft>
                <a:spcPts val="0"/>
              </a:spcAft>
              <a:buFont typeface="Arial" charset="0"/>
              <a:buNone/>
            </a:pPr>
            <a:r>
              <a:rPr lang="en-US" altLang="ja-JP"/>
              <a:t>Project Name (32pt, Bold)</a:t>
            </a:r>
            <a:endParaRPr lang="en-GB"/>
          </a:p>
        </p:txBody>
      </p:sp>
      <p:sp>
        <p:nvSpPr>
          <p:cNvPr id="17" name="Text Placeholder 32">
            <a:extLst>
              <a:ext uri="{FF2B5EF4-FFF2-40B4-BE49-F238E27FC236}">
                <a16:creationId xmlns:a16="http://schemas.microsoft.com/office/drawing/2014/main" id="{414E02E7-3A5E-4E56-BE45-68E91CEAAC4E}"/>
              </a:ext>
            </a:extLst>
          </p:cNvPr>
          <p:cNvSpPr>
            <a:spLocks noGrp="1"/>
          </p:cNvSpPr>
          <p:nvPr>
            <p:ph type="body" sz="quarter" idx="12" hasCustomPrompt="1"/>
          </p:nvPr>
        </p:nvSpPr>
        <p:spPr>
          <a:xfrm>
            <a:off x="466564" y="440569"/>
            <a:ext cx="4969533" cy="331526"/>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1350" b="1" kern="1200" spc="0" baseline="0" dirty="0" smtClean="0">
                <a:solidFill>
                  <a:schemeClr val="tx1"/>
                </a:solidFill>
                <a:latin typeface="Graphik" panose="020B0503030202060203" pitchFamily="34" charset="0"/>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1219"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1219" b="0" kern="1200" spc="0" baseline="0" dirty="0">
                <a:solidFill>
                  <a:schemeClr val="accent1"/>
                </a:solidFill>
                <a:latin typeface="Arial" pitchFamily="34" charset="0"/>
                <a:ea typeface="Arial" pitchFamily="-105" charset="-52"/>
                <a:cs typeface="Arial" pitchFamily="34" charset="0"/>
              </a:defRPr>
            </a:lvl5pPr>
          </a:lstStyle>
          <a:p>
            <a:pPr lvl="0"/>
            <a:r>
              <a:rPr lang="en-US" altLang="ja-JP"/>
              <a:t>Company Name or Logo (24pt, Bold)</a:t>
            </a:r>
            <a:endParaRPr lang="en-US"/>
          </a:p>
        </p:txBody>
      </p:sp>
      <p:grpSp>
        <p:nvGrpSpPr>
          <p:cNvPr id="7" name="Group 10">
            <a:extLst>
              <a:ext uri="{FF2B5EF4-FFF2-40B4-BE49-F238E27FC236}">
                <a16:creationId xmlns:a16="http://schemas.microsoft.com/office/drawing/2014/main" id="{7795A621-E21B-4068-8C0C-431393E75FB3}"/>
              </a:ext>
            </a:extLst>
          </p:cNvPr>
          <p:cNvGrpSpPr>
            <a:grpSpLocks noChangeAspect="1"/>
          </p:cNvGrpSpPr>
          <p:nvPr userDrawn="1"/>
        </p:nvGrpSpPr>
        <p:grpSpPr>
          <a:xfrm>
            <a:off x="4910812" y="716646"/>
            <a:ext cx="3979561" cy="3429880"/>
            <a:chOff x="3494539" y="1675327"/>
            <a:chExt cx="1371600" cy="1454950"/>
          </a:xfrm>
        </p:grpSpPr>
        <p:sp>
          <p:nvSpPr>
            <p:cNvPr id="8" name="Freeform 5">
              <a:extLst>
                <a:ext uri="{FF2B5EF4-FFF2-40B4-BE49-F238E27FC236}">
                  <a16:creationId xmlns:a16="http://schemas.microsoft.com/office/drawing/2014/main" id="{3364B04B-A4DC-4696-B400-45BA9DF8B77A}"/>
                </a:ext>
              </a:extLst>
            </p:cNvPr>
            <p:cNvSpPr>
              <a:spLocks/>
            </p:cNvSpPr>
            <p:nvPr/>
          </p:nvSpPr>
          <p:spPr bwMode="auto">
            <a:xfrm>
              <a:off x="3494910" y="2243896"/>
              <a:ext cx="1371229" cy="886381"/>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A100FF"/>
                </a:gs>
                <a:gs pos="100000">
                  <a:srgbClr val="5F009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60">
                <a:solidFill>
                  <a:schemeClr val="lt1"/>
                </a:solidFill>
              </a:endParaRPr>
            </a:p>
          </p:txBody>
        </p:sp>
        <p:sp>
          <p:nvSpPr>
            <p:cNvPr id="9" name="Freeform 6">
              <a:extLst>
                <a:ext uri="{FF2B5EF4-FFF2-40B4-BE49-F238E27FC236}">
                  <a16:creationId xmlns:a16="http://schemas.microsoft.com/office/drawing/2014/main" id="{07038D2D-6F85-452C-999B-603F8D36B83F}"/>
                </a:ext>
              </a:extLst>
            </p:cNvPr>
            <p:cNvSpPr>
              <a:spLocks/>
            </p:cNvSpPr>
            <p:nvPr/>
          </p:nvSpPr>
          <p:spPr bwMode="auto">
            <a:xfrm>
              <a:off x="3494539" y="1675327"/>
              <a:ext cx="1371229" cy="886381"/>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A100FF"/>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760">
                <a:latin typeface="Meiryo UI" panose="020B0604030504040204" pitchFamily="50" charset="-128"/>
              </a:endParaRPr>
            </a:p>
          </p:txBody>
        </p:sp>
      </p:grpSp>
    </p:spTree>
    <p:extLst>
      <p:ext uri="{BB962C8B-B14F-4D97-AF65-F5344CB8AC3E}">
        <p14:creationId xmlns:p14="http://schemas.microsoft.com/office/powerpoint/2010/main" val="811929113"/>
      </p:ext>
    </p:extLst>
  </p:cSld>
  <p:clrMapOvr>
    <a:masterClrMapping/>
  </p:clrMapOvr>
  <p:extLst>
    <p:ext uri="{DCECCB84-F9BA-43D5-87BE-67443E8EF086}">
      <p15:sldGuideLst xmlns:p15="http://schemas.microsoft.com/office/powerpoint/2012/main">
        <p15:guide id="0" pos="7200">
          <p15:clr>
            <a:srgbClr val="FBAE40"/>
          </p15:clr>
        </p15:guide>
        <p15:guide id="1" pos="460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Subhead (top) and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F05757F-4FA7-2614-5B88-4E49EFEDD40E}"/>
              </a:ext>
            </a:extLst>
          </p:cNvPr>
          <p:cNvGraphicFramePr>
            <a:graphicFrameLocks noChangeAspect="1"/>
          </p:cNvGraphicFramePr>
          <p:nvPr userDrawn="1">
            <p:custDataLst>
              <p:tags r:id="rId1"/>
            </p:custDataLst>
            <p:extLst>
              <p:ext uri="{D42A27DB-BD31-4B8C-83A1-F6EECF244321}">
                <p14:modId xmlns:p14="http://schemas.microsoft.com/office/powerpoint/2010/main" val="2388889263"/>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3" name="think-cell data - do not delete" hidden="1">
                        <a:extLst>
                          <a:ext uri="{FF2B5EF4-FFF2-40B4-BE49-F238E27FC236}">
                            <a16:creationId xmlns:a16="http://schemas.microsoft.com/office/drawing/2014/main" id="{DF05757F-4FA7-2614-5B88-4E49EFEDD40E}"/>
                          </a:ext>
                        </a:extLst>
                      </p:cNvPr>
                      <p:cNvPicPr/>
                      <p:nvPr/>
                    </p:nvPicPr>
                    <p:blipFill>
                      <a:blip r:embed="rId4"/>
                      <a:stretch>
                        <a:fillRect/>
                      </a:stretch>
                    </p:blipFill>
                    <p:spPr>
                      <a:xfrm>
                        <a:off x="1590" y="1590"/>
                        <a:ext cx="1588" cy="1588"/>
                      </a:xfrm>
                      <a:prstGeom prst="rect">
                        <a:avLst/>
                      </a:prstGeom>
                    </p:spPr>
                  </p:pic>
                </p:oleObj>
              </mc:Fallback>
            </mc:AlternateContent>
          </a:graphicData>
        </a:graphic>
      </p:graphicFrame>
      <p:sp>
        <p:nvSpPr>
          <p:cNvPr id="8" name="Subtitle">
            <a:extLst>
              <a:ext uri="{FF2B5EF4-FFF2-40B4-BE49-F238E27FC236}">
                <a16:creationId xmlns:a16="http://schemas.microsoft.com/office/drawing/2014/main" id="{1F5D0AC9-20E5-44AB-A57F-159FD31A7C3F}"/>
              </a:ext>
            </a:extLst>
          </p:cNvPr>
          <p:cNvSpPr>
            <a:spLocks noGrp="1"/>
          </p:cNvSpPr>
          <p:nvPr>
            <p:ph type="body" sz="quarter" idx="37" hasCustomPrompt="1"/>
          </p:nvPr>
        </p:nvSpPr>
        <p:spPr>
          <a:xfrm>
            <a:off x="225584" y="729087"/>
            <a:ext cx="8532000" cy="265457"/>
          </a:xfrm>
          <a:prstGeom prst="rect">
            <a:avLst/>
          </a:prstGeom>
        </p:spPr>
        <p:txBody>
          <a:bodyPr tIns="45720" bIns="45720" anchor="t" anchorCtr="0">
            <a:spAutoFit/>
          </a:bodyPr>
          <a:lstStyle>
            <a:lvl1pPr marL="0" marR="0" indent="0" algn="l" defTabSz="975683" rtl="0" eaLnBrk="1" fontAlgn="auto" latinLnBrk="0" hangingPunct="1">
              <a:lnSpc>
                <a:spcPct val="100000"/>
              </a:lnSpc>
              <a:spcBef>
                <a:spcPts val="0"/>
              </a:spcBef>
              <a:spcAft>
                <a:spcPts val="0"/>
              </a:spcAft>
              <a:buClrTx/>
              <a:buSzTx/>
              <a:buFont typeface="Arial" charset="0"/>
              <a:buNone/>
              <a:tabLst/>
              <a:defRPr sz="1125" b="0">
                <a:solidFill>
                  <a:schemeClr val="tx1"/>
                </a:solidFill>
                <a:latin typeface="Graphik" panose="020B0503030202060203" pitchFamily="34" charset="0"/>
                <a:ea typeface="Meiryo UI" panose="020B0604030504040204" pitchFamily="50" charset="-128"/>
              </a:defRPr>
            </a:lvl1pPr>
          </a:lstStyle>
          <a:p>
            <a:pPr lvl="0"/>
            <a:r>
              <a:rPr lang="en-US" altLang="ja-JP"/>
              <a:t>Sub-Title Formatting</a:t>
            </a:r>
            <a:endParaRPr lang="ja-JP" altLang="en-US"/>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hasCustomPrompt="1"/>
          </p:nvPr>
        </p:nvSpPr>
        <p:spPr>
          <a:xfrm>
            <a:off x="225584" y="34030"/>
            <a:ext cx="8532000" cy="323165"/>
          </a:xfrm>
          <a:prstGeom prst="rect">
            <a:avLst/>
          </a:prstGeom>
        </p:spPr>
        <p:txBody>
          <a:bodyPr anchor="ctr" anchorCtr="0">
            <a:spAutoFit/>
          </a:bodyPr>
          <a:lstStyle>
            <a:lvl1pPr marL="0" marR="0" indent="0" algn="l" defTabSz="975683" rtl="0" eaLnBrk="1" fontAlgn="auto" latinLnBrk="0" hangingPunct="1">
              <a:lnSpc>
                <a:spcPct val="100000"/>
              </a:lnSpc>
              <a:spcBef>
                <a:spcPts val="0"/>
              </a:spcBef>
              <a:spcAft>
                <a:spcPts val="0"/>
              </a:spcAft>
              <a:buClrTx/>
              <a:buSzTx/>
              <a:buFont typeface="Arial" charset="0"/>
              <a:buNone/>
              <a:tabLst/>
              <a:defRPr sz="1500" b="1">
                <a:solidFill>
                  <a:srgbClr val="7030A0"/>
                </a:solidFill>
                <a:latin typeface="Graphik" panose="020B0503030202060203" pitchFamily="34" charset="0"/>
                <a:ea typeface="Meiryo UI" panose="020B0604030504040204" pitchFamily="50" charset="-128"/>
              </a:defRPr>
            </a:lvl1pPr>
          </a:lstStyle>
          <a:p>
            <a:pPr lvl="0"/>
            <a:r>
              <a:rPr lang="en-US" altLang="ja-JP" noProof="0"/>
              <a:t>Master Text Formatting</a:t>
            </a:r>
            <a:endParaRPr lang="ja-JP" altLang="en-US" noProof="0"/>
          </a:p>
        </p:txBody>
      </p:sp>
      <p:sp>
        <p:nvSpPr>
          <p:cNvPr id="10" name="Title 2">
            <a:extLst>
              <a:ext uri="{FF2B5EF4-FFF2-40B4-BE49-F238E27FC236}">
                <a16:creationId xmlns:a16="http://schemas.microsoft.com/office/drawing/2014/main" id="{4F6B60F4-9919-41FE-A603-015DB9F0B9C8}"/>
              </a:ext>
            </a:extLst>
          </p:cNvPr>
          <p:cNvSpPr>
            <a:spLocks noGrp="1"/>
          </p:cNvSpPr>
          <p:nvPr>
            <p:ph type="title" hasCustomPrompt="1"/>
          </p:nvPr>
        </p:nvSpPr>
        <p:spPr>
          <a:xfrm>
            <a:off x="225584" y="369598"/>
            <a:ext cx="8532000" cy="324000"/>
          </a:xfrm>
          <a:prstGeom prst="rect">
            <a:avLst/>
          </a:prstGeom>
        </p:spPr>
        <p:txBody>
          <a:bodyPr vert="horz" anchor="ctr" anchorCtr="0">
            <a:noAutofit/>
          </a:bodyPr>
          <a:lstStyle>
            <a:lvl1pPr>
              <a:lnSpc>
                <a:spcPct val="80000"/>
              </a:lnSpc>
              <a:defRPr sz="2250" b="1">
                <a:latin typeface="Graphik" panose="020B0503030202060203" pitchFamily="34" charset="0"/>
                <a:ea typeface="Meiryo UI" panose="020B0604030504040204" pitchFamily="50" charset="-128"/>
              </a:defRPr>
            </a:lvl1pPr>
          </a:lstStyle>
          <a:p>
            <a:r>
              <a:rPr lang="en-US" altLang="ja-JP"/>
              <a:t>Master Title Formatting</a:t>
            </a:r>
            <a:endParaRPr lang="en-GB"/>
          </a:p>
        </p:txBody>
      </p:sp>
      <p:sp>
        <p:nvSpPr>
          <p:cNvPr id="4" name="テキスト ボックス 3">
            <a:extLst>
              <a:ext uri="{FF2B5EF4-FFF2-40B4-BE49-F238E27FC236}">
                <a16:creationId xmlns:a16="http://schemas.microsoft.com/office/drawing/2014/main" id="{9297DCD0-4D1B-EC11-D235-9C935D5A3C33}"/>
              </a:ext>
            </a:extLst>
          </p:cNvPr>
          <p:cNvSpPr txBox="1"/>
          <p:nvPr userDrawn="1"/>
        </p:nvSpPr>
        <p:spPr>
          <a:xfrm>
            <a:off x="8768318" y="4914447"/>
            <a:ext cx="299883" cy="179395"/>
          </a:xfrm>
          <a:prstGeom prst="rect">
            <a:avLst/>
          </a:prstGeom>
          <a:noFill/>
        </p:spPr>
        <p:txBody>
          <a:bodyPr wrap="square" lIns="20250" tIns="20250" rIns="20250" bIns="20250" rtlCol="0">
            <a:spAutoFit/>
          </a:bodyPr>
          <a:lstStyle/>
          <a:p>
            <a:pPr algn="ctr"/>
            <a:fld id="{989496C2-B50A-F244-A0A1-E3849033C8B1}" type="slidenum">
              <a:rPr lang="en-GB" altLang="ja-JP" sz="9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900" i="1">
              <a:latin typeface="Meiryo UI" panose="020B0604030504040204" pitchFamily="50" charset="-128"/>
              <a:ea typeface="Meiryo UI" panose="020B0604030504040204" pitchFamily="50" charset="-128"/>
              <a:sym typeface="Meiryo UI" panose="020B0604030504040204" pitchFamily="50" charset="-128"/>
            </a:endParaRPr>
          </a:p>
        </p:txBody>
      </p:sp>
      <p:sp>
        <p:nvSpPr>
          <p:cNvPr id="2" name="Rectangle 1">
            <a:extLst>
              <a:ext uri="{FF2B5EF4-FFF2-40B4-BE49-F238E27FC236}">
                <a16:creationId xmlns:a16="http://schemas.microsoft.com/office/drawing/2014/main" id="{9D28B3B4-2522-AACC-94E7-2E31E11D10A8}"/>
              </a:ext>
            </a:extLst>
          </p:cNvPr>
          <p:cNvSpPr/>
          <p:nvPr userDrawn="1"/>
        </p:nvSpPr>
        <p:spPr>
          <a:xfrm>
            <a:off x="-400316" y="0"/>
            <a:ext cx="274320" cy="274320"/>
          </a:xfrm>
          <a:prstGeom prst="rect">
            <a:avLst/>
          </a:prstGeom>
          <a:solidFill>
            <a:srgbClr val="D131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5" name="Rectangle 4">
            <a:extLst>
              <a:ext uri="{FF2B5EF4-FFF2-40B4-BE49-F238E27FC236}">
                <a16:creationId xmlns:a16="http://schemas.microsoft.com/office/drawing/2014/main" id="{7D42BC76-8ED7-7657-99CC-F1AE432B4FDA}"/>
              </a:ext>
            </a:extLst>
          </p:cNvPr>
          <p:cNvSpPr/>
          <p:nvPr userDrawn="1"/>
        </p:nvSpPr>
        <p:spPr>
          <a:xfrm>
            <a:off x="-400316" y="1149568"/>
            <a:ext cx="274320" cy="274320"/>
          </a:xfrm>
          <a:prstGeom prst="rect">
            <a:avLst/>
          </a:prstGeom>
          <a:solidFill>
            <a:srgbClr val="F3BC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6" name="Rectangle 5">
            <a:extLst>
              <a:ext uri="{FF2B5EF4-FFF2-40B4-BE49-F238E27FC236}">
                <a16:creationId xmlns:a16="http://schemas.microsoft.com/office/drawing/2014/main" id="{0CEDFBA7-C06C-1CAD-15A2-3BB91630DD03}"/>
              </a:ext>
            </a:extLst>
          </p:cNvPr>
          <p:cNvSpPr/>
          <p:nvPr userDrawn="1"/>
        </p:nvSpPr>
        <p:spPr>
          <a:xfrm>
            <a:off x="-400316" y="383189"/>
            <a:ext cx="274320" cy="274320"/>
          </a:xfrm>
          <a:prstGeom prst="rect">
            <a:avLst/>
          </a:prstGeom>
          <a:solidFill>
            <a:srgbClr val="5655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7" name="Rectangle 6">
            <a:extLst>
              <a:ext uri="{FF2B5EF4-FFF2-40B4-BE49-F238E27FC236}">
                <a16:creationId xmlns:a16="http://schemas.microsoft.com/office/drawing/2014/main" id="{6B8F74E1-4FB5-50F7-2246-81DCC5BB1CC5}"/>
              </a:ext>
            </a:extLst>
          </p:cNvPr>
          <p:cNvSpPr/>
          <p:nvPr userDrawn="1"/>
        </p:nvSpPr>
        <p:spPr>
          <a:xfrm>
            <a:off x="-400316" y="766378"/>
            <a:ext cx="274320" cy="274320"/>
          </a:xfrm>
          <a:prstGeom prst="rect">
            <a:avLst/>
          </a:prstGeom>
          <a:solidFill>
            <a:srgbClr val="F05A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11" name="Rectangle 10">
            <a:extLst>
              <a:ext uri="{FF2B5EF4-FFF2-40B4-BE49-F238E27FC236}">
                <a16:creationId xmlns:a16="http://schemas.microsoft.com/office/drawing/2014/main" id="{7EB94679-3414-EAAD-B416-DD9D40944C9E}"/>
              </a:ext>
            </a:extLst>
          </p:cNvPr>
          <p:cNvSpPr/>
          <p:nvPr userDrawn="1"/>
        </p:nvSpPr>
        <p:spPr>
          <a:xfrm>
            <a:off x="-400316" y="1532757"/>
            <a:ext cx="274320" cy="2743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Tree>
    <p:extLst>
      <p:ext uri="{BB962C8B-B14F-4D97-AF65-F5344CB8AC3E}">
        <p14:creationId xmlns:p14="http://schemas.microsoft.com/office/powerpoint/2010/main" val="262299341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Subhead (top) and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F05757F-4FA7-2614-5B88-4E49EFEDD40E}"/>
              </a:ext>
            </a:extLst>
          </p:cNvPr>
          <p:cNvGraphicFramePr>
            <a:graphicFrameLocks noChangeAspect="1"/>
          </p:cNvGraphicFramePr>
          <p:nvPr userDrawn="1">
            <p:custDataLst>
              <p:tags r:id="rId1"/>
            </p:custDataLst>
            <p:extLst>
              <p:ext uri="{D42A27DB-BD31-4B8C-83A1-F6EECF244321}">
                <p14:modId xmlns:p14="http://schemas.microsoft.com/office/powerpoint/2010/main" val="2388889263"/>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3" name="think-cell data - do not delete" hidden="1">
                        <a:extLst>
                          <a:ext uri="{FF2B5EF4-FFF2-40B4-BE49-F238E27FC236}">
                            <a16:creationId xmlns:a16="http://schemas.microsoft.com/office/drawing/2014/main" id="{DF05757F-4FA7-2614-5B88-4E49EFEDD40E}"/>
                          </a:ext>
                        </a:extLst>
                      </p:cNvPr>
                      <p:cNvPicPr/>
                      <p:nvPr/>
                    </p:nvPicPr>
                    <p:blipFill>
                      <a:blip r:embed="rId4"/>
                      <a:stretch>
                        <a:fillRect/>
                      </a:stretch>
                    </p:blipFill>
                    <p:spPr>
                      <a:xfrm>
                        <a:off x="1590" y="1590"/>
                        <a:ext cx="1588" cy="1588"/>
                      </a:xfrm>
                      <a:prstGeom prst="rect">
                        <a:avLst/>
                      </a:prstGeom>
                    </p:spPr>
                  </p:pic>
                </p:oleObj>
              </mc:Fallback>
            </mc:AlternateContent>
          </a:graphicData>
        </a:graphic>
      </p:graphicFrame>
      <p:sp>
        <p:nvSpPr>
          <p:cNvPr id="8" name="Subtitle">
            <a:extLst>
              <a:ext uri="{FF2B5EF4-FFF2-40B4-BE49-F238E27FC236}">
                <a16:creationId xmlns:a16="http://schemas.microsoft.com/office/drawing/2014/main" id="{1F5D0AC9-20E5-44AB-A57F-159FD31A7C3F}"/>
              </a:ext>
            </a:extLst>
          </p:cNvPr>
          <p:cNvSpPr>
            <a:spLocks noGrp="1"/>
          </p:cNvSpPr>
          <p:nvPr>
            <p:ph type="body" sz="quarter" idx="37" hasCustomPrompt="1"/>
          </p:nvPr>
        </p:nvSpPr>
        <p:spPr>
          <a:xfrm>
            <a:off x="225584" y="729087"/>
            <a:ext cx="8532000" cy="265457"/>
          </a:xfrm>
          <a:prstGeom prst="rect">
            <a:avLst/>
          </a:prstGeom>
        </p:spPr>
        <p:txBody>
          <a:bodyPr tIns="45720" bIns="45720" anchor="t" anchorCtr="0">
            <a:spAutoFit/>
          </a:bodyPr>
          <a:lstStyle>
            <a:lvl1pPr marL="0" marR="0" indent="0" algn="l" defTabSz="975683" rtl="0" eaLnBrk="1" fontAlgn="auto" latinLnBrk="0" hangingPunct="1">
              <a:lnSpc>
                <a:spcPct val="100000"/>
              </a:lnSpc>
              <a:spcBef>
                <a:spcPts val="0"/>
              </a:spcBef>
              <a:spcAft>
                <a:spcPts val="0"/>
              </a:spcAft>
              <a:buClrTx/>
              <a:buSzTx/>
              <a:buFont typeface="Arial" charset="0"/>
              <a:buNone/>
              <a:tabLst/>
              <a:defRPr sz="1125" b="0">
                <a:solidFill>
                  <a:schemeClr val="tx1"/>
                </a:solidFill>
                <a:latin typeface="Graphik" panose="020B0503030202060203" pitchFamily="34" charset="0"/>
                <a:ea typeface="Meiryo UI" panose="020B0604030504040204" pitchFamily="50" charset="-128"/>
              </a:defRPr>
            </a:lvl1pPr>
          </a:lstStyle>
          <a:p>
            <a:pPr lvl="0"/>
            <a:r>
              <a:rPr lang="en-US" altLang="ja-JP"/>
              <a:t>Sub-Title Formatting</a:t>
            </a:r>
            <a:endParaRPr lang="ja-JP" altLang="en-US"/>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hasCustomPrompt="1"/>
          </p:nvPr>
        </p:nvSpPr>
        <p:spPr>
          <a:xfrm>
            <a:off x="225584" y="34030"/>
            <a:ext cx="8532000" cy="323165"/>
          </a:xfrm>
          <a:prstGeom prst="rect">
            <a:avLst/>
          </a:prstGeom>
        </p:spPr>
        <p:txBody>
          <a:bodyPr anchor="ctr" anchorCtr="0">
            <a:spAutoFit/>
          </a:bodyPr>
          <a:lstStyle>
            <a:lvl1pPr marL="0" marR="0" indent="0" algn="l" defTabSz="975683" rtl="0" eaLnBrk="1" fontAlgn="auto" latinLnBrk="0" hangingPunct="1">
              <a:lnSpc>
                <a:spcPct val="100000"/>
              </a:lnSpc>
              <a:spcBef>
                <a:spcPts val="0"/>
              </a:spcBef>
              <a:spcAft>
                <a:spcPts val="0"/>
              </a:spcAft>
              <a:buClrTx/>
              <a:buSzTx/>
              <a:buFont typeface="Arial" charset="0"/>
              <a:buNone/>
              <a:tabLst/>
              <a:defRPr sz="1500" b="1">
                <a:solidFill>
                  <a:srgbClr val="7030A0"/>
                </a:solidFill>
                <a:latin typeface="Graphik" panose="020B0503030202060203" pitchFamily="34" charset="0"/>
                <a:ea typeface="Meiryo UI" panose="020B0604030504040204" pitchFamily="50" charset="-128"/>
              </a:defRPr>
            </a:lvl1pPr>
          </a:lstStyle>
          <a:p>
            <a:pPr lvl="0"/>
            <a:r>
              <a:rPr lang="en-US" altLang="ja-JP" noProof="0"/>
              <a:t>Master Text Formatting</a:t>
            </a:r>
            <a:endParaRPr lang="ja-JP" altLang="en-US" noProof="0"/>
          </a:p>
        </p:txBody>
      </p:sp>
      <p:sp>
        <p:nvSpPr>
          <p:cNvPr id="10" name="Title 2">
            <a:extLst>
              <a:ext uri="{FF2B5EF4-FFF2-40B4-BE49-F238E27FC236}">
                <a16:creationId xmlns:a16="http://schemas.microsoft.com/office/drawing/2014/main" id="{4F6B60F4-9919-41FE-A603-015DB9F0B9C8}"/>
              </a:ext>
            </a:extLst>
          </p:cNvPr>
          <p:cNvSpPr>
            <a:spLocks noGrp="1"/>
          </p:cNvSpPr>
          <p:nvPr>
            <p:ph type="title" hasCustomPrompt="1"/>
          </p:nvPr>
        </p:nvSpPr>
        <p:spPr>
          <a:xfrm>
            <a:off x="225584" y="369598"/>
            <a:ext cx="8532000" cy="324000"/>
          </a:xfrm>
          <a:prstGeom prst="rect">
            <a:avLst/>
          </a:prstGeom>
        </p:spPr>
        <p:txBody>
          <a:bodyPr vert="horz" anchor="ctr" anchorCtr="0">
            <a:noAutofit/>
          </a:bodyPr>
          <a:lstStyle>
            <a:lvl1pPr>
              <a:lnSpc>
                <a:spcPct val="80000"/>
              </a:lnSpc>
              <a:defRPr sz="2250" b="1">
                <a:latin typeface="Graphik" panose="020B0503030202060203" pitchFamily="34" charset="0"/>
                <a:ea typeface="Meiryo UI" panose="020B0604030504040204" pitchFamily="50" charset="-128"/>
              </a:defRPr>
            </a:lvl1pPr>
          </a:lstStyle>
          <a:p>
            <a:r>
              <a:rPr lang="en-US" altLang="ja-JP"/>
              <a:t>Master Title Formatting</a:t>
            </a:r>
            <a:endParaRPr lang="en-GB"/>
          </a:p>
        </p:txBody>
      </p:sp>
      <p:sp>
        <p:nvSpPr>
          <p:cNvPr id="4" name="テキスト ボックス 3">
            <a:extLst>
              <a:ext uri="{FF2B5EF4-FFF2-40B4-BE49-F238E27FC236}">
                <a16:creationId xmlns:a16="http://schemas.microsoft.com/office/drawing/2014/main" id="{9297DCD0-4D1B-EC11-D235-9C935D5A3C33}"/>
              </a:ext>
            </a:extLst>
          </p:cNvPr>
          <p:cNvSpPr txBox="1"/>
          <p:nvPr userDrawn="1"/>
        </p:nvSpPr>
        <p:spPr>
          <a:xfrm>
            <a:off x="8768318" y="4914446"/>
            <a:ext cx="299883" cy="133228"/>
          </a:xfrm>
          <a:prstGeom prst="rect">
            <a:avLst/>
          </a:prstGeom>
          <a:noFill/>
        </p:spPr>
        <p:txBody>
          <a:bodyPr wrap="square" lIns="20250" tIns="20250" rIns="20250" bIns="20250" rtlCol="0">
            <a:spAutoFit/>
          </a:bodyPr>
          <a:lstStyle/>
          <a:p>
            <a:pPr algn="ctr"/>
            <a:fld id="{989496C2-B50A-F244-A0A1-E3849033C8B1}" type="slidenum">
              <a:rPr lang="en-GB" altLang="ja-JP" sz="600" smtClean="0">
                <a:solidFill>
                  <a:schemeClr val="bg1">
                    <a:lumMod val="50000"/>
                  </a:schemeClr>
                </a:solidFill>
                <a:latin typeface="Graphik" panose="020B0503030202060203" pitchFamily="34" charset="0"/>
                <a:ea typeface="Meiryo UI" panose="020B0604030504040204" pitchFamily="50" charset="-128"/>
                <a:sym typeface="Meiryo UI" panose="020B0604030504040204" pitchFamily="50" charset="-128"/>
              </a:rPr>
              <a:pPr algn="ctr"/>
              <a:t>‹#›</a:t>
            </a:fld>
            <a:endParaRPr kumimoji="1" lang="ja-JP" altLang="en-US" sz="600" i="1">
              <a:latin typeface="Graphik" panose="020B0503030202060203" pitchFamily="34" charset="0"/>
              <a:ea typeface="Meiryo UI" panose="020B0604030504040204" pitchFamily="50" charset="-128"/>
              <a:sym typeface="Meiryo UI" panose="020B0604030504040204" pitchFamily="50" charset="-128"/>
            </a:endParaRPr>
          </a:p>
        </p:txBody>
      </p:sp>
      <p:sp>
        <p:nvSpPr>
          <p:cNvPr id="2" name="Rectangle 1">
            <a:extLst>
              <a:ext uri="{FF2B5EF4-FFF2-40B4-BE49-F238E27FC236}">
                <a16:creationId xmlns:a16="http://schemas.microsoft.com/office/drawing/2014/main" id="{9D28B3B4-2522-AACC-94E7-2E31E11D10A8}"/>
              </a:ext>
            </a:extLst>
          </p:cNvPr>
          <p:cNvSpPr/>
          <p:nvPr userDrawn="1"/>
        </p:nvSpPr>
        <p:spPr>
          <a:xfrm>
            <a:off x="-400316" y="0"/>
            <a:ext cx="274320" cy="274320"/>
          </a:xfrm>
          <a:prstGeom prst="rect">
            <a:avLst/>
          </a:prstGeom>
          <a:solidFill>
            <a:srgbClr val="D131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5" name="Rectangle 4">
            <a:extLst>
              <a:ext uri="{FF2B5EF4-FFF2-40B4-BE49-F238E27FC236}">
                <a16:creationId xmlns:a16="http://schemas.microsoft.com/office/drawing/2014/main" id="{7D42BC76-8ED7-7657-99CC-F1AE432B4FDA}"/>
              </a:ext>
            </a:extLst>
          </p:cNvPr>
          <p:cNvSpPr/>
          <p:nvPr userDrawn="1"/>
        </p:nvSpPr>
        <p:spPr>
          <a:xfrm>
            <a:off x="-400316" y="1149568"/>
            <a:ext cx="274320" cy="274320"/>
          </a:xfrm>
          <a:prstGeom prst="rect">
            <a:avLst/>
          </a:prstGeom>
          <a:solidFill>
            <a:srgbClr val="F3BC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6" name="Rectangle 5">
            <a:extLst>
              <a:ext uri="{FF2B5EF4-FFF2-40B4-BE49-F238E27FC236}">
                <a16:creationId xmlns:a16="http://schemas.microsoft.com/office/drawing/2014/main" id="{0CEDFBA7-C06C-1CAD-15A2-3BB91630DD03}"/>
              </a:ext>
            </a:extLst>
          </p:cNvPr>
          <p:cNvSpPr/>
          <p:nvPr userDrawn="1"/>
        </p:nvSpPr>
        <p:spPr>
          <a:xfrm>
            <a:off x="-400316" y="383189"/>
            <a:ext cx="274320" cy="274320"/>
          </a:xfrm>
          <a:prstGeom prst="rect">
            <a:avLst/>
          </a:prstGeom>
          <a:solidFill>
            <a:srgbClr val="5655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7" name="Rectangle 6">
            <a:extLst>
              <a:ext uri="{FF2B5EF4-FFF2-40B4-BE49-F238E27FC236}">
                <a16:creationId xmlns:a16="http://schemas.microsoft.com/office/drawing/2014/main" id="{6B8F74E1-4FB5-50F7-2246-81DCC5BB1CC5}"/>
              </a:ext>
            </a:extLst>
          </p:cNvPr>
          <p:cNvSpPr/>
          <p:nvPr userDrawn="1"/>
        </p:nvSpPr>
        <p:spPr>
          <a:xfrm>
            <a:off x="-400316" y="766378"/>
            <a:ext cx="274320" cy="274320"/>
          </a:xfrm>
          <a:prstGeom prst="rect">
            <a:avLst/>
          </a:prstGeom>
          <a:solidFill>
            <a:srgbClr val="F05A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11" name="Rectangle 10">
            <a:extLst>
              <a:ext uri="{FF2B5EF4-FFF2-40B4-BE49-F238E27FC236}">
                <a16:creationId xmlns:a16="http://schemas.microsoft.com/office/drawing/2014/main" id="{7EB94679-3414-EAAD-B416-DD9D40944C9E}"/>
              </a:ext>
            </a:extLst>
          </p:cNvPr>
          <p:cNvSpPr/>
          <p:nvPr userDrawn="1"/>
        </p:nvSpPr>
        <p:spPr>
          <a:xfrm>
            <a:off x="-400316" y="1532757"/>
            <a:ext cx="274320" cy="2743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Tree>
    <p:extLst>
      <p:ext uri="{BB962C8B-B14F-4D97-AF65-F5344CB8AC3E}">
        <p14:creationId xmlns:p14="http://schemas.microsoft.com/office/powerpoint/2010/main" val="21448676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Subhead (top) and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F05757F-4FA7-2614-5B88-4E49EFEDD40E}"/>
              </a:ext>
            </a:extLst>
          </p:cNvPr>
          <p:cNvGraphicFramePr>
            <a:graphicFrameLocks noChangeAspect="1"/>
          </p:cNvGraphicFramePr>
          <p:nvPr userDrawn="1">
            <p:custDataLst>
              <p:tags r:id="rId1"/>
            </p:custDataLst>
            <p:extLst>
              <p:ext uri="{D42A27DB-BD31-4B8C-83A1-F6EECF244321}">
                <p14:modId xmlns:p14="http://schemas.microsoft.com/office/powerpoint/2010/main" val="2388889263"/>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3" name="think-cell data - do not delete" hidden="1">
                        <a:extLst>
                          <a:ext uri="{FF2B5EF4-FFF2-40B4-BE49-F238E27FC236}">
                            <a16:creationId xmlns:a16="http://schemas.microsoft.com/office/drawing/2014/main" id="{DF05757F-4FA7-2614-5B88-4E49EFEDD40E}"/>
                          </a:ext>
                        </a:extLst>
                      </p:cNvPr>
                      <p:cNvPicPr/>
                      <p:nvPr/>
                    </p:nvPicPr>
                    <p:blipFill>
                      <a:blip r:embed="rId4"/>
                      <a:stretch>
                        <a:fillRect/>
                      </a:stretch>
                    </p:blipFill>
                    <p:spPr>
                      <a:xfrm>
                        <a:off x="1590" y="1590"/>
                        <a:ext cx="1588" cy="1588"/>
                      </a:xfrm>
                      <a:prstGeom prst="rect">
                        <a:avLst/>
                      </a:prstGeom>
                    </p:spPr>
                  </p:pic>
                </p:oleObj>
              </mc:Fallback>
            </mc:AlternateContent>
          </a:graphicData>
        </a:graphic>
      </p:graphicFrame>
      <p:sp>
        <p:nvSpPr>
          <p:cNvPr id="8" name="Subtitle">
            <a:extLst>
              <a:ext uri="{FF2B5EF4-FFF2-40B4-BE49-F238E27FC236}">
                <a16:creationId xmlns:a16="http://schemas.microsoft.com/office/drawing/2014/main" id="{1F5D0AC9-20E5-44AB-A57F-159FD31A7C3F}"/>
              </a:ext>
            </a:extLst>
          </p:cNvPr>
          <p:cNvSpPr>
            <a:spLocks noGrp="1"/>
          </p:cNvSpPr>
          <p:nvPr>
            <p:ph type="body" sz="quarter" idx="37" hasCustomPrompt="1"/>
          </p:nvPr>
        </p:nvSpPr>
        <p:spPr>
          <a:xfrm>
            <a:off x="225584" y="729087"/>
            <a:ext cx="8532000" cy="265457"/>
          </a:xfrm>
          <a:prstGeom prst="rect">
            <a:avLst/>
          </a:prstGeom>
        </p:spPr>
        <p:txBody>
          <a:bodyPr tIns="45720" bIns="45720" anchor="t" anchorCtr="0">
            <a:spAutoFit/>
          </a:bodyPr>
          <a:lstStyle>
            <a:lvl1pPr marL="0" marR="0" indent="0" algn="l" defTabSz="975683" rtl="0" eaLnBrk="1" fontAlgn="auto" latinLnBrk="0" hangingPunct="1">
              <a:lnSpc>
                <a:spcPct val="100000"/>
              </a:lnSpc>
              <a:spcBef>
                <a:spcPts val="0"/>
              </a:spcBef>
              <a:spcAft>
                <a:spcPts val="0"/>
              </a:spcAft>
              <a:buClrTx/>
              <a:buSzTx/>
              <a:buFont typeface="Arial" charset="0"/>
              <a:buNone/>
              <a:tabLst/>
              <a:defRPr sz="1125" b="0">
                <a:solidFill>
                  <a:schemeClr val="tx1"/>
                </a:solidFill>
                <a:latin typeface="Graphik" panose="020B0503030202060203" pitchFamily="34" charset="0"/>
                <a:ea typeface="Meiryo UI" panose="020B0604030504040204" pitchFamily="50" charset="-128"/>
              </a:defRPr>
            </a:lvl1pPr>
          </a:lstStyle>
          <a:p>
            <a:pPr lvl="0"/>
            <a:r>
              <a:rPr lang="en-US" altLang="ja-JP"/>
              <a:t>Sub-Title Formatting</a:t>
            </a:r>
            <a:endParaRPr lang="ja-JP" altLang="en-US"/>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hasCustomPrompt="1"/>
          </p:nvPr>
        </p:nvSpPr>
        <p:spPr>
          <a:xfrm>
            <a:off x="225584" y="34030"/>
            <a:ext cx="8532000" cy="323165"/>
          </a:xfrm>
          <a:prstGeom prst="rect">
            <a:avLst/>
          </a:prstGeom>
        </p:spPr>
        <p:txBody>
          <a:bodyPr anchor="ctr" anchorCtr="0">
            <a:spAutoFit/>
          </a:bodyPr>
          <a:lstStyle>
            <a:lvl1pPr marL="0" marR="0" indent="0" algn="l" defTabSz="975683" rtl="0" eaLnBrk="1" fontAlgn="auto" latinLnBrk="0" hangingPunct="1">
              <a:lnSpc>
                <a:spcPct val="100000"/>
              </a:lnSpc>
              <a:spcBef>
                <a:spcPts val="0"/>
              </a:spcBef>
              <a:spcAft>
                <a:spcPts val="0"/>
              </a:spcAft>
              <a:buClrTx/>
              <a:buSzTx/>
              <a:buFont typeface="Arial" charset="0"/>
              <a:buNone/>
              <a:tabLst/>
              <a:defRPr sz="1500" b="1">
                <a:solidFill>
                  <a:srgbClr val="7030A0"/>
                </a:solidFill>
                <a:latin typeface="Graphik" panose="020B0503030202060203" pitchFamily="34" charset="0"/>
                <a:ea typeface="Meiryo UI" panose="020B0604030504040204" pitchFamily="50" charset="-128"/>
              </a:defRPr>
            </a:lvl1pPr>
          </a:lstStyle>
          <a:p>
            <a:pPr lvl="0"/>
            <a:r>
              <a:rPr lang="en-US" altLang="ja-JP" noProof="0"/>
              <a:t>Master Text Formatting</a:t>
            </a:r>
            <a:endParaRPr lang="ja-JP" altLang="en-US" noProof="0"/>
          </a:p>
        </p:txBody>
      </p:sp>
      <p:sp>
        <p:nvSpPr>
          <p:cNvPr id="10" name="Title 2">
            <a:extLst>
              <a:ext uri="{FF2B5EF4-FFF2-40B4-BE49-F238E27FC236}">
                <a16:creationId xmlns:a16="http://schemas.microsoft.com/office/drawing/2014/main" id="{4F6B60F4-9919-41FE-A603-015DB9F0B9C8}"/>
              </a:ext>
            </a:extLst>
          </p:cNvPr>
          <p:cNvSpPr>
            <a:spLocks noGrp="1"/>
          </p:cNvSpPr>
          <p:nvPr>
            <p:ph type="title" hasCustomPrompt="1"/>
          </p:nvPr>
        </p:nvSpPr>
        <p:spPr>
          <a:xfrm>
            <a:off x="225584" y="369598"/>
            <a:ext cx="8532000" cy="324000"/>
          </a:xfrm>
          <a:prstGeom prst="rect">
            <a:avLst/>
          </a:prstGeom>
        </p:spPr>
        <p:txBody>
          <a:bodyPr vert="horz" anchor="ctr" anchorCtr="0">
            <a:noAutofit/>
          </a:bodyPr>
          <a:lstStyle>
            <a:lvl1pPr>
              <a:lnSpc>
                <a:spcPct val="80000"/>
              </a:lnSpc>
              <a:defRPr sz="2250" b="1">
                <a:latin typeface="Graphik" panose="020B0503030202060203" pitchFamily="34" charset="0"/>
                <a:ea typeface="Meiryo UI" panose="020B0604030504040204" pitchFamily="50" charset="-128"/>
              </a:defRPr>
            </a:lvl1pPr>
          </a:lstStyle>
          <a:p>
            <a:r>
              <a:rPr lang="en-US" altLang="ja-JP"/>
              <a:t>Master Title Formatting</a:t>
            </a:r>
            <a:endParaRPr lang="en-GB"/>
          </a:p>
        </p:txBody>
      </p:sp>
      <p:sp>
        <p:nvSpPr>
          <p:cNvPr id="4" name="テキスト ボックス 3">
            <a:extLst>
              <a:ext uri="{FF2B5EF4-FFF2-40B4-BE49-F238E27FC236}">
                <a16:creationId xmlns:a16="http://schemas.microsoft.com/office/drawing/2014/main" id="{9297DCD0-4D1B-EC11-D235-9C935D5A3C33}"/>
              </a:ext>
            </a:extLst>
          </p:cNvPr>
          <p:cNvSpPr txBox="1"/>
          <p:nvPr userDrawn="1"/>
        </p:nvSpPr>
        <p:spPr>
          <a:xfrm>
            <a:off x="8768318" y="4914446"/>
            <a:ext cx="299883" cy="133228"/>
          </a:xfrm>
          <a:prstGeom prst="rect">
            <a:avLst/>
          </a:prstGeom>
          <a:noFill/>
        </p:spPr>
        <p:txBody>
          <a:bodyPr wrap="square" lIns="20250" tIns="20250" rIns="20250" bIns="20250" rtlCol="0">
            <a:spAutoFit/>
          </a:bodyPr>
          <a:lstStyle/>
          <a:p>
            <a:pPr algn="ctr"/>
            <a:fld id="{989496C2-B50A-F244-A0A1-E3849033C8B1}" type="slidenum">
              <a:rPr lang="en-GB" altLang="ja-JP" sz="600" smtClean="0">
                <a:solidFill>
                  <a:schemeClr val="bg1">
                    <a:lumMod val="50000"/>
                  </a:schemeClr>
                </a:solidFill>
                <a:latin typeface="Graphik" panose="020B0503030202060203" pitchFamily="34" charset="0"/>
                <a:ea typeface="Meiryo UI" panose="020B0604030504040204" pitchFamily="50" charset="-128"/>
                <a:sym typeface="Meiryo UI" panose="020B0604030504040204" pitchFamily="50" charset="-128"/>
              </a:rPr>
              <a:pPr algn="ctr"/>
              <a:t>‹#›</a:t>
            </a:fld>
            <a:endParaRPr kumimoji="1" lang="ja-JP" altLang="en-US" sz="600" i="1">
              <a:latin typeface="Graphik" panose="020B0503030202060203" pitchFamily="34" charset="0"/>
              <a:ea typeface="Meiryo UI" panose="020B0604030504040204" pitchFamily="50" charset="-128"/>
              <a:sym typeface="Meiryo UI" panose="020B0604030504040204" pitchFamily="50" charset="-128"/>
            </a:endParaRPr>
          </a:p>
        </p:txBody>
      </p:sp>
    </p:spTree>
    <p:extLst>
      <p:ext uri="{BB962C8B-B14F-4D97-AF65-F5344CB8AC3E}">
        <p14:creationId xmlns:p14="http://schemas.microsoft.com/office/powerpoint/2010/main" val="302913171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Subhead (top) and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F05757F-4FA7-2614-5B88-4E49EFEDD40E}"/>
              </a:ext>
            </a:extLst>
          </p:cNvPr>
          <p:cNvGraphicFramePr>
            <a:graphicFrameLocks noChangeAspect="1"/>
          </p:cNvGraphicFramePr>
          <p:nvPr userDrawn="1">
            <p:custDataLst>
              <p:tags r:id="rId1"/>
            </p:custDataLst>
            <p:extLst>
              <p:ext uri="{D42A27DB-BD31-4B8C-83A1-F6EECF244321}">
                <p14:modId xmlns:p14="http://schemas.microsoft.com/office/powerpoint/2010/main" val="2388889263"/>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3" name="think-cell data - do not delete" hidden="1">
                        <a:extLst>
                          <a:ext uri="{FF2B5EF4-FFF2-40B4-BE49-F238E27FC236}">
                            <a16:creationId xmlns:a16="http://schemas.microsoft.com/office/drawing/2014/main" id="{DF05757F-4FA7-2614-5B88-4E49EFEDD40E}"/>
                          </a:ext>
                        </a:extLst>
                      </p:cNvPr>
                      <p:cNvPicPr/>
                      <p:nvPr/>
                    </p:nvPicPr>
                    <p:blipFill>
                      <a:blip r:embed="rId4"/>
                      <a:stretch>
                        <a:fillRect/>
                      </a:stretch>
                    </p:blipFill>
                    <p:spPr>
                      <a:xfrm>
                        <a:off x="1590" y="1590"/>
                        <a:ext cx="1588" cy="1588"/>
                      </a:xfrm>
                      <a:prstGeom prst="rect">
                        <a:avLst/>
                      </a:prstGeom>
                    </p:spPr>
                  </p:pic>
                </p:oleObj>
              </mc:Fallback>
            </mc:AlternateContent>
          </a:graphicData>
        </a:graphic>
      </p:graphicFrame>
      <p:sp>
        <p:nvSpPr>
          <p:cNvPr id="8" name="Subtitle">
            <a:extLst>
              <a:ext uri="{FF2B5EF4-FFF2-40B4-BE49-F238E27FC236}">
                <a16:creationId xmlns:a16="http://schemas.microsoft.com/office/drawing/2014/main" id="{1F5D0AC9-20E5-44AB-A57F-159FD31A7C3F}"/>
              </a:ext>
            </a:extLst>
          </p:cNvPr>
          <p:cNvSpPr>
            <a:spLocks noGrp="1"/>
          </p:cNvSpPr>
          <p:nvPr>
            <p:ph type="body" sz="quarter" idx="37" hasCustomPrompt="1"/>
          </p:nvPr>
        </p:nvSpPr>
        <p:spPr>
          <a:xfrm>
            <a:off x="225584" y="729088"/>
            <a:ext cx="8532000" cy="265457"/>
          </a:xfrm>
          <a:prstGeom prst="rect">
            <a:avLst/>
          </a:prstGeom>
        </p:spPr>
        <p:txBody>
          <a:bodyPr tIns="45720" bIns="45720" anchor="t" anchorCtr="0">
            <a:spAutoFit/>
          </a:bodyPr>
          <a:lstStyle>
            <a:lvl1pPr marL="0" marR="0" indent="0" algn="l" defTabSz="975659" rtl="0" eaLnBrk="1" fontAlgn="auto" latinLnBrk="0" hangingPunct="1">
              <a:lnSpc>
                <a:spcPct val="100000"/>
              </a:lnSpc>
              <a:spcBef>
                <a:spcPts val="0"/>
              </a:spcBef>
              <a:spcAft>
                <a:spcPts val="0"/>
              </a:spcAft>
              <a:buClrTx/>
              <a:buSzTx/>
              <a:buFont typeface="Arial" charset="0"/>
              <a:buNone/>
              <a:tabLst/>
              <a:defRPr sz="1125" b="0">
                <a:solidFill>
                  <a:schemeClr val="tx1"/>
                </a:solidFill>
                <a:latin typeface="Graphik" panose="020B0503030202060203" pitchFamily="34" charset="0"/>
                <a:ea typeface="Meiryo UI" panose="020B0604030504040204" pitchFamily="50" charset="-128"/>
              </a:defRPr>
            </a:lvl1pPr>
          </a:lstStyle>
          <a:p>
            <a:pPr lvl="0"/>
            <a:r>
              <a:rPr lang="en-US" altLang="ja-JP"/>
              <a:t>Sub-Title Formatting</a:t>
            </a:r>
            <a:endParaRPr lang="ja-JP" altLang="en-US"/>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hasCustomPrompt="1"/>
          </p:nvPr>
        </p:nvSpPr>
        <p:spPr>
          <a:xfrm>
            <a:off x="225584" y="34030"/>
            <a:ext cx="8532000" cy="323165"/>
          </a:xfrm>
          <a:prstGeom prst="rect">
            <a:avLst/>
          </a:prstGeom>
        </p:spPr>
        <p:txBody>
          <a:bodyPr anchor="ctr" anchorCtr="0">
            <a:spAutoFit/>
          </a:bodyPr>
          <a:lstStyle>
            <a:lvl1pPr marL="0" marR="0" indent="0" algn="l" defTabSz="975659" rtl="0" eaLnBrk="1" fontAlgn="auto" latinLnBrk="0" hangingPunct="1">
              <a:lnSpc>
                <a:spcPct val="100000"/>
              </a:lnSpc>
              <a:spcBef>
                <a:spcPts val="0"/>
              </a:spcBef>
              <a:spcAft>
                <a:spcPts val="0"/>
              </a:spcAft>
              <a:buClrTx/>
              <a:buSzTx/>
              <a:buFont typeface="Arial" charset="0"/>
              <a:buNone/>
              <a:tabLst/>
              <a:defRPr sz="1500" b="1">
                <a:solidFill>
                  <a:srgbClr val="7030A0"/>
                </a:solidFill>
                <a:latin typeface="Graphik" panose="020B0503030202060203" pitchFamily="34" charset="0"/>
                <a:ea typeface="Meiryo UI" panose="020B0604030504040204" pitchFamily="50" charset="-128"/>
              </a:defRPr>
            </a:lvl1pPr>
          </a:lstStyle>
          <a:p>
            <a:pPr lvl="0"/>
            <a:r>
              <a:rPr lang="en-US" altLang="ja-JP" noProof="0"/>
              <a:t>Master Text Formatting</a:t>
            </a:r>
            <a:endParaRPr lang="ja-JP" altLang="en-US" noProof="0"/>
          </a:p>
        </p:txBody>
      </p:sp>
      <p:sp>
        <p:nvSpPr>
          <p:cNvPr id="10" name="Title 2">
            <a:extLst>
              <a:ext uri="{FF2B5EF4-FFF2-40B4-BE49-F238E27FC236}">
                <a16:creationId xmlns:a16="http://schemas.microsoft.com/office/drawing/2014/main" id="{4F6B60F4-9919-41FE-A603-015DB9F0B9C8}"/>
              </a:ext>
            </a:extLst>
          </p:cNvPr>
          <p:cNvSpPr>
            <a:spLocks noGrp="1"/>
          </p:cNvSpPr>
          <p:nvPr>
            <p:ph type="title" hasCustomPrompt="1"/>
          </p:nvPr>
        </p:nvSpPr>
        <p:spPr>
          <a:xfrm>
            <a:off x="225584" y="369598"/>
            <a:ext cx="8532000" cy="324000"/>
          </a:xfrm>
          <a:prstGeom prst="rect">
            <a:avLst/>
          </a:prstGeom>
        </p:spPr>
        <p:txBody>
          <a:bodyPr vert="horz" anchor="ctr" anchorCtr="0">
            <a:noAutofit/>
          </a:bodyPr>
          <a:lstStyle>
            <a:lvl1pPr>
              <a:lnSpc>
                <a:spcPct val="80000"/>
              </a:lnSpc>
              <a:defRPr sz="2250" b="1">
                <a:latin typeface="Graphik" panose="020B0503030202060203" pitchFamily="34" charset="0"/>
                <a:ea typeface="Meiryo UI" panose="020B0604030504040204" pitchFamily="50" charset="-128"/>
              </a:defRPr>
            </a:lvl1pPr>
          </a:lstStyle>
          <a:p>
            <a:r>
              <a:rPr lang="en-US" altLang="ja-JP"/>
              <a:t>Master Title Formatting</a:t>
            </a:r>
            <a:endParaRPr lang="en-GB"/>
          </a:p>
        </p:txBody>
      </p:sp>
      <p:sp>
        <p:nvSpPr>
          <p:cNvPr id="4" name="テキスト ボックス 3">
            <a:extLst>
              <a:ext uri="{FF2B5EF4-FFF2-40B4-BE49-F238E27FC236}">
                <a16:creationId xmlns:a16="http://schemas.microsoft.com/office/drawing/2014/main" id="{9297DCD0-4D1B-EC11-D235-9C935D5A3C33}"/>
              </a:ext>
            </a:extLst>
          </p:cNvPr>
          <p:cNvSpPr txBox="1"/>
          <p:nvPr userDrawn="1"/>
        </p:nvSpPr>
        <p:spPr>
          <a:xfrm>
            <a:off x="8768318" y="4914446"/>
            <a:ext cx="299883" cy="133228"/>
          </a:xfrm>
          <a:prstGeom prst="rect">
            <a:avLst/>
          </a:prstGeom>
          <a:noFill/>
        </p:spPr>
        <p:txBody>
          <a:bodyPr wrap="square" lIns="20250" tIns="20250" rIns="20250" bIns="20250" rtlCol="0">
            <a:spAutoFit/>
          </a:bodyPr>
          <a:lstStyle/>
          <a:p>
            <a:pPr algn="ctr"/>
            <a:fld id="{989496C2-B50A-F244-A0A1-E3849033C8B1}" type="slidenum">
              <a:rPr lang="en-GB" altLang="ja-JP" sz="600" smtClean="0">
                <a:solidFill>
                  <a:schemeClr val="bg1">
                    <a:lumMod val="50000"/>
                  </a:schemeClr>
                </a:solidFill>
                <a:latin typeface="Graphik" panose="020B0503030202060203" pitchFamily="34" charset="0"/>
                <a:ea typeface="Meiryo UI" panose="020B0604030504040204" pitchFamily="50" charset="-128"/>
                <a:sym typeface="Meiryo UI" panose="020B0604030504040204" pitchFamily="50" charset="-128"/>
              </a:rPr>
              <a:pPr algn="ctr"/>
              <a:t>‹#›</a:t>
            </a:fld>
            <a:endParaRPr kumimoji="1" lang="ja-JP" altLang="en-US" sz="600" i="1">
              <a:latin typeface="Graphik" panose="020B0503030202060203" pitchFamily="34" charset="0"/>
              <a:ea typeface="Meiryo UI" panose="020B0604030504040204" pitchFamily="50" charset="-128"/>
              <a:sym typeface="Meiryo UI" panose="020B0604030504040204" pitchFamily="50" charset="-128"/>
            </a:endParaRPr>
          </a:p>
        </p:txBody>
      </p:sp>
      <p:sp>
        <p:nvSpPr>
          <p:cNvPr id="2" name="Rectangle 1">
            <a:extLst>
              <a:ext uri="{FF2B5EF4-FFF2-40B4-BE49-F238E27FC236}">
                <a16:creationId xmlns:a16="http://schemas.microsoft.com/office/drawing/2014/main" id="{9D28B3B4-2522-AACC-94E7-2E31E11D10A8}"/>
              </a:ext>
            </a:extLst>
          </p:cNvPr>
          <p:cNvSpPr/>
          <p:nvPr userDrawn="1"/>
        </p:nvSpPr>
        <p:spPr>
          <a:xfrm>
            <a:off x="-400316" y="0"/>
            <a:ext cx="274320" cy="274320"/>
          </a:xfrm>
          <a:prstGeom prst="rect">
            <a:avLst/>
          </a:prstGeom>
          <a:solidFill>
            <a:srgbClr val="D131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5" name="Rectangle 4">
            <a:extLst>
              <a:ext uri="{FF2B5EF4-FFF2-40B4-BE49-F238E27FC236}">
                <a16:creationId xmlns:a16="http://schemas.microsoft.com/office/drawing/2014/main" id="{7D42BC76-8ED7-7657-99CC-F1AE432B4FDA}"/>
              </a:ext>
            </a:extLst>
          </p:cNvPr>
          <p:cNvSpPr/>
          <p:nvPr userDrawn="1"/>
        </p:nvSpPr>
        <p:spPr>
          <a:xfrm>
            <a:off x="-400316" y="1149568"/>
            <a:ext cx="274320" cy="274320"/>
          </a:xfrm>
          <a:prstGeom prst="rect">
            <a:avLst/>
          </a:prstGeom>
          <a:solidFill>
            <a:srgbClr val="F3BC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6" name="Rectangle 5">
            <a:extLst>
              <a:ext uri="{FF2B5EF4-FFF2-40B4-BE49-F238E27FC236}">
                <a16:creationId xmlns:a16="http://schemas.microsoft.com/office/drawing/2014/main" id="{0CEDFBA7-C06C-1CAD-15A2-3BB91630DD03}"/>
              </a:ext>
            </a:extLst>
          </p:cNvPr>
          <p:cNvSpPr/>
          <p:nvPr userDrawn="1"/>
        </p:nvSpPr>
        <p:spPr>
          <a:xfrm>
            <a:off x="-400316" y="383189"/>
            <a:ext cx="274320" cy="274320"/>
          </a:xfrm>
          <a:prstGeom prst="rect">
            <a:avLst/>
          </a:prstGeom>
          <a:solidFill>
            <a:srgbClr val="5655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7" name="Rectangle 6">
            <a:extLst>
              <a:ext uri="{FF2B5EF4-FFF2-40B4-BE49-F238E27FC236}">
                <a16:creationId xmlns:a16="http://schemas.microsoft.com/office/drawing/2014/main" id="{6B8F74E1-4FB5-50F7-2246-81DCC5BB1CC5}"/>
              </a:ext>
            </a:extLst>
          </p:cNvPr>
          <p:cNvSpPr/>
          <p:nvPr userDrawn="1"/>
        </p:nvSpPr>
        <p:spPr>
          <a:xfrm>
            <a:off x="-400316" y="766378"/>
            <a:ext cx="274320" cy="274320"/>
          </a:xfrm>
          <a:prstGeom prst="rect">
            <a:avLst/>
          </a:prstGeom>
          <a:solidFill>
            <a:srgbClr val="F05A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11" name="Rectangle 10">
            <a:extLst>
              <a:ext uri="{FF2B5EF4-FFF2-40B4-BE49-F238E27FC236}">
                <a16:creationId xmlns:a16="http://schemas.microsoft.com/office/drawing/2014/main" id="{7EB94679-3414-EAAD-B416-DD9D40944C9E}"/>
              </a:ext>
            </a:extLst>
          </p:cNvPr>
          <p:cNvSpPr/>
          <p:nvPr userDrawn="1"/>
        </p:nvSpPr>
        <p:spPr>
          <a:xfrm>
            <a:off x="-400316" y="1532757"/>
            <a:ext cx="274320" cy="2743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Tree>
    <p:extLst>
      <p:ext uri="{BB962C8B-B14F-4D97-AF65-F5344CB8AC3E}">
        <p14:creationId xmlns:p14="http://schemas.microsoft.com/office/powerpoint/2010/main" val="205225315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Subhead (top) and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F05757F-4FA7-2614-5B88-4E49EFEDD40E}"/>
              </a:ext>
            </a:extLst>
          </p:cNvPr>
          <p:cNvGraphicFramePr>
            <a:graphicFrameLocks noChangeAspect="1"/>
          </p:cNvGraphicFramePr>
          <p:nvPr userDrawn="1">
            <p:custDataLst>
              <p:tags r:id="rId1"/>
            </p:custDataLst>
            <p:extLst>
              <p:ext uri="{D42A27DB-BD31-4B8C-83A1-F6EECF244321}">
                <p14:modId xmlns:p14="http://schemas.microsoft.com/office/powerpoint/2010/main" val="2388889263"/>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3" name="think-cell data - do not delete" hidden="1">
                        <a:extLst>
                          <a:ext uri="{FF2B5EF4-FFF2-40B4-BE49-F238E27FC236}">
                            <a16:creationId xmlns:a16="http://schemas.microsoft.com/office/drawing/2014/main" id="{DF05757F-4FA7-2614-5B88-4E49EFEDD40E}"/>
                          </a:ext>
                        </a:extLst>
                      </p:cNvPr>
                      <p:cNvPicPr/>
                      <p:nvPr/>
                    </p:nvPicPr>
                    <p:blipFill>
                      <a:blip r:embed="rId4"/>
                      <a:stretch>
                        <a:fillRect/>
                      </a:stretch>
                    </p:blipFill>
                    <p:spPr>
                      <a:xfrm>
                        <a:off x="1590" y="1590"/>
                        <a:ext cx="1588" cy="1588"/>
                      </a:xfrm>
                      <a:prstGeom prst="rect">
                        <a:avLst/>
                      </a:prstGeom>
                    </p:spPr>
                  </p:pic>
                </p:oleObj>
              </mc:Fallback>
            </mc:AlternateContent>
          </a:graphicData>
        </a:graphic>
      </p:graphicFrame>
      <p:sp>
        <p:nvSpPr>
          <p:cNvPr id="8" name="Subtitle">
            <a:extLst>
              <a:ext uri="{FF2B5EF4-FFF2-40B4-BE49-F238E27FC236}">
                <a16:creationId xmlns:a16="http://schemas.microsoft.com/office/drawing/2014/main" id="{1F5D0AC9-20E5-44AB-A57F-159FD31A7C3F}"/>
              </a:ext>
            </a:extLst>
          </p:cNvPr>
          <p:cNvSpPr>
            <a:spLocks noGrp="1"/>
          </p:cNvSpPr>
          <p:nvPr>
            <p:ph type="body" sz="quarter" idx="37" hasCustomPrompt="1"/>
          </p:nvPr>
        </p:nvSpPr>
        <p:spPr>
          <a:xfrm>
            <a:off x="225584" y="729088"/>
            <a:ext cx="8532000" cy="265457"/>
          </a:xfrm>
          <a:prstGeom prst="rect">
            <a:avLst/>
          </a:prstGeom>
        </p:spPr>
        <p:txBody>
          <a:bodyPr tIns="45720" bIns="45720" anchor="t" anchorCtr="0">
            <a:spAutoFit/>
          </a:bodyPr>
          <a:lstStyle>
            <a:lvl1pPr marL="0" marR="0" indent="0" algn="l" defTabSz="975659" rtl="0" eaLnBrk="1" fontAlgn="auto" latinLnBrk="0" hangingPunct="1">
              <a:lnSpc>
                <a:spcPct val="100000"/>
              </a:lnSpc>
              <a:spcBef>
                <a:spcPts val="0"/>
              </a:spcBef>
              <a:spcAft>
                <a:spcPts val="0"/>
              </a:spcAft>
              <a:buClrTx/>
              <a:buSzTx/>
              <a:buFont typeface="Arial" charset="0"/>
              <a:buNone/>
              <a:tabLst/>
              <a:defRPr sz="1125" b="0">
                <a:solidFill>
                  <a:schemeClr val="tx1"/>
                </a:solidFill>
                <a:latin typeface="Graphik" panose="020B0503030202060203" pitchFamily="34" charset="0"/>
                <a:ea typeface="Meiryo UI" panose="020B0604030504040204" pitchFamily="50" charset="-128"/>
              </a:defRPr>
            </a:lvl1pPr>
          </a:lstStyle>
          <a:p>
            <a:pPr lvl="0"/>
            <a:r>
              <a:rPr lang="en-US" altLang="ja-JP"/>
              <a:t>Sub-Title Formatting</a:t>
            </a:r>
            <a:endParaRPr lang="ja-JP" altLang="en-US"/>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hasCustomPrompt="1"/>
          </p:nvPr>
        </p:nvSpPr>
        <p:spPr>
          <a:xfrm>
            <a:off x="225584" y="34030"/>
            <a:ext cx="8532000" cy="323165"/>
          </a:xfrm>
          <a:prstGeom prst="rect">
            <a:avLst/>
          </a:prstGeom>
        </p:spPr>
        <p:txBody>
          <a:bodyPr anchor="ctr" anchorCtr="0">
            <a:spAutoFit/>
          </a:bodyPr>
          <a:lstStyle>
            <a:lvl1pPr marL="0" marR="0" indent="0" algn="l" defTabSz="975659" rtl="0" eaLnBrk="1" fontAlgn="auto" latinLnBrk="0" hangingPunct="1">
              <a:lnSpc>
                <a:spcPct val="100000"/>
              </a:lnSpc>
              <a:spcBef>
                <a:spcPts val="0"/>
              </a:spcBef>
              <a:spcAft>
                <a:spcPts val="0"/>
              </a:spcAft>
              <a:buClrTx/>
              <a:buSzTx/>
              <a:buFont typeface="Arial" charset="0"/>
              <a:buNone/>
              <a:tabLst/>
              <a:defRPr sz="1500" b="1">
                <a:solidFill>
                  <a:srgbClr val="7030A0"/>
                </a:solidFill>
                <a:latin typeface="Graphik" panose="020B0503030202060203" pitchFamily="34" charset="0"/>
                <a:ea typeface="Meiryo UI" panose="020B0604030504040204" pitchFamily="50" charset="-128"/>
              </a:defRPr>
            </a:lvl1pPr>
          </a:lstStyle>
          <a:p>
            <a:pPr lvl="0"/>
            <a:r>
              <a:rPr lang="en-US" altLang="ja-JP" noProof="0"/>
              <a:t>Master Text Formatting</a:t>
            </a:r>
            <a:endParaRPr lang="ja-JP" altLang="en-US" noProof="0"/>
          </a:p>
        </p:txBody>
      </p:sp>
      <p:sp>
        <p:nvSpPr>
          <p:cNvPr id="10" name="Title 2">
            <a:extLst>
              <a:ext uri="{FF2B5EF4-FFF2-40B4-BE49-F238E27FC236}">
                <a16:creationId xmlns:a16="http://schemas.microsoft.com/office/drawing/2014/main" id="{4F6B60F4-9919-41FE-A603-015DB9F0B9C8}"/>
              </a:ext>
            </a:extLst>
          </p:cNvPr>
          <p:cNvSpPr>
            <a:spLocks noGrp="1"/>
          </p:cNvSpPr>
          <p:nvPr>
            <p:ph type="title" hasCustomPrompt="1"/>
          </p:nvPr>
        </p:nvSpPr>
        <p:spPr>
          <a:xfrm>
            <a:off x="225584" y="369598"/>
            <a:ext cx="8532000" cy="324000"/>
          </a:xfrm>
          <a:prstGeom prst="rect">
            <a:avLst/>
          </a:prstGeom>
        </p:spPr>
        <p:txBody>
          <a:bodyPr vert="horz" anchor="ctr" anchorCtr="0">
            <a:noAutofit/>
          </a:bodyPr>
          <a:lstStyle>
            <a:lvl1pPr>
              <a:lnSpc>
                <a:spcPct val="80000"/>
              </a:lnSpc>
              <a:defRPr sz="2250" b="1">
                <a:latin typeface="Graphik" panose="020B0503030202060203" pitchFamily="34" charset="0"/>
                <a:ea typeface="Meiryo UI" panose="020B0604030504040204" pitchFamily="50" charset="-128"/>
              </a:defRPr>
            </a:lvl1pPr>
          </a:lstStyle>
          <a:p>
            <a:r>
              <a:rPr lang="en-US" altLang="ja-JP"/>
              <a:t>Master Title Formatting</a:t>
            </a:r>
            <a:endParaRPr lang="en-GB"/>
          </a:p>
        </p:txBody>
      </p:sp>
      <p:sp>
        <p:nvSpPr>
          <p:cNvPr id="4" name="テキスト ボックス 3">
            <a:extLst>
              <a:ext uri="{FF2B5EF4-FFF2-40B4-BE49-F238E27FC236}">
                <a16:creationId xmlns:a16="http://schemas.microsoft.com/office/drawing/2014/main" id="{9297DCD0-4D1B-EC11-D235-9C935D5A3C33}"/>
              </a:ext>
            </a:extLst>
          </p:cNvPr>
          <p:cNvSpPr txBox="1"/>
          <p:nvPr userDrawn="1"/>
        </p:nvSpPr>
        <p:spPr>
          <a:xfrm>
            <a:off x="8768318" y="4914446"/>
            <a:ext cx="299883" cy="156312"/>
          </a:xfrm>
          <a:prstGeom prst="rect">
            <a:avLst/>
          </a:prstGeom>
          <a:noFill/>
        </p:spPr>
        <p:txBody>
          <a:bodyPr wrap="square" lIns="20250" tIns="20250" rIns="20250" bIns="20250" rtlCol="0">
            <a:spAutoFit/>
          </a:bodyPr>
          <a:lstStyle/>
          <a:p>
            <a:pPr algn="ctr"/>
            <a:fld id="{989496C2-B50A-F244-A0A1-E3849033C8B1}" type="slidenum">
              <a:rPr lang="en-GB" altLang="ja-JP" sz="750" smtClean="0">
                <a:solidFill>
                  <a:schemeClr val="bg1">
                    <a:lumMod val="50000"/>
                  </a:schemeClr>
                </a:solidFill>
                <a:latin typeface="Graphik" panose="020B0503030202060203" pitchFamily="34" charset="0"/>
                <a:ea typeface="Meiryo UI" panose="020B0604030504040204" pitchFamily="50" charset="-128"/>
                <a:sym typeface="Meiryo UI" panose="020B0604030504040204" pitchFamily="50" charset="-128"/>
              </a:rPr>
              <a:pPr algn="ctr"/>
              <a:t>‹#›</a:t>
            </a:fld>
            <a:endParaRPr kumimoji="1" lang="ja-JP" altLang="en-US" sz="750" i="1">
              <a:latin typeface="Graphik" panose="020B0503030202060203" pitchFamily="34" charset="0"/>
              <a:ea typeface="Meiryo UI" panose="020B0604030504040204" pitchFamily="50" charset="-128"/>
              <a:sym typeface="Meiryo UI" panose="020B0604030504040204" pitchFamily="50" charset="-128"/>
            </a:endParaRPr>
          </a:p>
        </p:txBody>
      </p:sp>
      <p:sp>
        <p:nvSpPr>
          <p:cNvPr id="2" name="Rectangle 1">
            <a:extLst>
              <a:ext uri="{FF2B5EF4-FFF2-40B4-BE49-F238E27FC236}">
                <a16:creationId xmlns:a16="http://schemas.microsoft.com/office/drawing/2014/main" id="{9D28B3B4-2522-AACC-94E7-2E31E11D10A8}"/>
              </a:ext>
            </a:extLst>
          </p:cNvPr>
          <p:cNvSpPr/>
          <p:nvPr userDrawn="1"/>
        </p:nvSpPr>
        <p:spPr>
          <a:xfrm>
            <a:off x="-400316" y="0"/>
            <a:ext cx="274320" cy="274320"/>
          </a:xfrm>
          <a:prstGeom prst="rect">
            <a:avLst/>
          </a:prstGeom>
          <a:solidFill>
            <a:srgbClr val="D131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5" name="Rectangle 4">
            <a:extLst>
              <a:ext uri="{FF2B5EF4-FFF2-40B4-BE49-F238E27FC236}">
                <a16:creationId xmlns:a16="http://schemas.microsoft.com/office/drawing/2014/main" id="{7D42BC76-8ED7-7657-99CC-F1AE432B4FDA}"/>
              </a:ext>
            </a:extLst>
          </p:cNvPr>
          <p:cNvSpPr/>
          <p:nvPr userDrawn="1"/>
        </p:nvSpPr>
        <p:spPr>
          <a:xfrm>
            <a:off x="-400316" y="1149568"/>
            <a:ext cx="274320" cy="274320"/>
          </a:xfrm>
          <a:prstGeom prst="rect">
            <a:avLst/>
          </a:prstGeom>
          <a:solidFill>
            <a:srgbClr val="F3BC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6" name="Rectangle 5">
            <a:extLst>
              <a:ext uri="{FF2B5EF4-FFF2-40B4-BE49-F238E27FC236}">
                <a16:creationId xmlns:a16="http://schemas.microsoft.com/office/drawing/2014/main" id="{0CEDFBA7-C06C-1CAD-15A2-3BB91630DD03}"/>
              </a:ext>
            </a:extLst>
          </p:cNvPr>
          <p:cNvSpPr/>
          <p:nvPr userDrawn="1"/>
        </p:nvSpPr>
        <p:spPr>
          <a:xfrm>
            <a:off x="-400316" y="383189"/>
            <a:ext cx="274320" cy="274320"/>
          </a:xfrm>
          <a:prstGeom prst="rect">
            <a:avLst/>
          </a:prstGeom>
          <a:solidFill>
            <a:srgbClr val="5655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7" name="Rectangle 6">
            <a:extLst>
              <a:ext uri="{FF2B5EF4-FFF2-40B4-BE49-F238E27FC236}">
                <a16:creationId xmlns:a16="http://schemas.microsoft.com/office/drawing/2014/main" id="{6B8F74E1-4FB5-50F7-2246-81DCC5BB1CC5}"/>
              </a:ext>
            </a:extLst>
          </p:cNvPr>
          <p:cNvSpPr/>
          <p:nvPr userDrawn="1"/>
        </p:nvSpPr>
        <p:spPr>
          <a:xfrm>
            <a:off x="-400316" y="766378"/>
            <a:ext cx="274320" cy="274320"/>
          </a:xfrm>
          <a:prstGeom prst="rect">
            <a:avLst/>
          </a:prstGeom>
          <a:solidFill>
            <a:srgbClr val="F05A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11" name="Rectangle 10">
            <a:extLst>
              <a:ext uri="{FF2B5EF4-FFF2-40B4-BE49-F238E27FC236}">
                <a16:creationId xmlns:a16="http://schemas.microsoft.com/office/drawing/2014/main" id="{7EB94679-3414-EAAD-B416-DD9D40944C9E}"/>
              </a:ext>
            </a:extLst>
          </p:cNvPr>
          <p:cNvSpPr/>
          <p:nvPr userDrawn="1"/>
        </p:nvSpPr>
        <p:spPr>
          <a:xfrm>
            <a:off x="-400316" y="1532757"/>
            <a:ext cx="274320" cy="2743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Tree>
    <p:extLst>
      <p:ext uri="{BB962C8B-B14F-4D97-AF65-F5344CB8AC3E}">
        <p14:creationId xmlns:p14="http://schemas.microsoft.com/office/powerpoint/2010/main" val="25030855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Subhead (top) and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F05757F-4FA7-2614-5B88-4E49EFEDD40E}"/>
              </a:ext>
            </a:extLst>
          </p:cNvPr>
          <p:cNvGraphicFramePr>
            <a:graphicFrameLocks noChangeAspect="1"/>
          </p:cNvGraphicFramePr>
          <p:nvPr userDrawn="1">
            <p:custDataLst>
              <p:tags r:id="rId1"/>
            </p:custDataLst>
            <p:extLst>
              <p:ext uri="{D42A27DB-BD31-4B8C-83A1-F6EECF244321}">
                <p14:modId xmlns:p14="http://schemas.microsoft.com/office/powerpoint/2010/main" val="2388889263"/>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3" name="think-cell data - do not delete" hidden="1">
                        <a:extLst>
                          <a:ext uri="{FF2B5EF4-FFF2-40B4-BE49-F238E27FC236}">
                            <a16:creationId xmlns:a16="http://schemas.microsoft.com/office/drawing/2014/main" id="{DF05757F-4FA7-2614-5B88-4E49EFEDD40E}"/>
                          </a:ext>
                        </a:extLst>
                      </p:cNvPr>
                      <p:cNvPicPr/>
                      <p:nvPr/>
                    </p:nvPicPr>
                    <p:blipFill>
                      <a:blip r:embed="rId4"/>
                      <a:stretch>
                        <a:fillRect/>
                      </a:stretch>
                    </p:blipFill>
                    <p:spPr>
                      <a:xfrm>
                        <a:off x="1590" y="1590"/>
                        <a:ext cx="1588" cy="1588"/>
                      </a:xfrm>
                      <a:prstGeom prst="rect">
                        <a:avLst/>
                      </a:prstGeom>
                    </p:spPr>
                  </p:pic>
                </p:oleObj>
              </mc:Fallback>
            </mc:AlternateContent>
          </a:graphicData>
        </a:graphic>
      </p:graphicFrame>
      <p:sp>
        <p:nvSpPr>
          <p:cNvPr id="8" name="Subtitle">
            <a:extLst>
              <a:ext uri="{FF2B5EF4-FFF2-40B4-BE49-F238E27FC236}">
                <a16:creationId xmlns:a16="http://schemas.microsoft.com/office/drawing/2014/main" id="{1F5D0AC9-20E5-44AB-A57F-159FD31A7C3F}"/>
              </a:ext>
            </a:extLst>
          </p:cNvPr>
          <p:cNvSpPr>
            <a:spLocks noGrp="1"/>
          </p:cNvSpPr>
          <p:nvPr>
            <p:ph type="body" sz="quarter" idx="37" hasCustomPrompt="1"/>
          </p:nvPr>
        </p:nvSpPr>
        <p:spPr>
          <a:xfrm>
            <a:off x="225584" y="729089"/>
            <a:ext cx="8532000" cy="265457"/>
          </a:xfrm>
          <a:prstGeom prst="rect">
            <a:avLst/>
          </a:prstGeom>
        </p:spPr>
        <p:txBody>
          <a:bodyPr tIns="45720" bIns="45720" anchor="t" anchorCtr="0">
            <a:spAutoFit/>
          </a:bodyPr>
          <a:lstStyle>
            <a:lvl1pPr marL="0" marR="0" indent="0" algn="l" defTabSz="975635" rtl="0" eaLnBrk="1" fontAlgn="auto" latinLnBrk="0" hangingPunct="1">
              <a:lnSpc>
                <a:spcPct val="100000"/>
              </a:lnSpc>
              <a:spcBef>
                <a:spcPts val="0"/>
              </a:spcBef>
              <a:spcAft>
                <a:spcPts val="0"/>
              </a:spcAft>
              <a:buClrTx/>
              <a:buSzTx/>
              <a:buFont typeface="Arial" charset="0"/>
              <a:buNone/>
              <a:tabLst/>
              <a:defRPr sz="1125" b="0">
                <a:solidFill>
                  <a:schemeClr val="tx1"/>
                </a:solidFill>
                <a:latin typeface="Graphik" panose="020B0503030202060203" pitchFamily="34" charset="0"/>
                <a:ea typeface="Meiryo UI" panose="020B0604030504040204" pitchFamily="50" charset="-128"/>
              </a:defRPr>
            </a:lvl1pPr>
          </a:lstStyle>
          <a:p>
            <a:pPr lvl="0"/>
            <a:r>
              <a:rPr lang="en-US" altLang="ja-JP"/>
              <a:t>Sub-Title Formatting</a:t>
            </a:r>
            <a:endParaRPr lang="ja-JP" altLang="en-US"/>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hasCustomPrompt="1"/>
          </p:nvPr>
        </p:nvSpPr>
        <p:spPr>
          <a:xfrm>
            <a:off x="225584" y="34030"/>
            <a:ext cx="8532000" cy="323165"/>
          </a:xfrm>
          <a:prstGeom prst="rect">
            <a:avLst/>
          </a:prstGeom>
        </p:spPr>
        <p:txBody>
          <a:bodyPr anchor="ctr" anchorCtr="0">
            <a:spAutoFit/>
          </a:bodyPr>
          <a:lstStyle>
            <a:lvl1pPr marL="0" marR="0" indent="0" algn="l" defTabSz="975635" rtl="0" eaLnBrk="1" fontAlgn="auto" latinLnBrk="0" hangingPunct="1">
              <a:lnSpc>
                <a:spcPct val="100000"/>
              </a:lnSpc>
              <a:spcBef>
                <a:spcPts val="0"/>
              </a:spcBef>
              <a:spcAft>
                <a:spcPts val="0"/>
              </a:spcAft>
              <a:buClrTx/>
              <a:buSzTx/>
              <a:buFont typeface="Arial" charset="0"/>
              <a:buNone/>
              <a:tabLst/>
              <a:defRPr sz="1500" b="1">
                <a:solidFill>
                  <a:srgbClr val="7030A0"/>
                </a:solidFill>
                <a:latin typeface="Graphik" panose="020B0503030202060203" pitchFamily="34" charset="0"/>
                <a:ea typeface="Meiryo UI" panose="020B0604030504040204" pitchFamily="50" charset="-128"/>
              </a:defRPr>
            </a:lvl1pPr>
          </a:lstStyle>
          <a:p>
            <a:pPr lvl="0"/>
            <a:r>
              <a:rPr lang="en-US" altLang="ja-JP" noProof="0"/>
              <a:t>Master Text Formatting</a:t>
            </a:r>
            <a:endParaRPr lang="ja-JP" altLang="en-US" noProof="0"/>
          </a:p>
        </p:txBody>
      </p:sp>
      <p:sp>
        <p:nvSpPr>
          <p:cNvPr id="10" name="Title 2">
            <a:extLst>
              <a:ext uri="{FF2B5EF4-FFF2-40B4-BE49-F238E27FC236}">
                <a16:creationId xmlns:a16="http://schemas.microsoft.com/office/drawing/2014/main" id="{4F6B60F4-9919-41FE-A603-015DB9F0B9C8}"/>
              </a:ext>
            </a:extLst>
          </p:cNvPr>
          <p:cNvSpPr>
            <a:spLocks noGrp="1"/>
          </p:cNvSpPr>
          <p:nvPr>
            <p:ph type="title" hasCustomPrompt="1"/>
          </p:nvPr>
        </p:nvSpPr>
        <p:spPr>
          <a:xfrm>
            <a:off x="225584" y="369598"/>
            <a:ext cx="8532000" cy="324000"/>
          </a:xfrm>
          <a:prstGeom prst="rect">
            <a:avLst/>
          </a:prstGeom>
        </p:spPr>
        <p:txBody>
          <a:bodyPr vert="horz" anchor="ctr" anchorCtr="0">
            <a:noAutofit/>
          </a:bodyPr>
          <a:lstStyle>
            <a:lvl1pPr>
              <a:lnSpc>
                <a:spcPct val="80000"/>
              </a:lnSpc>
              <a:defRPr sz="2250" b="1">
                <a:latin typeface="Graphik" panose="020B0503030202060203" pitchFamily="34" charset="0"/>
                <a:ea typeface="Meiryo UI" panose="020B0604030504040204" pitchFamily="50" charset="-128"/>
              </a:defRPr>
            </a:lvl1pPr>
          </a:lstStyle>
          <a:p>
            <a:r>
              <a:rPr lang="en-US" altLang="ja-JP"/>
              <a:t>Master Title Formatting</a:t>
            </a:r>
            <a:endParaRPr lang="en-GB"/>
          </a:p>
        </p:txBody>
      </p:sp>
      <p:sp>
        <p:nvSpPr>
          <p:cNvPr id="4" name="テキスト ボックス 3">
            <a:extLst>
              <a:ext uri="{FF2B5EF4-FFF2-40B4-BE49-F238E27FC236}">
                <a16:creationId xmlns:a16="http://schemas.microsoft.com/office/drawing/2014/main" id="{9297DCD0-4D1B-EC11-D235-9C935D5A3C33}"/>
              </a:ext>
            </a:extLst>
          </p:cNvPr>
          <p:cNvSpPr txBox="1"/>
          <p:nvPr userDrawn="1"/>
        </p:nvSpPr>
        <p:spPr>
          <a:xfrm>
            <a:off x="8768318" y="4914449"/>
            <a:ext cx="299883" cy="179395"/>
          </a:xfrm>
          <a:prstGeom prst="rect">
            <a:avLst/>
          </a:prstGeom>
          <a:noFill/>
        </p:spPr>
        <p:txBody>
          <a:bodyPr wrap="square" lIns="20250" tIns="20250" rIns="20250" bIns="20250" rtlCol="0">
            <a:spAutoFit/>
          </a:bodyPr>
          <a:lstStyle/>
          <a:p>
            <a:pPr algn="ctr"/>
            <a:fld id="{989496C2-B50A-F244-A0A1-E3849033C8B1}" type="slidenum">
              <a:rPr lang="en-GB" altLang="ja-JP" sz="9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900" i="1">
              <a:latin typeface="Meiryo UI" panose="020B0604030504040204" pitchFamily="50" charset="-128"/>
              <a:ea typeface="Meiryo UI" panose="020B0604030504040204" pitchFamily="50" charset="-128"/>
              <a:sym typeface="Meiryo UI" panose="020B0604030504040204" pitchFamily="50" charset="-128"/>
            </a:endParaRPr>
          </a:p>
        </p:txBody>
      </p:sp>
      <p:sp>
        <p:nvSpPr>
          <p:cNvPr id="2" name="Rectangle 1">
            <a:extLst>
              <a:ext uri="{FF2B5EF4-FFF2-40B4-BE49-F238E27FC236}">
                <a16:creationId xmlns:a16="http://schemas.microsoft.com/office/drawing/2014/main" id="{9D28B3B4-2522-AACC-94E7-2E31E11D10A8}"/>
              </a:ext>
            </a:extLst>
          </p:cNvPr>
          <p:cNvSpPr/>
          <p:nvPr userDrawn="1"/>
        </p:nvSpPr>
        <p:spPr>
          <a:xfrm>
            <a:off x="-400316" y="0"/>
            <a:ext cx="274320" cy="274320"/>
          </a:xfrm>
          <a:prstGeom prst="rect">
            <a:avLst/>
          </a:prstGeom>
          <a:solidFill>
            <a:srgbClr val="D131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5" name="Rectangle 4">
            <a:extLst>
              <a:ext uri="{FF2B5EF4-FFF2-40B4-BE49-F238E27FC236}">
                <a16:creationId xmlns:a16="http://schemas.microsoft.com/office/drawing/2014/main" id="{7D42BC76-8ED7-7657-99CC-F1AE432B4FDA}"/>
              </a:ext>
            </a:extLst>
          </p:cNvPr>
          <p:cNvSpPr/>
          <p:nvPr userDrawn="1"/>
        </p:nvSpPr>
        <p:spPr>
          <a:xfrm>
            <a:off x="-400316" y="1149568"/>
            <a:ext cx="274320" cy="274320"/>
          </a:xfrm>
          <a:prstGeom prst="rect">
            <a:avLst/>
          </a:prstGeom>
          <a:solidFill>
            <a:srgbClr val="F3BC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6" name="Rectangle 5">
            <a:extLst>
              <a:ext uri="{FF2B5EF4-FFF2-40B4-BE49-F238E27FC236}">
                <a16:creationId xmlns:a16="http://schemas.microsoft.com/office/drawing/2014/main" id="{0CEDFBA7-C06C-1CAD-15A2-3BB91630DD03}"/>
              </a:ext>
            </a:extLst>
          </p:cNvPr>
          <p:cNvSpPr/>
          <p:nvPr userDrawn="1"/>
        </p:nvSpPr>
        <p:spPr>
          <a:xfrm>
            <a:off x="-400316" y="383189"/>
            <a:ext cx="274320" cy="274320"/>
          </a:xfrm>
          <a:prstGeom prst="rect">
            <a:avLst/>
          </a:prstGeom>
          <a:solidFill>
            <a:srgbClr val="5655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7" name="Rectangle 6">
            <a:extLst>
              <a:ext uri="{FF2B5EF4-FFF2-40B4-BE49-F238E27FC236}">
                <a16:creationId xmlns:a16="http://schemas.microsoft.com/office/drawing/2014/main" id="{6B8F74E1-4FB5-50F7-2246-81DCC5BB1CC5}"/>
              </a:ext>
            </a:extLst>
          </p:cNvPr>
          <p:cNvSpPr/>
          <p:nvPr userDrawn="1"/>
        </p:nvSpPr>
        <p:spPr>
          <a:xfrm>
            <a:off x="-400316" y="766378"/>
            <a:ext cx="274320" cy="274320"/>
          </a:xfrm>
          <a:prstGeom prst="rect">
            <a:avLst/>
          </a:prstGeom>
          <a:solidFill>
            <a:srgbClr val="F05A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11" name="Rectangle 10">
            <a:extLst>
              <a:ext uri="{FF2B5EF4-FFF2-40B4-BE49-F238E27FC236}">
                <a16:creationId xmlns:a16="http://schemas.microsoft.com/office/drawing/2014/main" id="{7EB94679-3414-EAAD-B416-DD9D40944C9E}"/>
              </a:ext>
            </a:extLst>
          </p:cNvPr>
          <p:cNvSpPr/>
          <p:nvPr userDrawn="1"/>
        </p:nvSpPr>
        <p:spPr>
          <a:xfrm>
            <a:off x="-400316" y="1532757"/>
            <a:ext cx="274320" cy="2743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Tree>
    <p:extLst>
      <p:ext uri="{BB962C8B-B14F-4D97-AF65-F5344CB8AC3E}">
        <p14:creationId xmlns:p14="http://schemas.microsoft.com/office/powerpoint/2010/main" val="383168805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0_Subhead (top) and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F05757F-4FA7-2614-5B88-4E49EFEDD40E}"/>
              </a:ext>
            </a:extLst>
          </p:cNvPr>
          <p:cNvGraphicFramePr>
            <a:graphicFrameLocks noChangeAspect="1"/>
          </p:cNvGraphicFramePr>
          <p:nvPr userDrawn="1">
            <p:custDataLst>
              <p:tags r:id="rId1"/>
            </p:custDataLst>
            <p:extLst>
              <p:ext uri="{D42A27DB-BD31-4B8C-83A1-F6EECF244321}">
                <p14:modId xmlns:p14="http://schemas.microsoft.com/office/powerpoint/2010/main" val="2388889263"/>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3" name="think-cell data - do not delete" hidden="1">
                        <a:extLst>
                          <a:ext uri="{FF2B5EF4-FFF2-40B4-BE49-F238E27FC236}">
                            <a16:creationId xmlns:a16="http://schemas.microsoft.com/office/drawing/2014/main" id="{DF05757F-4FA7-2614-5B88-4E49EFEDD40E}"/>
                          </a:ext>
                        </a:extLst>
                      </p:cNvPr>
                      <p:cNvPicPr/>
                      <p:nvPr/>
                    </p:nvPicPr>
                    <p:blipFill>
                      <a:blip r:embed="rId4"/>
                      <a:stretch>
                        <a:fillRect/>
                      </a:stretch>
                    </p:blipFill>
                    <p:spPr>
                      <a:xfrm>
                        <a:off x="1590" y="1590"/>
                        <a:ext cx="1588" cy="1588"/>
                      </a:xfrm>
                      <a:prstGeom prst="rect">
                        <a:avLst/>
                      </a:prstGeom>
                    </p:spPr>
                  </p:pic>
                </p:oleObj>
              </mc:Fallback>
            </mc:AlternateContent>
          </a:graphicData>
        </a:graphic>
      </p:graphicFrame>
      <p:sp>
        <p:nvSpPr>
          <p:cNvPr id="8" name="Subtitle">
            <a:extLst>
              <a:ext uri="{FF2B5EF4-FFF2-40B4-BE49-F238E27FC236}">
                <a16:creationId xmlns:a16="http://schemas.microsoft.com/office/drawing/2014/main" id="{1F5D0AC9-20E5-44AB-A57F-159FD31A7C3F}"/>
              </a:ext>
            </a:extLst>
          </p:cNvPr>
          <p:cNvSpPr>
            <a:spLocks noGrp="1"/>
          </p:cNvSpPr>
          <p:nvPr>
            <p:ph type="body" sz="quarter" idx="37" hasCustomPrompt="1"/>
          </p:nvPr>
        </p:nvSpPr>
        <p:spPr>
          <a:xfrm>
            <a:off x="225584" y="729089"/>
            <a:ext cx="8532000" cy="265457"/>
          </a:xfrm>
          <a:prstGeom prst="rect">
            <a:avLst/>
          </a:prstGeom>
        </p:spPr>
        <p:txBody>
          <a:bodyPr tIns="45720" bIns="45720" anchor="t" anchorCtr="0">
            <a:spAutoFit/>
          </a:bodyPr>
          <a:lstStyle>
            <a:lvl1pPr marL="0" marR="0" indent="0" algn="l" defTabSz="975635" rtl="0" eaLnBrk="1" fontAlgn="auto" latinLnBrk="0" hangingPunct="1">
              <a:lnSpc>
                <a:spcPct val="100000"/>
              </a:lnSpc>
              <a:spcBef>
                <a:spcPts val="0"/>
              </a:spcBef>
              <a:spcAft>
                <a:spcPts val="0"/>
              </a:spcAft>
              <a:buClrTx/>
              <a:buSzTx/>
              <a:buFont typeface="Arial" charset="0"/>
              <a:buNone/>
              <a:tabLst/>
              <a:defRPr sz="1125" b="0">
                <a:solidFill>
                  <a:schemeClr val="tx1"/>
                </a:solidFill>
                <a:latin typeface="Graphik" panose="020B0503030202060203" pitchFamily="34" charset="0"/>
                <a:ea typeface="Meiryo UI" panose="020B0604030504040204" pitchFamily="50" charset="-128"/>
              </a:defRPr>
            </a:lvl1pPr>
          </a:lstStyle>
          <a:p>
            <a:pPr lvl="0"/>
            <a:r>
              <a:rPr lang="en-US" altLang="ja-JP"/>
              <a:t>Sub-Title Formatting</a:t>
            </a:r>
            <a:endParaRPr lang="ja-JP" altLang="en-US"/>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hasCustomPrompt="1"/>
          </p:nvPr>
        </p:nvSpPr>
        <p:spPr>
          <a:xfrm>
            <a:off x="225584" y="34030"/>
            <a:ext cx="8532000" cy="323165"/>
          </a:xfrm>
          <a:prstGeom prst="rect">
            <a:avLst/>
          </a:prstGeom>
        </p:spPr>
        <p:txBody>
          <a:bodyPr anchor="ctr" anchorCtr="0">
            <a:spAutoFit/>
          </a:bodyPr>
          <a:lstStyle>
            <a:lvl1pPr marL="0" marR="0" indent="0" algn="l" defTabSz="975635" rtl="0" eaLnBrk="1" fontAlgn="auto" latinLnBrk="0" hangingPunct="1">
              <a:lnSpc>
                <a:spcPct val="100000"/>
              </a:lnSpc>
              <a:spcBef>
                <a:spcPts val="0"/>
              </a:spcBef>
              <a:spcAft>
                <a:spcPts val="0"/>
              </a:spcAft>
              <a:buClrTx/>
              <a:buSzTx/>
              <a:buFont typeface="Arial" charset="0"/>
              <a:buNone/>
              <a:tabLst/>
              <a:defRPr sz="1500" b="1">
                <a:solidFill>
                  <a:srgbClr val="7030A0"/>
                </a:solidFill>
                <a:latin typeface="Graphik" panose="020B0503030202060203" pitchFamily="34" charset="0"/>
                <a:ea typeface="Meiryo UI" panose="020B0604030504040204" pitchFamily="50" charset="-128"/>
              </a:defRPr>
            </a:lvl1pPr>
          </a:lstStyle>
          <a:p>
            <a:pPr lvl="0"/>
            <a:r>
              <a:rPr lang="en-US" altLang="ja-JP" noProof="0"/>
              <a:t>Master Text Formatting</a:t>
            </a:r>
            <a:endParaRPr lang="ja-JP" altLang="en-US" noProof="0"/>
          </a:p>
        </p:txBody>
      </p:sp>
      <p:sp>
        <p:nvSpPr>
          <p:cNvPr id="10" name="Title 2">
            <a:extLst>
              <a:ext uri="{FF2B5EF4-FFF2-40B4-BE49-F238E27FC236}">
                <a16:creationId xmlns:a16="http://schemas.microsoft.com/office/drawing/2014/main" id="{4F6B60F4-9919-41FE-A603-015DB9F0B9C8}"/>
              </a:ext>
            </a:extLst>
          </p:cNvPr>
          <p:cNvSpPr>
            <a:spLocks noGrp="1"/>
          </p:cNvSpPr>
          <p:nvPr>
            <p:ph type="title" hasCustomPrompt="1"/>
          </p:nvPr>
        </p:nvSpPr>
        <p:spPr>
          <a:xfrm>
            <a:off x="225584" y="369598"/>
            <a:ext cx="8532000" cy="324000"/>
          </a:xfrm>
          <a:prstGeom prst="rect">
            <a:avLst/>
          </a:prstGeom>
        </p:spPr>
        <p:txBody>
          <a:bodyPr vert="horz" anchor="ctr" anchorCtr="0">
            <a:noAutofit/>
          </a:bodyPr>
          <a:lstStyle>
            <a:lvl1pPr>
              <a:lnSpc>
                <a:spcPct val="80000"/>
              </a:lnSpc>
              <a:defRPr sz="2250" b="1">
                <a:latin typeface="Graphik" panose="020B0503030202060203" pitchFamily="34" charset="0"/>
                <a:ea typeface="Meiryo UI" panose="020B0604030504040204" pitchFamily="50" charset="-128"/>
              </a:defRPr>
            </a:lvl1pPr>
          </a:lstStyle>
          <a:p>
            <a:r>
              <a:rPr lang="en-US" altLang="ja-JP"/>
              <a:t>Master Title Formatting</a:t>
            </a:r>
            <a:endParaRPr lang="en-GB"/>
          </a:p>
        </p:txBody>
      </p:sp>
      <p:sp>
        <p:nvSpPr>
          <p:cNvPr id="4" name="テキスト ボックス 3">
            <a:extLst>
              <a:ext uri="{FF2B5EF4-FFF2-40B4-BE49-F238E27FC236}">
                <a16:creationId xmlns:a16="http://schemas.microsoft.com/office/drawing/2014/main" id="{9297DCD0-4D1B-EC11-D235-9C935D5A3C33}"/>
              </a:ext>
            </a:extLst>
          </p:cNvPr>
          <p:cNvSpPr txBox="1"/>
          <p:nvPr userDrawn="1"/>
        </p:nvSpPr>
        <p:spPr>
          <a:xfrm>
            <a:off x="8768318" y="4914446"/>
            <a:ext cx="299883" cy="156312"/>
          </a:xfrm>
          <a:prstGeom prst="rect">
            <a:avLst/>
          </a:prstGeom>
          <a:noFill/>
        </p:spPr>
        <p:txBody>
          <a:bodyPr wrap="square" lIns="20250" tIns="20250" rIns="20250" bIns="20250" rtlCol="0">
            <a:spAutoFit/>
          </a:bodyPr>
          <a:lstStyle/>
          <a:p>
            <a:pPr algn="ctr"/>
            <a:fld id="{989496C2-B50A-F244-A0A1-E3849033C8B1}" type="slidenum">
              <a:rPr lang="en-GB" altLang="ja-JP" sz="750" smtClean="0">
                <a:solidFill>
                  <a:schemeClr val="bg1">
                    <a:lumMod val="50000"/>
                  </a:schemeClr>
                </a:solidFill>
                <a:latin typeface="Graphik" panose="020B0503030202060203" pitchFamily="34" charset="0"/>
                <a:ea typeface="Meiryo UI" panose="020B0604030504040204" pitchFamily="50" charset="-128"/>
                <a:sym typeface="Meiryo UI" panose="020B0604030504040204" pitchFamily="50" charset="-128"/>
              </a:rPr>
              <a:pPr algn="ctr"/>
              <a:t>‹#›</a:t>
            </a:fld>
            <a:endParaRPr kumimoji="1" lang="ja-JP" altLang="en-US" sz="750" i="1">
              <a:latin typeface="Graphik" panose="020B0503030202060203" pitchFamily="34" charset="0"/>
              <a:ea typeface="Meiryo UI" panose="020B0604030504040204" pitchFamily="50" charset="-128"/>
              <a:sym typeface="Meiryo UI" panose="020B0604030504040204" pitchFamily="50" charset="-128"/>
            </a:endParaRPr>
          </a:p>
        </p:txBody>
      </p:sp>
      <p:sp>
        <p:nvSpPr>
          <p:cNvPr id="2" name="Rectangle 1">
            <a:extLst>
              <a:ext uri="{FF2B5EF4-FFF2-40B4-BE49-F238E27FC236}">
                <a16:creationId xmlns:a16="http://schemas.microsoft.com/office/drawing/2014/main" id="{9D28B3B4-2522-AACC-94E7-2E31E11D10A8}"/>
              </a:ext>
            </a:extLst>
          </p:cNvPr>
          <p:cNvSpPr/>
          <p:nvPr userDrawn="1"/>
        </p:nvSpPr>
        <p:spPr>
          <a:xfrm>
            <a:off x="-400316" y="0"/>
            <a:ext cx="274320" cy="274320"/>
          </a:xfrm>
          <a:prstGeom prst="rect">
            <a:avLst/>
          </a:prstGeom>
          <a:solidFill>
            <a:srgbClr val="D131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5" name="Rectangle 4">
            <a:extLst>
              <a:ext uri="{FF2B5EF4-FFF2-40B4-BE49-F238E27FC236}">
                <a16:creationId xmlns:a16="http://schemas.microsoft.com/office/drawing/2014/main" id="{7D42BC76-8ED7-7657-99CC-F1AE432B4FDA}"/>
              </a:ext>
            </a:extLst>
          </p:cNvPr>
          <p:cNvSpPr/>
          <p:nvPr userDrawn="1"/>
        </p:nvSpPr>
        <p:spPr>
          <a:xfrm>
            <a:off x="-400316" y="1149568"/>
            <a:ext cx="274320" cy="274320"/>
          </a:xfrm>
          <a:prstGeom prst="rect">
            <a:avLst/>
          </a:prstGeom>
          <a:solidFill>
            <a:srgbClr val="F3BC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6" name="Rectangle 5">
            <a:extLst>
              <a:ext uri="{FF2B5EF4-FFF2-40B4-BE49-F238E27FC236}">
                <a16:creationId xmlns:a16="http://schemas.microsoft.com/office/drawing/2014/main" id="{0CEDFBA7-C06C-1CAD-15A2-3BB91630DD03}"/>
              </a:ext>
            </a:extLst>
          </p:cNvPr>
          <p:cNvSpPr/>
          <p:nvPr userDrawn="1"/>
        </p:nvSpPr>
        <p:spPr>
          <a:xfrm>
            <a:off x="-400316" y="383189"/>
            <a:ext cx="274320" cy="274320"/>
          </a:xfrm>
          <a:prstGeom prst="rect">
            <a:avLst/>
          </a:prstGeom>
          <a:solidFill>
            <a:srgbClr val="5655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7" name="Rectangle 6">
            <a:extLst>
              <a:ext uri="{FF2B5EF4-FFF2-40B4-BE49-F238E27FC236}">
                <a16:creationId xmlns:a16="http://schemas.microsoft.com/office/drawing/2014/main" id="{6B8F74E1-4FB5-50F7-2246-81DCC5BB1CC5}"/>
              </a:ext>
            </a:extLst>
          </p:cNvPr>
          <p:cNvSpPr/>
          <p:nvPr userDrawn="1"/>
        </p:nvSpPr>
        <p:spPr>
          <a:xfrm>
            <a:off x="-400316" y="766378"/>
            <a:ext cx="274320" cy="274320"/>
          </a:xfrm>
          <a:prstGeom prst="rect">
            <a:avLst/>
          </a:prstGeom>
          <a:solidFill>
            <a:srgbClr val="F05A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11" name="Rectangle 10">
            <a:extLst>
              <a:ext uri="{FF2B5EF4-FFF2-40B4-BE49-F238E27FC236}">
                <a16:creationId xmlns:a16="http://schemas.microsoft.com/office/drawing/2014/main" id="{7EB94679-3414-EAAD-B416-DD9D40944C9E}"/>
              </a:ext>
            </a:extLst>
          </p:cNvPr>
          <p:cNvSpPr/>
          <p:nvPr userDrawn="1"/>
        </p:nvSpPr>
        <p:spPr>
          <a:xfrm>
            <a:off x="-400316" y="1532757"/>
            <a:ext cx="274320" cy="2743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Tree>
    <p:extLst>
      <p:ext uri="{BB962C8B-B14F-4D97-AF65-F5344CB8AC3E}">
        <p14:creationId xmlns:p14="http://schemas.microsoft.com/office/powerpoint/2010/main" val="237014908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9_Subhead (top) and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F05757F-4FA7-2614-5B88-4E49EFEDD40E}"/>
              </a:ext>
            </a:extLst>
          </p:cNvPr>
          <p:cNvGraphicFramePr>
            <a:graphicFrameLocks noChangeAspect="1"/>
          </p:cNvGraphicFramePr>
          <p:nvPr userDrawn="1">
            <p:custDataLst>
              <p:tags r:id="rId1"/>
            </p:custDataLst>
            <p:extLst>
              <p:ext uri="{D42A27DB-BD31-4B8C-83A1-F6EECF244321}">
                <p14:modId xmlns:p14="http://schemas.microsoft.com/office/powerpoint/2010/main" val="2388889263"/>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3" name="think-cell data - do not delete" hidden="1">
                        <a:extLst>
                          <a:ext uri="{FF2B5EF4-FFF2-40B4-BE49-F238E27FC236}">
                            <a16:creationId xmlns:a16="http://schemas.microsoft.com/office/drawing/2014/main" id="{DF05757F-4FA7-2614-5B88-4E49EFEDD40E}"/>
                          </a:ext>
                        </a:extLst>
                      </p:cNvPr>
                      <p:cNvPicPr/>
                      <p:nvPr/>
                    </p:nvPicPr>
                    <p:blipFill>
                      <a:blip r:embed="rId4"/>
                      <a:stretch>
                        <a:fillRect/>
                      </a:stretch>
                    </p:blipFill>
                    <p:spPr>
                      <a:xfrm>
                        <a:off x="1590" y="1590"/>
                        <a:ext cx="1588" cy="1588"/>
                      </a:xfrm>
                      <a:prstGeom prst="rect">
                        <a:avLst/>
                      </a:prstGeom>
                    </p:spPr>
                  </p:pic>
                </p:oleObj>
              </mc:Fallback>
            </mc:AlternateContent>
          </a:graphicData>
        </a:graphic>
      </p:graphicFrame>
      <p:sp>
        <p:nvSpPr>
          <p:cNvPr id="8" name="Subtitle">
            <a:extLst>
              <a:ext uri="{FF2B5EF4-FFF2-40B4-BE49-F238E27FC236}">
                <a16:creationId xmlns:a16="http://schemas.microsoft.com/office/drawing/2014/main" id="{1F5D0AC9-20E5-44AB-A57F-159FD31A7C3F}"/>
              </a:ext>
            </a:extLst>
          </p:cNvPr>
          <p:cNvSpPr>
            <a:spLocks noGrp="1"/>
          </p:cNvSpPr>
          <p:nvPr>
            <p:ph type="body" sz="quarter" idx="37" hasCustomPrompt="1"/>
          </p:nvPr>
        </p:nvSpPr>
        <p:spPr>
          <a:xfrm>
            <a:off x="225584" y="729089"/>
            <a:ext cx="8532000" cy="265457"/>
          </a:xfrm>
          <a:prstGeom prst="rect">
            <a:avLst/>
          </a:prstGeom>
        </p:spPr>
        <p:txBody>
          <a:bodyPr tIns="45720" bIns="45720" anchor="t" anchorCtr="0">
            <a:spAutoFit/>
          </a:bodyPr>
          <a:lstStyle>
            <a:lvl1pPr marL="0" marR="0" indent="0" algn="l" defTabSz="975611" rtl="0" eaLnBrk="1" fontAlgn="auto" latinLnBrk="0" hangingPunct="1">
              <a:lnSpc>
                <a:spcPct val="100000"/>
              </a:lnSpc>
              <a:spcBef>
                <a:spcPts val="0"/>
              </a:spcBef>
              <a:spcAft>
                <a:spcPts val="0"/>
              </a:spcAft>
              <a:buClrTx/>
              <a:buSzTx/>
              <a:buFont typeface="Arial" charset="0"/>
              <a:buNone/>
              <a:tabLst/>
              <a:defRPr sz="1125" b="0">
                <a:solidFill>
                  <a:schemeClr val="tx1"/>
                </a:solidFill>
                <a:latin typeface="Graphik" panose="020B0503030202060203" pitchFamily="34" charset="0"/>
                <a:ea typeface="Meiryo UI" panose="020B0604030504040204" pitchFamily="50" charset="-128"/>
              </a:defRPr>
            </a:lvl1pPr>
          </a:lstStyle>
          <a:p>
            <a:pPr lvl="0"/>
            <a:r>
              <a:rPr lang="en-US" altLang="ja-JP"/>
              <a:t>Sub-Title Formatting</a:t>
            </a:r>
            <a:endParaRPr lang="ja-JP" altLang="en-US"/>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hasCustomPrompt="1"/>
          </p:nvPr>
        </p:nvSpPr>
        <p:spPr>
          <a:xfrm>
            <a:off x="225584" y="34030"/>
            <a:ext cx="8532000" cy="323165"/>
          </a:xfrm>
          <a:prstGeom prst="rect">
            <a:avLst/>
          </a:prstGeom>
        </p:spPr>
        <p:txBody>
          <a:bodyPr anchor="ctr" anchorCtr="0">
            <a:spAutoFit/>
          </a:bodyPr>
          <a:lstStyle>
            <a:lvl1pPr marL="0" marR="0" indent="0" algn="l" defTabSz="975611" rtl="0" eaLnBrk="1" fontAlgn="auto" latinLnBrk="0" hangingPunct="1">
              <a:lnSpc>
                <a:spcPct val="100000"/>
              </a:lnSpc>
              <a:spcBef>
                <a:spcPts val="0"/>
              </a:spcBef>
              <a:spcAft>
                <a:spcPts val="0"/>
              </a:spcAft>
              <a:buClrTx/>
              <a:buSzTx/>
              <a:buFont typeface="Arial" charset="0"/>
              <a:buNone/>
              <a:tabLst/>
              <a:defRPr sz="1500" b="1">
                <a:solidFill>
                  <a:srgbClr val="7030A0"/>
                </a:solidFill>
                <a:latin typeface="Graphik" panose="020B0503030202060203" pitchFamily="34" charset="0"/>
                <a:ea typeface="Meiryo UI" panose="020B0604030504040204" pitchFamily="50" charset="-128"/>
              </a:defRPr>
            </a:lvl1pPr>
          </a:lstStyle>
          <a:p>
            <a:pPr lvl="0"/>
            <a:r>
              <a:rPr lang="en-US" altLang="ja-JP" noProof="0"/>
              <a:t>Master Text Formatting</a:t>
            </a:r>
            <a:endParaRPr lang="ja-JP" altLang="en-US" noProof="0"/>
          </a:p>
        </p:txBody>
      </p:sp>
      <p:sp>
        <p:nvSpPr>
          <p:cNvPr id="10" name="Title 2">
            <a:extLst>
              <a:ext uri="{FF2B5EF4-FFF2-40B4-BE49-F238E27FC236}">
                <a16:creationId xmlns:a16="http://schemas.microsoft.com/office/drawing/2014/main" id="{4F6B60F4-9919-41FE-A603-015DB9F0B9C8}"/>
              </a:ext>
            </a:extLst>
          </p:cNvPr>
          <p:cNvSpPr>
            <a:spLocks noGrp="1"/>
          </p:cNvSpPr>
          <p:nvPr>
            <p:ph type="title" hasCustomPrompt="1"/>
          </p:nvPr>
        </p:nvSpPr>
        <p:spPr>
          <a:xfrm>
            <a:off x="225584" y="369598"/>
            <a:ext cx="8532000" cy="324000"/>
          </a:xfrm>
          <a:prstGeom prst="rect">
            <a:avLst/>
          </a:prstGeom>
        </p:spPr>
        <p:txBody>
          <a:bodyPr vert="horz" anchor="ctr" anchorCtr="0">
            <a:noAutofit/>
          </a:bodyPr>
          <a:lstStyle>
            <a:lvl1pPr>
              <a:lnSpc>
                <a:spcPct val="80000"/>
              </a:lnSpc>
              <a:defRPr sz="2250" b="1">
                <a:latin typeface="Graphik" panose="020B0503030202060203" pitchFamily="34" charset="0"/>
                <a:ea typeface="Meiryo UI" panose="020B0604030504040204" pitchFamily="50" charset="-128"/>
              </a:defRPr>
            </a:lvl1pPr>
          </a:lstStyle>
          <a:p>
            <a:r>
              <a:rPr lang="en-US" altLang="ja-JP"/>
              <a:t>Master Title Formatting</a:t>
            </a:r>
            <a:endParaRPr lang="en-GB"/>
          </a:p>
        </p:txBody>
      </p:sp>
      <p:sp>
        <p:nvSpPr>
          <p:cNvPr id="4" name="テキスト ボックス 3">
            <a:extLst>
              <a:ext uri="{FF2B5EF4-FFF2-40B4-BE49-F238E27FC236}">
                <a16:creationId xmlns:a16="http://schemas.microsoft.com/office/drawing/2014/main" id="{9297DCD0-4D1B-EC11-D235-9C935D5A3C33}"/>
              </a:ext>
            </a:extLst>
          </p:cNvPr>
          <p:cNvSpPr txBox="1"/>
          <p:nvPr userDrawn="1"/>
        </p:nvSpPr>
        <p:spPr>
          <a:xfrm>
            <a:off x="8768318" y="4914446"/>
            <a:ext cx="299883" cy="133228"/>
          </a:xfrm>
          <a:prstGeom prst="rect">
            <a:avLst/>
          </a:prstGeom>
          <a:noFill/>
        </p:spPr>
        <p:txBody>
          <a:bodyPr wrap="square" lIns="20250" tIns="20250" rIns="20250" bIns="20250" rtlCol="0">
            <a:spAutoFit/>
          </a:bodyPr>
          <a:lstStyle/>
          <a:p>
            <a:pPr algn="ctr"/>
            <a:fld id="{989496C2-B50A-F244-A0A1-E3849033C8B1}" type="slidenum">
              <a:rPr lang="en-GB" altLang="ja-JP" sz="600" smtClean="0">
                <a:solidFill>
                  <a:schemeClr val="bg1">
                    <a:lumMod val="50000"/>
                  </a:schemeClr>
                </a:solidFill>
                <a:latin typeface="Graphik" panose="020B0503030202060203" pitchFamily="34" charset="0"/>
                <a:ea typeface="Meiryo UI" panose="020B0604030504040204" pitchFamily="50" charset="-128"/>
                <a:sym typeface="Meiryo UI" panose="020B0604030504040204" pitchFamily="50" charset="-128"/>
              </a:rPr>
              <a:pPr algn="ctr"/>
              <a:t>‹#›</a:t>
            </a:fld>
            <a:endParaRPr kumimoji="1" lang="ja-JP" altLang="en-US" sz="600" i="1">
              <a:latin typeface="Graphik" panose="020B0503030202060203" pitchFamily="34" charset="0"/>
              <a:ea typeface="Meiryo UI" panose="020B0604030504040204" pitchFamily="50" charset="-128"/>
              <a:sym typeface="Meiryo UI" panose="020B0604030504040204" pitchFamily="50" charset="-128"/>
            </a:endParaRPr>
          </a:p>
        </p:txBody>
      </p:sp>
      <p:sp>
        <p:nvSpPr>
          <p:cNvPr id="2" name="Rectangle 1">
            <a:extLst>
              <a:ext uri="{FF2B5EF4-FFF2-40B4-BE49-F238E27FC236}">
                <a16:creationId xmlns:a16="http://schemas.microsoft.com/office/drawing/2014/main" id="{9D28B3B4-2522-AACC-94E7-2E31E11D10A8}"/>
              </a:ext>
            </a:extLst>
          </p:cNvPr>
          <p:cNvSpPr/>
          <p:nvPr userDrawn="1"/>
        </p:nvSpPr>
        <p:spPr>
          <a:xfrm>
            <a:off x="-400316" y="0"/>
            <a:ext cx="274320" cy="274320"/>
          </a:xfrm>
          <a:prstGeom prst="rect">
            <a:avLst/>
          </a:prstGeom>
          <a:solidFill>
            <a:srgbClr val="D131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5" name="Rectangle 4">
            <a:extLst>
              <a:ext uri="{FF2B5EF4-FFF2-40B4-BE49-F238E27FC236}">
                <a16:creationId xmlns:a16="http://schemas.microsoft.com/office/drawing/2014/main" id="{7D42BC76-8ED7-7657-99CC-F1AE432B4FDA}"/>
              </a:ext>
            </a:extLst>
          </p:cNvPr>
          <p:cNvSpPr/>
          <p:nvPr userDrawn="1"/>
        </p:nvSpPr>
        <p:spPr>
          <a:xfrm>
            <a:off x="-400316" y="1149568"/>
            <a:ext cx="274320" cy="274320"/>
          </a:xfrm>
          <a:prstGeom prst="rect">
            <a:avLst/>
          </a:prstGeom>
          <a:solidFill>
            <a:srgbClr val="F3BC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6" name="Rectangle 5">
            <a:extLst>
              <a:ext uri="{FF2B5EF4-FFF2-40B4-BE49-F238E27FC236}">
                <a16:creationId xmlns:a16="http://schemas.microsoft.com/office/drawing/2014/main" id="{0CEDFBA7-C06C-1CAD-15A2-3BB91630DD03}"/>
              </a:ext>
            </a:extLst>
          </p:cNvPr>
          <p:cNvSpPr/>
          <p:nvPr userDrawn="1"/>
        </p:nvSpPr>
        <p:spPr>
          <a:xfrm>
            <a:off x="-400316" y="383189"/>
            <a:ext cx="274320" cy="274320"/>
          </a:xfrm>
          <a:prstGeom prst="rect">
            <a:avLst/>
          </a:prstGeom>
          <a:solidFill>
            <a:srgbClr val="5655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7" name="Rectangle 6">
            <a:extLst>
              <a:ext uri="{FF2B5EF4-FFF2-40B4-BE49-F238E27FC236}">
                <a16:creationId xmlns:a16="http://schemas.microsoft.com/office/drawing/2014/main" id="{6B8F74E1-4FB5-50F7-2246-81DCC5BB1CC5}"/>
              </a:ext>
            </a:extLst>
          </p:cNvPr>
          <p:cNvSpPr/>
          <p:nvPr userDrawn="1"/>
        </p:nvSpPr>
        <p:spPr>
          <a:xfrm>
            <a:off x="-400316" y="766378"/>
            <a:ext cx="274320" cy="274320"/>
          </a:xfrm>
          <a:prstGeom prst="rect">
            <a:avLst/>
          </a:prstGeom>
          <a:solidFill>
            <a:srgbClr val="F05A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11" name="Rectangle 10">
            <a:extLst>
              <a:ext uri="{FF2B5EF4-FFF2-40B4-BE49-F238E27FC236}">
                <a16:creationId xmlns:a16="http://schemas.microsoft.com/office/drawing/2014/main" id="{7EB94679-3414-EAAD-B416-DD9D40944C9E}"/>
              </a:ext>
            </a:extLst>
          </p:cNvPr>
          <p:cNvSpPr/>
          <p:nvPr userDrawn="1"/>
        </p:nvSpPr>
        <p:spPr>
          <a:xfrm>
            <a:off x="-400316" y="1532757"/>
            <a:ext cx="274320" cy="2743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Tree>
    <p:extLst>
      <p:ext uri="{BB962C8B-B14F-4D97-AF65-F5344CB8AC3E}">
        <p14:creationId xmlns:p14="http://schemas.microsoft.com/office/powerpoint/2010/main" val="258818908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Subhead (top) and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F05757F-4FA7-2614-5B88-4E49EFEDD40E}"/>
              </a:ext>
            </a:extLst>
          </p:cNvPr>
          <p:cNvGraphicFramePr>
            <a:graphicFrameLocks noChangeAspect="1"/>
          </p:cNvGraphicFramePr>
          <p:nvPr userDrawn="1">
            <p:custDataLst>
              <p:tags r:id="rId1"/>
            </p:custDataLst>
            <p:extLst>
              <p:ext uri="{D42A27DB-BD31-4B8C-83A1-F6EECF244321}">
                <p14:modId xmlns:p14="http://schemas.microsoft.com/office/powerpoint/2010/main" val="2388889263"/>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3" name="think-cell data - do not delete" hidden="1">
                        <a:extLst>
                          <a:ext uri="{FF2B5EF4-FFF2-40B4-BE49-F238E27FC236}">
                            <a16:creationId xmlns:a16="http://schemas.microsoft.com/office/drawing/2014/main" id="{DF05757F-4FA7-2614-5B88-4E49EFEDD40E}"/>
                          </a:ext>
                        </a:extLst>
                      </p:cNvPr>
                      <p:cNvPicPr/>
                      <p:nvPr/>
                    </p:nvPicPr>
                    <p:blipFill>
                      <a:blip r:embed="rId4"/>
                      <a:stretch>
                        <a:fillRect/>
                      </a:stretch>
                    </p:blipFill>
                    <p:spPr>
                      <a:xfrm>
                        <a:off x="1590" y="1590"/>
                        <a:ext cx="1588" cy="1588"/>
                      </a:xfrm>
                      <a:prstGeom prst="rect">
                        <a:avLst/>
                      </a:prstGeom>
                    </p:spPr>
                  </p:pic>
                </p:oleObj>
              </mc:Fallback>
            </mc:AlternateContent>
          </a:graphicData>
        </a:graphic>
      </p:graphicFrame>
      <p:sp>
        <p:nvSpPr>
          <p:cNvPr id="8" name="Subtitle">
            <a:extLst>
              <a:ext uri="{FF2B5EF4-FFF2-40B4-BE49-F238E27FC236}">
                <a16:creationId xmlns:a16="http://schemas.microsoft.com/office/drawing/2014/main" id="{1F5D0AC9-20E5-44AB-A57F-159FD31A7C3F}"/>
              </a:ext>
            </a:extLst>
          </p:cNvPr>
          <p:cNvSpPr>
            <a:spLocks noGrp="1"/>
          </p:cNvSpPr>
          <p:nvPr>
            <p:ph type="body" sz="quarter" idx="37" hasCustomPrompt="1"/>
          </p:nvPr>
        </p:nvSpPr>
        <p:spPr>
          <a:xfrm>
            <a:off x="225584" y="729088"/>
            <a:ext cx="8532000" cy="265457"/>
          </a:xfrm>
          <a:prstGeom prst="rect">
            <a:avLst/>
          </a:prstGeom>
        </p:spPr>
        <p:txBody>
          <a:bodyPr tIns="45720" bIns="45720" anchor="t" anchorCtr="0">
            <a:spAutoFit/>
          </a:bodyPr>
          <a:lstStyle>
            <a:lvl1pPr marL="0" marR="0" indent="0" algn="l" defTabSz="975659" rtl="0" eaLnBrk="1" fontAlgn="auto" latinLnBrk="0" hangingPunct="1">
              <a:lnSpc>
                <a:spcPct val="100000"/>
              </a:lnSpc>
              <a:spcBef>
                <a:spcPts val="0"/>
              </a:spcBef>
              <a:spcAft>
                <a:spcPts val="0"/>
              </a:spcAft>
              <a:buClrTx/>
              <a:buSzTx/>
              <a:buFont typeface="Arial" charset="0"/>
              <a:buNone/>
              <a:tabLst/>
              <a:defRPr sz="1125" b="0">
                <a:solidFill>
                  <a:schemeClr val="tx1"/>
                </a:solidFill>
                <a:latin typeface="Graphik" panose="020B0503030202060203" pitchFamily="34" charset="0"/>
                <a:ea typeface="Meiryo UI" panose="020B0604030504040204" pitchFamily="50" charset="-128"/>
              </a:defRPr>
            </a:lvl1pPr>
          </a:lstStyle>
          <a:p>
            <a:pPr lvl="0"/>
            <a:r>
              <a:rPr lang="en-US" altLang="ja-JP"/>
              <a:t>Sub-Title Formatting</a:t>
            </a:r>
            <a:endParaRPr lang="ja-JP" altLang="en-US"/>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hasCustomPrompt="1"/>
          </p:nvPr>
        </p:nvSpPr>
        <p:spPr>
          <a:xfrm>
            <a:off x="225584" y="34030"/>
            <a:ext cx="8532000" cy="323165"/>
          </a:xfrm>
          <a:prstGeom prst="rect">
            <a:avLst/>
          </a:prstGeom>
        </p:spPr>
        <p:txBody>
          <a:bodyPr anchor="ctr" anchorCtr="0">
            <a:spAutoFit/>
          </a:bodyPr>
          <a:lstStyle>
            <a:lvl1pPr marL="0" marR="0" indent="0" algn="l" defTabSz="975659" rtl="0" eaLnBrk="1" fontAlgn="auto" latinLnBrk="0" hangingPunct="1">
              <a:lnSpc>
                <a:spcPct val="100000"/>
              </a:lnSpc>
              <a:spcBef>
                <a:spcPts val="0"/>
              </a:spcBef>
              <a:spcAft>
                <a:spcPts val="0"/>
              </a:spcAft>
              <a:buClrTx/>
              <a:buSzTx/>
              <a:buFont typeface="Arial" charset="0"/>
              <a:buNone/>
              <a:tabLst/>
              <a:defRPr sz="1500" b="1">
                <a:solidFill>
                  <a:srgbClr val="7030A0"/>
                </a:solidFill>
                <a:latin typeface="Graphik" panose="020B0503030202060203" pitchFamily="34" charset="0"/>
                <a:ea typeface="Meiryo UI" panose="020B0604030504040204" pitchFamily="50" charset="-128"/>
              </a:defRPr>
            </a:lvl1pPr>
          </a:lstStyle>
          <a:p>
            <a:pPr lvl="0"/>
            <a:r>
              <a:rPr lang="en-US" altLang="ja-JP" noProof="0"/>
              <a:t>Master Text Formatting</a:t>
            </a:r>
            <a:endParaRPr lang="ja-JP" altLang="en-US" noProof="0"/>
          </a:p>
        </p:txBody>
      </p:sp>
      <p:sp>
        <p:nvSpPr>
          <p:cNvPr id="10" name="Title 2">
            <a:extLst>
              <a:ext uri="{FF2B5EF4-FFF2-40B4-BE49-F238E27FC236}">
                <a16:creationId xmlns:a16="http://schemas.microsoft.com/office/drawing/2014/main" id="{4F6B60F4-9919-41FE-A603-015DB9F0B9C8}"/>
              </a:ext>
            </a:extLst>
          </p:cNvPr>
          <p:cNvSpPr>
            <a:spLocks noGrp="1"/>
          </p:cNvSpPr>
          <p:nvPr>
            <p:ph type="title" hasCustomPrompt="1"/>
          </p:nvPr>
        </p:nvSpPr>
        <p:spPr>
          <a:xfrm>
            <a:off x="225584" y="369598"/>
            <a:ext cx="8532000" cy="324000"/>
          </a:xfrm>
          <a:prstGeom prst="rect">
            <a:avLst/>
          </a:prstGeom>
        </p:spPr>
        <p:txBody>
          <a:bodyPr vert="horz" anchor="ctr" anchorCtr="0">
            <a:noAutofit/>
          </a:bodyPr>
          <a:lstStyle>
            <a:lvl1pPr>
              <a:lnSpc>
                <a:spcPct val="80000"/>
              </a:lnSpc>
              <a:defRPr sz="2250" b="1">
                <a:latin typeface="Graphik" panose="020B0503030202060203" pitchFamily="34" charset="0"/>
                <a:ea typeface="Meiryo UI" panose="020B0604030504040204" pitchFamily="50" charset="-128"/>
              </a:defRPr>
            </a:lvl1pPr>
          </a:lstStyle>
          <a:p>
            <a:r>
              <a:rPr lang="en-US" altLang="ja-JP"/>
              <a:t>Master Title Formatting</a:t>
            </a:r>
            <a:endParaRPr lang="en-GB"/>
          </a:p>
        </p:txBody>
      </p:sp>
      <p:sp>
        <p:nvSpPr>
          <p:cNvPr id="4" name="テキスト ボックス 3">
            <a:extLst>
              <a:ext uri="{FF2B5EF4-FFF2-40B4-BE49-F238E27FC236}">
                <a16:creationId xmlns:a16="http://schemas.microsoft.com/office/drawing/2014/main" id="{9297DCD0-4D1B-EC11-D235-9C935D5A3C33}"/>
              </a:ext>
            </a:extLst>
          </p:cNvPr>
          <p:cNvSpPr txBox="1"/>
          <p:nvPr userDrawn="1"/>
        </p:nvSpPr>
        <p:spPr>
          <a:xfrm>
            <a:off x="8768318" y="4914446"/>
            <a:ext cx="299883" cy="133228"/>
          </a:xfrm>
          <a:prstGeom prst="rect">
            <a:avLst/>
          </a:prstGeom>
          <a:noFill/>
        </p:spPr>
        <p:txBody>
          <a:bodyPr wrap="square" lIns="20250" tIns="20250" rIns="20250" bIns="20250" rtlCol="0">
            <a:spAutoFit/>
          </a:bodyPr>
          <a:lstStyle/>
          <a:p>
            <a:pPr algn="ctr"/>
            <a:fld id="{989496C2-B50A-F244-A0A1-E3849033C8B1}" type="slidenum">
              <a:rPr lang="en-GB" altLang="ja-JP" sz="600" smtClean="0">
                <a:solidFill>
                  <a:schemeClr val="bg1">
                    <a:lumMod val="50000"/>
                  </a:schemeClr>
                </a:solidFill>
                <a:latin typeface="Graphik" panose="020B0503030202060203" pitchFamily="34" charset="0"/>
                <a:ea typeface="Meiryo UI" panose="020B0604030504040204" pitchFamily="50" charset="-128"/>
                <a:sym typeface="Meiryo UI" panose="020B0604030504040204" pitchFamily="50" charset="-128"/>
              </a:rPr>
              <a:pPr algn="ctr"/>
              <a:t>‹#›</a:t>
            </a:fld>
            <a:endParaRPr kumimoji="1" lang="ja-JP" altLang="en-US" sz="600" i="1">
              <a:latin typeface="Graphik" panose="020B0503030202060203" pitchFamily="34" charset="0"/>
              <a:ea typeface="Meiryo UI" panose="020B0604030504040204" pitchFamily="50" charset="-128"/>
              <a:sym typeface="Meiryo UI" panose="020B0604030504040204" pitchFamily="50" charset="-128"/>
            </a:endParaRPr>
          </a:p>
        </p:txBody>
      </p:sp>
    </p:spTree>
    <p:extLst>
      <p:ext uri="{BB962C8B-B14F-4D97-AF65-F5344CB8AC3E}">
        <p14:creationId xmlns:p14="http://schemas.microsoft.com/office/powerpoint/2010/main" val="3253085841"/>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Subhead (top) and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F05757F-4FA7-2614-5B88-4E49EFEDD40E}"/>
              </a:ext>
            </a:extLst>
          </p:cNvPr>
          <p:cNvGraphicFramePr>
            <a:graphicFrameLocks noChangeAspect="1"/>
          </p:cNvGraphicFramePr>
          <p:nvPr userDrawn="1">
            <p:custDataLst>
              <p:tags r:id="rId1"/>
            </p:custDataLst>
            <p:extLst>
              <p:ext uri="{D42A27DB-BD31-4B8C-83A1-F6EECF244321}">
                <p14:modId xmlns:p14="http://schemas.microsoft.com/office/powerpoint/2010/main" val="2388889263"/>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3" name="think-cell data - do not delete" hidden="1">
                        <a:extLst>
                          <a:ext uri="{FF2B5EF4-FFF2-40B4-BE49-F238E27FC236}">
                            <a16:creationId xmlns:a16="http://schemas.microsoft.com/office/drawing/2014/main" id="{DF05757F-4FA7-2614-5B88-4E49EFEDD40E}"/>
                          </a:ext>
                        </a:extLst>
                      </p:cNvPr>
                      <p:cNvPicPr/>
                      <p:nvPr/>
                    </p:nvPicPr>
                    <p:blipFill>
                      <a:blip r:embed="rId4"/>
                      <a:stretch>
                        <a:fillRect/>
                      </a:stretch>
                    </p:blipFill>
                    <p:spPr>
                      <a:xfrm>
                        <a:off x="1590" y="1590"/>
                        <a:ext cx="1588" cy="1588"/>
                      </a:xfrm>
                      <a:prstGeom prst="rect">
                        <a:avLst/>
                      </a:prstGeom>
                    </p:spPr>
                  </p:pic>
                </p:oleObj>
              </mc:Fallback>
            </mc:AlternateContent>
          </a:graphicData>
        </a:graphic>
      </p:graphicFrame>
      <p:sp>
        <p:nvSpPr>
          <p:cNvPr id="8" name="Subtitle">
            <a:extLst>
              <a:ext uri="{FF2B5EF4-FFF2-40B4-BE49-F238E27FC236}">
                <a16:creationId xmlns:a16="http://schemas.microsoft.com/office/drawing/2014/main" id="{1F5D0AC9-20E5-44AB-A57F-159FD31A7C3F}"/>
              </a:ext>
            </a:extLst>
          </p:cNvPr>
          <p:cNvSpPr>
            <a:spLocks noGrp="1"/>
          </p:cNvSpPr>
          <p:nvPr>
            <p:ph type="body" sz="quarter" idx="37" hasCustomPrompt="1"/>
          </p:nvPr>
        </p:nvSpPr>
        <p:spPr>
          <a:xfrm>
            <a:off x="225584" y="729089"/>
            <a:ext cx="8532000" cy="265457"/>
          </a:xfrm>
          <a:prstGeom prst="rect">
            <a:avLst/>
          </a:prstGeom>
        </p:spPr>
        <p:txBody>
          <a:bodyPr tIns="45720" bIns="45720" anchor="t" anchorCtr="0">
            <a:spAutoFit/>
          </a:bodyPr>
          <a:lstStyle>
            <a:lvl1pPr marL="0" marR="0" indent="0" algn="l" defTabSz="975635" rtl="0" eaLnBrk="1" fontAlgn="auto" latinLnBrk="0" hangingPunct="1">
              <a:lnSpc>
                <a:spcPct val="100000"/>
              </a:lnSpc>
              <a:spcBef>
                <a:spcPts val="0"/>
              </a:spcBef>
              <a:spcAft>
                <a:spcPts val="0"/>
              </a:spcAft>
              <a:buClrTx/>
              <a:buSzTx/>
              <a:buFont typeface="Arial" charset="0"/>
              <a:buNone/>
              <a:tabLst/>
              <a:defRPr sz="1125" b="0">
                <a:solidFill>
                  <a:schemeClr val="tx1"/>
                </a:solidFill>
                <a:latin typeface="Graphik" panose="020B0503030202060203" pitchFamily="34" charset="0"/>
                <a:ea typeface="Meiryo UI" panose="020B0604030504040204" pitchFamily="50" charset="-128"/>
              </a:defRPr>
            </a:lvl1pPr>
          </a:lstStyle>
          <a:p>
            <a:pPr lvl="0"/>
            <a:r>
              <a:rPr lang="en-US" altLang="ja-JP"/>
              <a:t>Sub-Title Formatting</a:t>
            </a:r>
            <a:endParaRPr lang="ja-JP" altLang="en-US"/>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hasCustomPrompt="1"/>
          </p:nvPr>
        </p:nvSpPr>
        <p:spPr>
          <a:xfrm>
            <a:off x="225584" y="34030"/>
            <a:ext cx="8532000" cy="323165"/>
          </a:xfrm>
          <a:prstGeom prst="rect">
            <a:avLst/>
          </a:prstGeom>
        </p:spPr>
        <p:txBody>
          <a:bodyPr anchor="ctr" anchorCtr="0">
            <a:spAutoFit/>
          </a:bodyPr>
          <a:lstStyle>
            <a:lvl1pPr marL="0" marR="0" indent="0" algn="l" defTabSz="975635" rtl="0" eaLnBrk="1" fontAlgn="auto" latinLnBrk="0" hangingPunct="1">
              <a:lnSpc>
                <a:spcPct val="100000"/>
              </a:lnSpc>
              <a:spcBef>
                <a:spcPts val="0"/>
              </a:spcBef>
              <a:spcAft>
                <a:spcPts val="0"/>
              </a:spcAft>
              <a:buClrTx/>
              <a:buSzTx/>
              <a:buFont typeface="Arial" charset="0"/>
              <a:buNone/>
              <a:tabLst/>
              <a:defRPr sz="1500" b="1">
                <a:solidFill>
                  <a:srgbClr val="7030A0"/>
                </a:solidFill>
                <a:latin typeface="Graphik" panose="020B0503030202060203" pitchFamily="34" charset="0"/>
                <a:ea typeface="Meiryo UI" panose="020B0604030504040204" pitchFamily="50" charset="-128"/>
              </a:defRPr>
            </a:lvl1pPr>
          </a:lstStyle>
          <a:p>
            <a:pPr lvl="0"/>
            <a:r>
              <a:rPr lang="en-US" altLang="ja-JP" noProof="0"/>
              <a:t>Master Text Formatting</a:t>
            </a:r>
            <a:endParaRPr lang="ja-JP" altLang="en-US" noProof="0"/>
          </a:p>
        </p:txBody>
      </p:sp>
      <p:sp>
        <p:nvSpPr>
          <p:cNvPr id="10" name="Title 2">
            <a:extLst>
              <a:ext uri="{FF2B5EF4-FFF2-40B4-BE49-F238E27FC236}">
                <a16:creationId xmlns:a16="http://schemas.microsoft.com/office/drawing/2014/main" id="{4F6B60F4-9919-41FE-A603-015DB9F0B9C8}"/>
              </a:ext>
            </a:extLst>
          </p:cNvPr>
          <p:cNvSpPr>
            <a:spLocks noGrp="1"/>
          </p:cNvSpPr>
          <p:nvPr>
            <p:ph type="title" hasCustomPrompt="1"/>
          </p:nvPr>
        </p:nvSpPr>
        <p:spPr>
          <a:xfrm>
            <a:off x="225584" y="369598"/>
            <a:ext cx="8532000" cy="324000"/>
          </a:xfrm>
          <a:prstGeom prst="rect">
            <a:avLst/>
          </a:prstGeom>
        </p:spPr>
        <p:txBody>
          <a:bodyPr vert="horz" anchor="ctr" anchorCtr="0">
            <a:noAutofit/>
          </a:bodyPr>
          <a:lstStyle>
            <a:lvl1pPr>
              <a:lnSpc>
                <a:spcPct val="80000"/>
              </a:lnSpc>
              <a:defRPr sz="2250" b="1">
                <a:latin typeface="Graphik" panose="020B0503030202060203" pitchFamily="34" charset="0"/>
                <a:ea typeface="Meiryo UI" panose="020B0604030504040204" pitchFamily="50" charset="-128"/>
              </a:defRPr>
            </a:lvl1pPr>
          </a:lstStyle>
          <a:p>
            <a:r>
              <a:rPr lang="en-US" altLang="ja-JP"/>
              <a:t>Master Title Formatting</a:t>
            </a:r>
            <a:endParaRPr lang="en-GB"/>
          </a:p>
        </p:txBody>
      </p:sp>
      <p:sp>
        <p:nvSpPr>
          <p:cNvPr id="4" name="テキスト ボックス 3">
            <a:extLst>
              <a:ext uri="{FF2B5EF4-FFF2-40B4-BE49-F238E27FC236}">
                <a16:creationId xmlns:a16="http://schemas.microsoft.com/office/drawing/2014/main" id="{9297DCD0-4D1B-EC11-D235-9C935D5A3C33}"/>
              </a:ext>
            </a:extLst>
          </p:cNvPr>
          <p:cNvSpPr txBox="1"/>
          <p:nvPr userDrawn="1"/>
        </p:nvSpPr>
        <p:spPr>
          <a:xfrm>
            <a:off x="8768318" y="4914446"/>
            <a:ext cx="299883" cy="133228"/>
          </a:xfrm>
          <a:prstGeom prst="rect">
            <a:avLst/>
          </a:prstGeom>
          <a:noFill/>
        </p:spPr>
        <p:txBody>
          <a:bodyPr wrap="square" lIns="20250" tIns="20250" rIns="20250" bIns="20250" rtlCol="0">
            <a:spAutoFit/>
          </a:bodyPr>
          <a:lstStyle/>
          <a:p>
            <a:pPr algn="ctr"/>
            <a:fld id="{989496C2-B50A-F244-A0A1-E3849033C8B1}" type="slidenum">
              <a:rPr lang="en-GB" altLang="ja-JP" sz="600" smtClean="0">
                <a:solidFill>
                  <a:schemeClr val="bg1">
                    <a:lumMod val="50000"/>
                  </a:schemeClr>
                </a:solidFill>
                <a:latin typeface="Graphik" panose="020B0503030202060203" pitchFamily="34" charset="0"/>
                <a:ea typeface="Meiryo UI" panose="020B0604030504040204" pitchFamily="50" charset="-128"/>
                <a:sym typeface="Meiryo UI" panose="020B0604030504040204" pitchFamily="50" charset="-128"/>
              </a:rPr>
              <a:pPr algn="ctr"/>
              <a:t>‹#›</a:t>
            </a:fld>
            <a:endParaRPr kumimoji="1" lang="ja-JP" altLang="en-US" sz="600" i="1">
              <a:latin typeface="Graphik" panose="020B0503030202060203" pitchFamily="34" charset="0"/>
              <a:ea typeface="Meiryo UI" panose="020B0604030504040204" pitchFamily="50" charset="-128"/>
              <a:sym typeface="Meiryo UI" panose="020B0604030504040204" pitchFamily="50" charset="-128"/>
            </a:endParaRPr>
          </a:p>
        </p:txBody>
      </p:sp>
      <p:sp>
        <p:nvSpPr>
          <p:cNvPr id="2" name="Rectangle 1">
            <a:extLst>
              <a:ext uri="{FF2B5EF4-FFF2-40B4-BE49-F238E27FC236}">
                <a16:creationId xmlns:a16="http://schemas.microsoft.com/office/drawing/2014/main" id="{9D28B3B4-2522-AACC-94E7-2E31E11D10A8}"/>
              </a:ext>
            </a:extLst>
          </p:cNvPr>
          <p:cNvSpPr/>
          <p:nvPr userDrawn="1"/>
        </p:nvSpPr>
        <p:spPr>
          <a:xfrm>
            <a:off x="-400316" y="0"/>
            <a:ext cx="274320" cy="274320"/>
          </a:xfrm>
          <a:prstGeom prst="rect">
            <a:avLst/>
          </a:prstGeom>
          <a:solidFill>
            <a:srgbClr val="D131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5" name="Rectangle 4">
            <a:extLst>
              <a:ext uri="{FF2B5EF4-FFF2-40B4-BE49-F238E27FC236}">
                <a16:creationId xmlns:a16="http://schemas.microsoft.com/office/drawing/2014/main" id="{7D42BC76-8ED7-7657-99CC-F1AE432B4FDA}"/>
              </a:ext>
            </a:extLst>
          </p:cNvPr>
          <p:cNvSpPr/>
          <p:nvPr userDrawn="1"/>
        </p:nvSpPr>
        <p:spPr>
          <a:xfrm>
            <a:off x="-400316" y="1149568"/>
            <a:ext cx="274320" cy="274320"/>
          </a:xfrm>
          <a:prstGeom prst="rect">
            <a:avLst/>
          </a:prstGeom>
          <a:solidFill>
            <a:srgbClr val="F3BC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6" name="Rectangle 5">
            <a:extLst>
              <a:ext uri="{FF2B5EF4-FFF2-40B4-BE49-F238E27FC236}">
                <a16:creationId xmlns:a16="http://schemas.microsoft.com/office/drawing/2014/main" id="{0CEDFBA7-C06C-1CAD-15A2-3BB91630DD03}"/>
              </a:ext>
            </a:extLst>
          </p:cNvPr>
          <p:cNvSpPr/>
          <p:nvPr userDrawn="1"/>
        </p:nvSpPr>
        <p:spPr>
          <a:xfrm>
            <a:off x="-400316" y="383189"/>
            <a:ext cx="274320" cy="274320"/>
          </a:xfrm>
          <a:prstGeom prst="rect">
            <a:avLst/>
          </a:prstGeom>
          <a:solidFill>
            <a:srgbClr val="5655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7" name="Rectangle 6">
            <a:extLst>
              <a:ext uri="{FF2B5EF4-FFF2-40B4-BE49-F238E27FC236}">
                <a16:creationId xmlns:a16="http://schemas.microsoft.com/office/drawing/2014/main" id="{6B8F74E1-4FB5-50F7-2246-81DCC5BB1CC5}"/>
              </a:ext>
            </a:extLst>
          </p:cNvPr>
          <p:cNvSpPr/>
          <p:nvPr userDrawn="1"/>
        </p:nvSpPr>
        <p:spPr>
          <a:xfrm>
            <a:off x="-400316" y="766378"/>
            <a:ext cx="274320" cy="274320"/>
          </a:xfrm>
          <a:prstGeom prst="rect">
            <a:avLst/>
          </a:prstGeom>
          <a:solidFill>
            <a:srgbClr val="F05A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11" name="Rectangle 10">
            <a:extLst>
              <a:ext uri="{FF2B5EF4-FFF2-40B4-BE49-F238E27FC236}">
                <a16:creationId xmlns:a16="http://schemas.microsoft.com/office/drawing/2014/main" id="{7EB94679-3414-EAAD-B416-DD9D40944C9E}"/>
              </a:ext>
            </a:extLst>
          </p:cNvPr>
          <p:cNvSpPr/>
          <p:nvPr userDrawn="1"/>
        </p:nvSpPr>
        <p:spPr>
          <a:xfrm>
            <a:off x="-400316" y="1532757"/>
            <a:ext cx="274320" cy="2743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Tree>
    <p:extLst>
      <p:ext uri="{BB962C8B-B14F-4D97-AF65-F5344CB8AC3E}">
        <p14:creationId xmlns:p14="http://schemas.microsoft.com/office/powerpoint/2010/main" val="2728438526"/>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Subhead (top) and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F05757F-4FA7-2614-5B88-4E49EFEDD40E}"/>
              </a:ext>
            </a:extLst>
          </p:cNvPr>
          <p:cNvGraphicFramePr>
            <a:graphicFrameLocks noChangeAspect="1"/>
          </p:cNvGraphicFramePr>
          <p:nvPr userDrawn="1">
            <p:custDataLst>
              <p:tags r:id="rId1"/>
            </p:custDataLst>
            <p:extLst>
              <p:ext uri="{D42A27DB-BD31-4B8C-83A1-F6EECF244321}">
                <p14:modId xmlns:p14="http://schemas.microsoft.com/office/powerpoint/2010/main" val="2388889263"/>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3" name="think-cell data - do not delete" hidden="1">
                        <a:extLst>
                          <a:ext uri="{FF2B5EF4-FFF2-40B4-BE49-F238E27FC236}">
                            <a16:creationId xmlns:a16="http://schemas.microsoft.com/office/drawing/2014/main" id="{DF05757F-4FA7-2614-5B88-4E49EFEDD40E}"/>
                          </a:ext>
                        </a:extLst>
                      </p:cNvPr>
                      <p:cNvPicPr/>
                      <p:nvPr/>
                    </p:nvPicPr>
                    <p:blipFill>
                      <a:blip r:embed="rId4"/>
                      <a:stretch>
                        <a:fillRect/>
                      </a:stretch>
                    </p:blipFill>
                    <p:spPr>
                      <a:xfrm>
                        <a:off x="1590" y="1590"/>
                        <a:ext cx="1588" cy="1588"/>
                      </a:xfrm>
                      <a:prstGeom prst="rect">
                        <a:avLst/>
                      </a:prstGeom>
                    </p:spPr>
                  </p:pic>
                </p:oleObj>
              </mc:Fallback>
            </mc:AlternateContent>
          </a:graphicData>
        </a:graphic>
      </p:graphicFrame>
      <p:sp>
        <p:nvSpPr>
          <p:cNvPr id="8" name="Subtitle">
            <a:extLst>
              <a:ext uri="{FF2B5EF4-FFF2-40B4-BE49-F238E27FC236}">
                <a16:creationId xmlns:a16="http://schemas.microsoft.com/office/drawing/2014/main" id="{1F5D0AC9-20E5-44AB-A57F-159FD31A7C3F}"/>
              </a:ext>
            </a:extLst>
          </p:cNvPr>
          <p:cNvSpPr>
            <a:spLocks noGrp="1"/>
          </p:cNvSpPr>
          <p:nvPr>
            <p:ph type="body" sz="quarter" idx="37" hasCustomPrompt="1"/>
          </p:nvPr>
        </p:nvSpPr>
        <p:spPr>
          <a:xfrm>
            <a:off x="225584" y="729088"/>
            <a:ext cx="8532000" cy="265457"/>
          </a:xfrm>
          <a:prstGeom prst="rect">
            <a:avLst/>
          </a:prstGeom>
        </p:spPr>
        <p:txBody>
          <a:bodyPr tIns="45720" bIns="45720" anchor="t" anchorCtr="0">
            <a:spAutoFit/>
          </a:bodyPr>
          <a:lstStyle>
            <a:lvl1pPr marL="0" marR="0" indent="0" algn="l" defTabSz="975659" rtl="0" eaLnBrk="1" fontAlgn="auto" latinLnBrk="0" hangingPunct="1">
              <a:lnSpc>
                <a:spcPct val="100000"/>
              </a:lnSpc>
              <a:spcBef>
                <a:spcPts val="0"/>
              </a:spcBef>
              <a:spcAft>
                <a:spcPts val="0"/>
              </a:spcAft>
              <a:buClrTx/>
              <a:buSzTx/>
              <a:buFont typeface="Arial" charset="0"/>
              <a:buNone/>
              <a:tabLst/>
              <a:defRPr sz="1125" b="0">
                <a:solidFill>
                  <a:schemeClr val="tx1"/>
                </a:solidFill>
                <a:latin typeface="Graphik" panose="020B0503030202060203" pitchFamily="34" charset="0"/>
                <a:ea typeface="Meiryo UI" panose="020B0604030504040204" pitchFamily="50" charset="-128"/>
              </a:defRPr>
            </a:lvl1pPr>
          </a:lstStyle>
          <a:p>
            <a:pPr lvl="0"/>
            <a:r>
              <a:rPr lang="en-US" altLang="ja-JP"/>
              <a:t>Sub-Title Formatting</a:t>
            </a:r>
            <a:endParaRPr lang="ja-JP" altLang="en-US"/>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hasCustomPrompt="1"/>
          </p:nvPr>
        </p:nvSpPr>
        <p:spPr>
          <a:xfrm>
            <a:off x="225584" y="34030"/>
            <a:ext cx="8532000" cy="323165"/>
          </a:xfrm>
          <a:prstGeom prst="rect">
            <a:avLst/>
          </a:prstGeom>
        </p:spPr>
        <p:txBody>
          <a:bodyPr anchor="ctr" anchorCtr="0">
            <a:spAutoFit/>
          </a:bodyPr>
          <a:lstStyle>
            <a:lvl1pPr marL="0" marR="0" indent="0" algn="l" defTabSz="975659" rtl="0" eaLnBrk="1" fontAlgn="auto" latinLnBrk="0" hangingPunct="1">
              <a:lnSpc>
                <a:spcPct val="100000"/>
              </a:lnSpc>
              <a:spcBef>
                <a:spcPts val="0"/>
              </a:spcBef>
              <a:spcAft>
                <a:spcPts val="0"/>
              </a:spcAft>
              <a:buClrTx/>
              <a:buSzTx/>
              <a:buFont typeface="Arial" charset="0"/>
              <a:buNone/>
              <a:tabLst/>
              <a:defRPr sz="1500" b="1">
                <a:solidFill>
                  <a:srgbClr val="7030A0"/>
                </a:solidFill>
                <a:latin typeface="Graphik" panose="020B0503030202060203" pitchFamily="34" charset="0"/>
                <a:ea typeface="Meiryo UI" panose="020B0604030504040204" pitchFamily="50" charset="-128"/>
              </a:defRPr>
            </a:lvl1pPr>
          </a:lstStyle>
          <a:p>
            <a:pPr lvl="0"/>
            <a:r>
              <a:rPr lang="en-US" altLang="ja-JP" noProof="0"/>
              <a:t>Master Text Formatting</a:t>
            </a:r>
            <a:endParaRPr lang="ja-JP" altLang="en-US" noProof="0"/>
          </a:p>
        </p:txBody>
      </p:sp>
      <p:sp>
        <p:nvSpPr>
          <p:cNvPr id="10" name="Title 2">
            <a:extLst>
              <a:ext uri="{FF2B5EF4-FFF2-40B4-BE49-F238E27FC236}">
                <a16:creationId xmlns:a16="http://schemas.microsoft.com/office/drawing/2014/main" id="{4F6B60F4-9919-41FE-A603-015DB9F0B9C8}"/>
              </a:ext>
            </a:extLst>
          </p:cNvPr>
          <p:cNvSpPr>
            <a:spLocks noGrp="1"/>
          </p:cNvSpPr>
          <p:nvPr>
            <p:ph type="title" hasCustomPrompt="1"/>
          </p:nvPr>
        </p:nvSpPr>
        <p:spPr>
          <a:xfrm>
            <a:off x="225584" y="369598"/>
            <a:ext cx="8532000" cy="324000"/>
          </a:xfrm>
          <a:prstGeom prst="rect">
            <a:avLst/>
          </a:prstGeom>
        </p:spPr>
        <p:txBody>
          <a:bodyPr vert="horz" anchor="ctr" anchorCtr="0">
            <a:noAutofit/>
          </a:bodyPr>
          <a:lstStyle>
            <a:lvl1pPr>
              <a:lnSpc>
                <a:spcPct val="80000"/>
              </a:lnSpc>
              <a:defRPr sz="2250" b="1">
                <a:latin typeface="Graphik" panose="020B0503030202060203" pitchFamily="34" charset="0"/>
                <a:ea typeface="Meiryo UI" panose="020B0604030504040204" pitchFamily="50" charset="-128"/>
              </a:defRPr>
            </a:lvl1pPr>
          </a:lstStyle>
          <a:p>
            <a:r>
              <a:rPr lang="en-US" altLang="ja-JP"/>
              <a:t>Master Title Formatting</a:t>
            </a:r>
            <a:endParaRPr lang="en-GB"/>
          </a:p>
        </p:txBody>
      </p:sp>
      <p:sp>
        <p:nvSpPr>
          <p:cNvPr id="4" name="テキスト ボックス 3">
            <a:extLst>
              <a:ext uri="{FF2B5EF4-FFF2-40B4-BE49-F238E27FC236}">
                <a16:creationId xmlns:a16="http://schemas.microsoft.com/office/drawing/2014/main" id="{9297DCD0-4D1B-EC11-D235-9C935D5A3C33}"/>
              </a:ext>
            </a:extLst>
          </p:cNvPr>
          <p:cNvSpPr txBox="1"/>
          <p:nvPr userDrawn="1"/>
        </p:nvSpPr>
        <p:spPr>
          <a:xfrm>
            <a:off x="8768318" y="4914448"/>
            <a:ext cx="299883" cy="179395"/>
          </a:xfrm>
          <a:prstGeom prst="rect">
            <a:avLst/>
          </a:prstGeom>
          <a:noFill/>
        </p:spPr>
        <p:txBody>
          <a:bodyPr wrap="square" lIns="20250" tIns="20250" rIns="20250" bIns="20250" rtlCol="0">
            <a:spAutoFit/>
          </a:bodyPr>
          <a:lstStyle/>
          <a:p>
            <a:pPr algn="ctr"/>
            <a:fld id="{989496C2-B50A-F244-A0A1-E3849033C8B1}" type="slidenum">
              <a:rPr lang="en-GB" altLang="ja-JP" sz="9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900" i="1">
              <a:latin typeface="Meiryo UI" panose="020B0604030504040204" pitchFamily="50" charset="-128"/>
              <a:ea typeface="Meiryo UI" panose="020B0604030504040204" pitchFamily="50" charset="-128"/>
              <a:sym typeface="Meiryo UI" panose="020B0604030504040204" pitchFamily="50" charset="-128"/>
            </a:endParaRPr>
          </a:p>
        </p:txBody>
      </p:sp>
      <p:sp>
        <p:nvSpPr>
          <p:cNvPr id="2" name="Rectangle 1">
            <a:extLst>
              <a:ext uri="{FF2B5EF4-FFF2-40B4-BE49-F238E27FC236}">
                <a16:creationId xmlns:a16="http://schemas.microsoft.com/office/drawing/2014/main" id="{9D28B3B4-2522-AACC-94E7-2E31E11D10A8}"/>
              </a:ext>
            </a:extLst>
          </p:cNvPr>
          <p:cNvSpPr/>
          <p:nvPr userDrawn="1"/>
        </p:nvSpPr>
        <p:spPr>
          <a:xfrm>
            <a:off x="-400316" y="0"/>
            <a:ext cx="274320" cy="274320"/>
          </a:xfrm>
          <a:prstGeom prst="rect">
            <a:avLst/>
          </a:prstGeom>
          <a:solidFill>
            <a:srgbClr val="D131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5" name="Rectangle 4">
            <a:extLst>
              <a:ext uri="{FF2B5EF4-FFF2-40B4-BE49-F238E27FC236}">
                <a16:creationId xmlns:a16="http://schemas.microsoft.com/office/drawing/2014/main" id="{7D42BC76-8ED7-7657-99CC-F1AE432B4FDA}"/>
              </a:ext>
            </a:extLst>
          </p:cNvPr>
          <p:cNvSpPr/>
          <p:nvPr userDrawn="1"/>
        </p:nvSpPr>
        <p:spPr>
          <a:xfrm>
            <a:off x="-400316" y="1149568"/>
            <a:ext cx="274320" cy="274320"/>
          </a:xfrm>
          <a:prstGeom prst="rect">
            <a:avLst/>
          </a:prstGeom>
          <a:solidFill>
            <a:srgbClr val="F3BC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6" name="Rectangle 5">
            <a:extLst>
              <a:ext uri="{FF2B5EF4-FFF2-40B4-BE49-F238E27FC236}">
                <a16:creationId xmlns:a16="http://schemas.microsoft.com/office/drawing/2014/main" id="{0CEDFBA7-C06C-1CAD-15A2-3BB91630DD03}"/>
              </a:ext>
            </a:extLst>
          </p:cNvPr>
          <p:cNvSpPr/>
          <p:nvPr userDrawn="1"/>
        </p:nvSpPr>
        <p:spPr>
          <a:xfrm>
            <a:off x="-400316" y="383189"/>
            <a:ext cx="274320" cy="274320"/>
          </a:xfrm>
          <a:prstGeom prst="rect">
            <a:avLst/>
          </a:prstGeom>
          <a:solidFill>
            <a:srgbClr val="5655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7" name="Rectangle 6">
            <a:extLst>
              <a:ext uri="{FF2B5EF4-FFF2-40B4-BE49-F238E27FC236}">
                <a16:creationId xmlns:a16="http://schemas.microsoft.com/office/drawing/2014/main" id="{6B8F74E1-4FB5-50F7-2246-81DCC5BB1CC5}"/>
              </a:ext>
            </a:extLst>
          </p:cNvPr>
          <p:cNvSpPr/>
          <p:nvPr userDrawn="1"/>
        </p:nvSpPr>
        <p:spPr>
          <a:xfrm>
            <a:off x="-400316" y="766378"/>
            <a:ext cx="274320" cy="274320"/>
          </a:xfrm>
          <a:prstGeom prst="rect">
            <a:avLst/>
          </a:prstGeom>
          <a:solidFill>
            <a:srgbClr val="F05A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11" name="Rectangle 10">
            <a:extLst>
              <a:ext uri="{FF2B5EF4-FFF2-40B4-BE49-F238E27FC236}">
                <a16:creationId xmlns:a16="http://schemas.microsoft.com/office/drawing/2014/main" id="{7EB94679-3414-EAAD-B416-DD9D40944C9E}"/>
              </a:ext>
            </a:extLst>
          </p:cNvPr>
          <p:cNvSpPr/>
          <p:nvPr userDrawn="1"/>
        </p:nvSpPr>
        <p:spPr>
          <a:xfrm>
            <a:off x="-400316" y="1532757"/>
            <a:ext cx="274320" cy="2743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91"/>
          </a:p>
        </p:txBody>
      </p:sp>
    </p:spTree>
    <p:extLst>
      <p:ext uri="{BB962C8B-B14F-4D97-AF65-F5344CB8AC3E}">
        <p14:creationId xmlns:p14="http://schemas.microsoft.com/office/powerpoint/2010/main" val="3842796005"/>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Subhead (top) and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F05757F-4FA7-2614-5B88-4E49EFEDD40E}"/>
              </a:ext>
            </a:extLst>
          </p:cNvPr>
          <p:cNvGraphicFramePr>
            <a:graphicFrameLocks noChangeAspect="1"/>
          </p:cNvGraphicFramePr>
          <p:nvPr userDrawn="1">
            <p:custDataLst>
              <p:tags r:id="rId1"/>
            </p:custDataLst>
            <p:extLst>
              <p:ext uri="{D42A27DB-BD31-4B8C-83A1-F6EECF244321}">
                <p14:modId xmlns:p14="http://schemas.microsoft.com/office/powerpoint/2010/main" val="2388889263"/>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3" name="think-cell data - do not delete" hidden="1">
                        <a:extLst>
                          <a:ext uri="{FF2B5EF4-FFF2-40B4-BE49-F238E27FC236}">
                            <a16:creationId xmlns:a16="http://schemas.microsoft.com/office/drawing/2014/main" id="{DF05757F-4FA7-2614-5B88-4E49EFEDD40E}"/>
                          </a:ext>
                        </a:extLst>
                      </p:cNvPr>
                      <p:cNvPicPr/>
                      <p:nvPr/>
                    </p:nvPicPr>
                    <p:blipFill>
                      <a:blip r:embed="rId4"/>
                      <a:stretch>
                        <a:fillRect/>
                      </a:stretch>
                    </p:blipFill>
                    <p:spPr>
                      <a:xfrm>
                        <a:off x="1590" y="1590"/>
                        <a:ext cx="1588" cy="1588"/>
                      </a:xfrm>
                      <a:prstGeom prst="rect">
                        <a:avLst/>
                      </a:prstGeom>
                    </p:spPr>
                  </p:pic>
                </p:oleObj>
              </mc:Fallback>
            </mc:AlternateContent>
          </a:graphicData>
        </a:graphic>
      </p:graphicFrame>
      <p:sp>
        <p:nvSpPr>
          <p:cNvPr id="8" name="Subtitle">
            <a:extLst>
              <a:ext uri="{FF2B5EF4-FFF2-40B4-BE49-F238E27FC236}">
                <a16:creationId xmlns:a16="http://schemas.microsoft.com/office/drawing/2014/main" id="{1F5D0AC9-20E5-44AB-A57F-159FD31A7C3F}"/>
              </a:ext>
            </a:extLst>
          </p:cNvPr>
          <p:cNvSpPr>
            <a:spLocks noGrp="1"/>
          </p:cNvSpPr>
          <p:nvPr>
            <p:ph type="body" sz="quarter" idx="37" hasCustomPrompt="1"/>
          </p:nvPr>
        </p:nvSpPr>
        <p:spPr>
          <a:xfrm>
            <a:off x="225584" y="729087"/>
            <a:ext cx="8532000" cy="265457"/>
          </a:xfrm>
          <a:prstGeom prst="rect">
            <a:avLst/>
          </a:prstGeom>
        </p:spPr>
        <p:txBody>
          <a:bodyPr tIns="45720" bIns="45720" anchor="t" anchorCtr="0">
            <a:spAutoFit/>
          </a:bodyPr>
          <a:lstStyle>
            <a:lvl1pPr marL="0" marR="0" indent="0" algn="l" defTabSz="975683" rtl="0" eaLnBrk="1" fontAlgn="auto" latinLnBrk="0" hangingPunct="1">
              <a:lnSpc>
                <a:spcPct val="100000"/>
              </a:lnSpc>
              <a:spcBef>
                <a:spcPts val="0"/>
              </a:spcBef>
              <a:spcAft>
                <a:spcPts val="0"/>
              </a:spcAft>
              <a:buClrTx/>
              <a:buSzTx/>
              <a:buFont typeface="Arial" charset="0"/>
              <a:buNone/>
              <a:tabLst/>
              <a:defRPr sz="1125" b="0">
                <a:solidFill>
                  <a:schemeClr val="tx1"/>
                </a:solidFill>
                <a:latin typeface="Graphik" panose="020B0503030202060203" pitchFamily="34" charset="0"/>
                <a:ea typeface="Meiryo UI" panose="020B0604030504040204" pitchFamily="50" charset="-128"/>
              </a:defRPr>
            </a:lvl1pPr>
          </a:lstStyle>
          <a:p>
            <a:pPr lvl="0"/>
            <a:r>
              <a:rPr lang="en-US" altLang="ja-JP"/>
              <a:t>Sub-Title Formatting</a:t>
            </a:r>
            <a:endParaRPr lang="ja-JP" altLang="en-US"/>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hasCustomPrompt="1"/>
          </p:nvPr>
        </p:nvSpPr>
        <p:spPr>
          <a:xfrm>
            <a:off x="225584" y="34030"/>
            <a:ext cx="8532000" cy="323165"/>
          </a:xfrm>
          <a:prstGeom prst="rect">
            <a:avLst/>
          </a:prstGeom>
        </p:spPr>
        <p:txBody>
          <a:bodyPr anchor="ctr" anchorCtr="0">
            <a:spAutoFit/>
          </a:bodyPr>
          <a:lstStyle>
            <a:lvl1pPr marL="0" marR="0" indent="0" algn="l" defTabSz="975683" rtl="0" eaLnBrk="1" fontAlgn="auto" latinLnBrk="0" hangingPunct="1">
              <a:lnSpc>
                <a:spcPct val="100000"/>
              </a:lnSpc>
              <a:spcBef>
                <a:spcPts val="0"/>
              </a:spcBef>
              <a:spcAft>
                <a:spcPts val="0"/>
              </a:spcAft>
              <a:buClrTx/>
              <a:buSzTx/>
              <a:buFont typeface="Arial" charset="0"/>
              <a:buNone/>
              <a:tabLst/>
              <a:defRPr sz="1500" b="1">
                <a:solidFill>
                  <a:srgbClr val="7030A0"/>
                </a:solidFill>
                <a:latin typeface="Graphik" panose="020B0503030202060203" pitchFamily="34" charset="0"/>
                <a:ea typeface="Meiryo UI" panose="020B0604030504040204" pitchFamily="50" charset="-128"/>
              </a:defRPr>
            </a:lvl1pPr>
          </a:lstStyle>
          <a:p>
            <a:pPr lvl="0"/>
            <a:r>
              <a:rPr lang="en-US" altLang="ja-JP" noProof="0"/>
              <a:t>Master Text Formatting</a:t>
            </a:r>
            <a:endParaRPr lang="ja-JP" altLang="en-US" noProof="0"/>
          </a:p>
        </p:txBody>
      </p:sp>
      <p:sp>
        <p:nvSpPr>
          <p:cNvPr id="10" name="Title 2">
            <a:extLst>
              <a:ext uri="{FF2B5EF4-FFF2-40B4-BE49-F238E27FC236}">
                <a16:creationId xmlns:a16="http://schemas.microsoft.com/office/drawing/2014/main" id="{4F6B60F4-9919-41FE-A603-015DB9F0B9C8}"/>
              </a:ext>
            </a:extLst>
          </p:cNvPr>
          <p:cNvSpPr>
            <a:spLocks noGrp="1"/>
          </p:cNvSpPr>
          <p:nvPr>
            <p:ph type="title" hasCustomPrompt="1"/>
          </p:nvPr>
        </p:nvSpPr>
        <p:spPr>
          <a:xfrm>
            <a:off x="225584" y="369598"/>
            <a:ext cx="8532000" cy="324000"/>
          </a:xfrm>
          <a:prstGeom prst="rect">
            <a:avLst/>
          </a:prstGeom>
        </p:spPr>
        <p:txBody>
          <a:bodyPr vert="horz" anchor="ctr" anchorCtr="0">
            <a:noAutofit/>
          </a:bodyPr>
          <a:lstStyle>
            <a:lvl1pPr>
              <a:lnSpc>
                <a:spcPct val="80000"/>
              </a:lnSpc>
              <a:defRPr sz="2250" b="1">
                <a:latin typeface="Graphik" panose="020B0503030202060203" pitchFamily="34" charset="0"/>
                <a:ea typeface="Meiryo UI" panose="020B0604030504040204" pitchFamily="50" charset="-128"/>
              </a:defRPr>
            </a:lvl1pPr>
          </a:lstStyle>
          <a:p>
            <a:r>
              <a:rPr lang="en-US" altLang="ja-JP"/>
              <a:t>Master Title Formatting</a:t>
            </a:r>
            <a:endParaRPr lang="en-GB"/>
          </a:p>
        </p:txBody>
      </p:sp>
      <p:sp>
        <p:nvSpPr>
          <p:cNvPr id="4" name="テキスト ボックス 3">
            <a:extLst>
              <a:ext uri="{FF2B5EF4-FFF2-40B4-BE49-F238E27FC236}">
                <a16:creationId xmlns:a16="http://schemas.microsoft.com/office/drawing/2014/main" id="{9297DCD0-4D1B-EC11-D235-9C935D5A3C33}"/>
              </a:ext>
            </a:extLst>
          </p:cNvPr>
          <p:cNvSpPr txBox="1"/>
          <p:nvPr userDrawn="1"/>
        </p:nvSpPr>
        <p:spPr>
          <a:xfrm>
            <a:off x="8768318" y="4914447"/>
            <a:ext cx="299883" cy="179395"/>
          </a:xfrm>
          <a:prstGeom prst="rect">
            <a:avLst/>
          </a:prstGeom>
          <a:noFill/>
        </p:spPr>
        <p:txBody>
          <a:bodyPr wrap="square" lIns="20250" tIns="20250" rIns="20250" bIns="20250" rtlCol="0">
            <a:spAutoFit/>
          </a:bodyPr>
          <a:lstStyle/>
          <a:p>
            <a:pPr algn="ctr"/>
            <a:fld id="{989496C2-B50A-F244-A0A1-E3849033C8B1}" type="slidenum">
              <a:rPr lang="en-GB" altLang="ja-JP" sz="9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900" i="1">
              <a:latin typeface="Meiryo UI" panose="020B0604030504040204" pitchFamily="50" charset="-128"/>
              <a:ea typeface="Meiryo UI" panose="020B0604030504040204" pitchFamily="50" charset="-128"/>
              <a:sym typeface="Meiryo UI" panose="020B0604030504040204" pitchFamily="50" charset="-128"/>
            </a:endParaRPr>
          </a:p>
        </p:txBody>
      </p:sp>
    </p:spTree>
    <p:extLst>
      <p:ext uri="{BB962C8B-B14F-4D97-AF65-F5344CB8AC3E}">
        <p14:creationId xmlns:p14="http://schemas.microsoft.com/office/powerpoint/2010/main" val="3353553999"/>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C3815-6645-87F7-E344-EFA142F6FD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9416A2-5CF9-D09E-E1C8-7DFC4ED038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06B1D2-A6D8-B158-15AC-9FF712C1C121}"/>
              </a:ext>
            </a:extLst>
          </p:cNvPr>
          <p:cNvSpPr>
            <a:spLocks noGrp="1"/>
          </p:cNvSpPr>
          <p:nvPr>
            <p:ph type="dt" sz="half" idx="10"/>
          </p:nvPr>
        </p:nvSpPr>
        <p:spPr/>
        <p:txBody>
          <a:bodyPr/>
          <a:lstStyle/>
          <a:p>
            <a:fld id="{6D56C50C-FC4C-4D82-8CB2-6C2E65C98467}" type="datetimeFigureOut">
              <a:rPr lang="en-US" smtClean="0"/>
              <a:t>4/17/2026</a:t>
            </a:fld>
            <a:endParaRPr lang="en-US"/>
          </a:p>
        </p:txBody>
      </p:sp>
      <p:sp>
        <p:nvSpPr>
          <p:cNvPr id="5" name="Footer Placeholder 4">
            <a:extLst>
              <a:ext uri="{FF2B5EF4-FFF2-40B4-BE49-F238E27FC236}">
                <a16:creationId xmlns:a16="http://schemas.microsoft.com/office/drawing/2014/main" id="{CC49CD44-1664-7CE1-4EC8-4E5565D5E3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30D9A8-9C72-E481-844B-B1F92525F1D0}"/>
              </a:ext>
            </a:extLst>
          </p:cNvPr>
          <p:cNvSpPr>
            <a:spLocks noGrp="1"/>
          </p:cNvSpPr>
          <p:nvPr>
            <p:ph type="sldNum" sz="quarter" idx="12"/>
          </p:nvPr>
        </p:nvSpPr>
        <p:spPr/>
        <p:txBody>
          <a:bodyPr/>
          <a:lstStyle/>
          <a:p>
            <a:fld id="{0A98C716-ABD6-46E6-BB7A-4BD0572EDA46}" type="slidenum">
              <a:rPr lang="en-US" smtClean="0"/>
              <a:t>‹#›</a:t>
            </a:fld>
            <a:endParaRPr lang="en-US"/>
          </a:p>
        </p:txBody>
      </p:sp>
    </p:spTree>
    <p:extLst>
      <p:ext uri="{BB962C8B-B14F-4D97-AF65-F5344CB8AC3E}">
        <p14:creationId xmlns:p14="http://schemas.microsoft.com/office/powerpoint/2010/main" val="108838214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tags" Target="../tags/tag3.xml"/><Relationship Id="rId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tags" Target="../tags/tag4.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slideLayout" Target="../slideLayouts/slideLayout7.xml"/><Relationship Id="rId7"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ags" Target="../tags/tag6.xml"/><Relationship Id="rId5" Type="http://schemas.openxmlformats.org/officeDocument/2006/relationships/theme" Target="../theme/theme3.xml"/><Relationship Id="rId4" Type="http://schemas.openxmlformats.org/officeDocument/2006/relationships/slideLayout" Target="../slideLayouts/slideLayout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image" Target="../media/image3.emf"/><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oleObject" Target="../embeddings/oleObject2.bin"/><Relationship Id="rId2" Type="http://schemas.openxmlformats.org/officeDocument/2006/relationships/slideLayout" Target="../slideLayouts/slideLayout10.xml"/><Relationship Id="rId16" Type="http://schemas.openxmlformats.org/officeDocument/2006/relationships/tags" Target="../tags/tag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theme" Target="../theme/theme4.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_rels/slideMaster5.xml.rels><?xml version="1.0" encoding="UTF-8" standalone="yes"?>
<Relationships xmlns="http://schemas.openxmlformats.org/package/2006/relationships"><Relationship Id="rId8" Type="http://schemas.openxmlformats.org/officeDocument/2006/relationships/tags" Target="../tags/tag29.xml"/><Relationship Id="rId13" Type="http://schemas.openxmlformats.org/officeDocument/2006/relationships/tags" Target="../tags/tag34.xml"/><Relationship Id="rId18" Type="http://schemas.openxmlformats.org/officeDocument/2006/relationships/tags" Target="../tags/tag39.xml"/><Relationship Id="rId26" Type="http://schemas.openxmlformats.org/officeDocument/2006/relationships/tags" Target="../tags/tag47.xml"/><Relationship Id="rId3" Type="http://schemas.openxmlformats.org/officeDocument/2006/relationships/tags" Target="../tags/tag24.xml"/><Relationship Id="rId21" Type="http://schemas.openxmlformats.org/officeDocument/2006/relationships/tags" Target="../tags/tag42.xml"/><Relationship Id="rId7" Type="http://schemas.openxmlformats.org/officeDocument/2006/relationships/tags" Target="../tags/tag28.xml"/><Relationship Id="rId12" Type="http://schemas.openxmlformats.org/officeDocument/2006/relationships/tags" Target="../tags/tag33.xml"/><Relationship Id="rId17" Type="http://schemas.openxmlformats.org/officeDocument/2006/relationships/tags" Target="../tags/tag38.xml"/><Relationship Id="rId25" Type="http://schemas.openxmlformats.org/officeDocument/2006/relationships/tags" Target="../tags/tag46.xml"/><Relationship Id="rId2" Type="http://schemas.openxmlformats.org/officeDocument/2006/relationships/tags" Target="../tags/tag23.xml"/><Relationship Id="rId16" Type="http://schemas.openxmlformats.org/officeDocument/2006/relationships/tags" Target="../tags/tag37.xml"/><Relationship Id="rId20" Type="http://schemas.openxmlformats.org/officeDocument/2006/relationships/tags" Target="../tags/tag41.xml"/><Relationship Id="rId29" Type="http://schemas.openxmlformats.org/officeDocument/2006/relationships/tags" Target="../tags/tag50.xml"/><Relationship Id="rId1" Type="http://schemas.openxmlformats.org/officeDocument/2006/relationships/theme" Target="../theme/theme5.xml"/><Relationship Id="rId6" Type="http://schemas.openxmlformats.org/officeDocument/2006/relationships/tags" Target="../tags/tag27.xml"/><Relationship Id="rId11" Type="http://schemas.openxmlformats.org/officeDocument/2006/relationships/tags" Target="../tags/tag32.xml"/><Relationship Id="rId24" Type="http://schemas.openxmlformats.org/officeDocument/2006/relationships/tags" Target="../tags/tag45.xml"/><Relationship Id="rId32" Type="http://schemas.openxmlformats.org/officeDocument/2006/relationships/image" Target="../media/image4.emf"/><Relationship Id="rId5" Type="http://schemas.openxmlformats.org/officeDocument/2006/relationships/tags" Target="../tags/tag26.xml"/><Relationship Id="rId15" Type="http://schemas.openxmlformats.org/officeDocument/2006/relationships/tags" Target="../tags/tag36.xml"/><Relationship Id="rId23" Type="http://schemas.openxmlformats.org/officeDocument/2006/relationships/tags" Target="../tags/tag44.xml"/><Relationship Id="rId28" Type="http://schemas.openxmlformats.org/officeDocument/2006/relationships/tags" Target="../tags/tag49.xml"/><Relationship Id="rId10" Type="http://schemas.openxmlformats.org/officeDocument/2006/relationships/tags" Target="../tags/tag31.xml"/><Relationship Id="rId19" Type="http://schemas.openxmlformats.org/officeDocument/2006/relationships/tags" Target="../tags/tag40.xml"/><Relationship Id="rId31" Type="http://schemas.openxmlformats.org/officeDocument/2006/relationships/tags" Target="../tags/tag52.xml"/><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tags" Target="../tags/tag35.xml"/><Relationship Id="rId22" Type="http://schemas.openxmlformats.org/officeDocument/2006/relationships/tags" Target="../tags/tag43.xml"/><Relationship Id="rId27" Type="http://schemas.openxmlformats.org/officeDocument/2006/relationships/tags" Target="../tags/tag48.xml"/><Relationship Id="rId30" Type="http://schemas.openxmlformats.org/officeDocument/2006/relationships/tags" Target="../tags/tag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4"/>
            </p:custDataLst>
            <p:extLst>
              <p:ext uri="{D42A27DB-BD31-4B8C-83A1-F6EECF244321}">
                <p14:modId xmlns:p14="http://schemas.microsoft.com/office/powerpoint/2010/main" val="600760974"/>
              </p:ext>
            </p:extLst>
          </p:nvPr>
        </p:nvGraphicFramePr>
        <p:xfrm>
          <a:off x="1470" y="1193"/>
          <a:ext cx="1465" cy="1190"/>
        </p:xfrm>
        <a:graphic>
          <a:graphicData uri="http://schemas.openxmlformats.org/presentationml/2006/ole">
            <mc:AlternateContent xmlns:mc="http://schemas.openxmlformats.org/markup-compatibility/2006">
              <mc:Choice xmlns:v="urn:schemas-microsoft-com:vml" Requires="v">
                <p:oleObj name="think-cell Slide" r:id="rId6" imgW="470" imgH="469" progId="TCLayout.ActiveDocument.1">
                  <p:embed/>
                </p:oleObj>
              </mc:Choice>
              <mc:Fallback>
                <p:oleObj name="think-cell Slide" r:id="rId6" imgW="470" imgH="469" progId="TCLayout.ActiveDocument.1">
                  <p:embed/>
                  <p:pic>
                    <p:nvPicPr>
                      <p:cNvPr id="2" name="オブジェクト 1" hidden="1"/>
                      <p:cNvPicPr/>
                      <p:nvPr/>
                    </p:nvPicPr>
                    <p:blipFill>
                      <a:blip r:embed="rId7"/>
                      <a:stretch>
                        <a:fillRect/>
                      </a:stretch>
                    </p:blipFill>
                    <p:spPr>
                      <a:xfrm>
                        <a:off x="1470" y="1193"/>
                        <a:ext cx="1465" cy="1190"/>
                      </a:xfrm>
                      <a:prstGeom prst="rect">
                        <a:avLst/>
                      </a:prstGeom>
                    </p:spPr>
                  </p:pic>
                </p:oleObj>
              </mc:Fallback>
            </mc:AlternateContent>
          </a:graphicData>
        </a:graphic>
      </p:graphicFrame>
      <p:sp>
        <p:nvSpPr>
          <p:cNvPr id="5" name="正方形/長方形 4" hidden="1">
            <a:extLst>
              <a:ext uri="{FF2B5EF4-FFF2-40B4-BE49-F238E27FC236}">
                <a16:creationId xmlns:a16="http://schemas.microsoft.com/office/drawing/2014/main" id="{6491AD6F-74F4-4A85-8F0F-8C30A5A0BA9C}"/>
              </a:ext>
            </a:extLst>
          </p:cNvPr>
          <p:cNvSpPr/>
          <p:nvPr userDrawn="1">
            <p:custDataLst>
              <p:tags r:id="rId5"/>
            </p:custDataLst>
          </p:nvPr>
        </p:nvSpPr>
        <p:spPr bwMode="gray">
          <a:xfrm>
            <a:off x="0" y="2"/>
            <a:ext cx="146539" cy="119063"/>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514350" eaLnBrk="1" latinLnBrk="0" hangingPunct="1">
              <a:lnSpc>
                <a:spcPct val="100000"/>
              </a:lnSpc>
              <a:spcBef>
                <a:spcPct val="0"/>
              </a:spcBef>
              <a:spcAft>
                <a:spcPct val="0"/>
              </a:spcAft>
              <a:buClrTx/>
              <a:buSzTx/>
              <a:buFontTx/>
              <a:buNone/>
              <a:tabLst/>
            </a:pPr>
            <a:endParaRPr kumimoji="1" lang="ja-JP" altLang="en-US" sz="1463"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3" name="タイトル プレースホルダー 2">
            <a:extLst>
              <a:ext uri="{FF2B5EF4-FFF2-40B4-BE49-F238E27FC236}">
                <a16:creationId xmlns:a16="http://schemas.microsoft.com/office/drawing/2014/main" id="{CDE2699A-871E-4F62-8C18-D1F378566C71}"/>
              </a:ext>
            </a:extLst>
          </p:cNvPr>
          <p:cNvSpPr>
            <a:spLocks noGrp="1"/>
          </p:cNvSpPr>
          <p:nvPr>
            <p:ph type="title"/>
          </p:nvPr>
        </p:nvSpPr>
        <p:spPr>
          <a:xfrm>
            <a:off x="450928" y="357540"/>
            <a:ext cx="8241231" cy="324000"/>
          </a:xfrm>
          <a:prstGeom prst="rect">
            <a:avLst/>
          </a:prstGeom>
        </p:spPr>
        <p:txBody>
          <a:bodyPr vert="horz" lIns="0" tIns="0" rIns="0" bIns="0" rtlCol="0" anchor="ctr">
            <a:normAutofit/>
          </a:bodyPr>
          <a:lstStyle/>
          <a:p>
            <a:pPr lvl="0"/>
            <a:r>
              <a:rPr kumimoji="1" lang="ja-JP" altLang="en-US"/>
              <a:t>マスター タイトルの書式設定</a:t>
            </a:r>
          </a:p>
        </p:txBody>
      </p:sp>
      <p:sp>
        <p:nvSpPr>
          <p:cNvPr id="4" name="テキスト プレースホルダー 3">
            <a:extLst>
              <a:ext uri="{FF2B5EF4-FFF2-40B4-BE49-F238E27FC236}">
                <a16:creationId xmlns:a16="http://schemas.microsoft.com/office/drawing/2014/main" id="{146A2FBE-8717-4DDD-97F4-55040C1A4363}"/>
              </a:ext>
            </a:extLst>
          </p:cNvPr>
          <p:cNvSpPr>
            <a:spLocks noGrp="1"/>
          </p:cNvSpPr>
          <p:nvPr>
            <p:ph type="body" idx="1"/>
          </p:nvPr>
        </p:nvSpPr>
        <p:spPr>
          <a:xfrm>
            <a:off x="450928" y="708714"/>
            <a:ext cx="8241231" cy="825226"/>
          </a:xfrm>
          <a:prstGeom prst="rect">
            <a:avLst/>
          </a:prstGeom>
        </p:spPr>
        <p:txBody>
          <a:bodyPr vert="horz" lIns="0" tIns="0" rIns="0" bIns="0" rtlCol="0">
            <a:spAutoFit/>
          </a:bodyPr>
          <a:lstStyle/>
          <a:p>
            <a:pPr marR="0" lvl="0" defTabSz="557183" latinLnBrk="0">
              <a:lnSpc>
                <a:spcPct val="100000"/>
              </a:lnSpc>
              <a:buClrTx/>
              <a:buSzTx/>
              <a:tabLst/>
            </a:pPr>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a:t>
            </a:r>
            <a:r>
              <a:rPr kumimoji="1" lang="en-US" altLang="ja-JP"/>
              <a:t>4</a:t>
            </a:r>
            <a:r>
              <a:rPr kumimoji="1" lang="ja-JP" altLang="en-US"/>
              <a:t>レベル</a:t>
            </a:r>
          </a:p>
        </p:txBody>
      </p:sp>
      <p:sp>
        <p:nvSpPr>
          <p:cNvPr id="6" name="Rectangle 67">
            <a:extLst>
              <a:ext uri="{FF2B5EF4-FFF2-40B4-BE49-F238E27FC236}">
                <a16:creationId xmlns:a16="http://schemas.microsoft.com/office/drawing/2014/main" id="{6CF0B1AD-528D-CD42-A24B-369008EF6686}"/>
              </a:ext>
            </a:extLst>
          </p:cNvPr>
          <p:cNvSpPr>
            <a:spLocks noChangeArrowheads="1"/>
          </p:cNvSpPr>
          <p:nvPr userDrawn="1"/>
        </p:nvSpPr>
        <p:spPr bwMode="auto">
          <a:xfrm>
            <a:off x="52114" y="4947632"/>
            <a:ext cx="4476225" cy="162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5100" rIns="68580" bIns="34290" numCol="1" anchor="t" anchorCtr="0" compatLnSpc="1">
            <a:prstTxWarp prst="textNoShape">
              <a:avLst/>
            </a:prstTxWarp>
            <a:spAutoFit/>
          </a:bodyPr>
          <a:lstStyle/>
          <a:p>
            <a:pPr marL="0" marR="0" lvl="0" indent="0" algn="l" defTabSz="685783" rtl="0" eaLnBrk="0" fontAlgn="base" latinLnBrk="0" hangingPunct="0">
              <a:lnSpc>
                <a:spcPct val="100000"/>
              </a:lnSpc>
              <a:spcBef>
                <a:spcPct val="0"/>
              </a:spcBef>
              <a:spcAft>
                <a:spcPct val="0"/>
              </a:spcAft>
              <a:buClrTx/>
              <a:buSzTx/>
              <a:buFontTx/>
              <a:buNone/>
              <a:tabLst/>
            </a:pPr>
            <a:r>
              <a:rPr kumimoji="0" lang="en-US" altLang="ja-JP" sz="600" b="0" i="0" u="none" strike="noStrike" cap="none" normalizeH="0" baseline="0" dirty="0">
                <a:ln>
                  <a:noFill/>
                </a:ln>
                <a:solidFill>
                  <a:schemeClr val="tx1"/>
                </a:solidFill>
                <a:effectLst/>
                <a:latin typeface="+mj-lt"/>
                <a:ea typeface="ＭＳ Ｐゴシック" panose="020B0600070205080204" pitchFamily="50" charset="-128"/>
              </a:rPr>
              <a:t>Copyright </a:t>
            </a:r>
            <a:r>
              <a:rPr kumimoji="0" lang="en-US" altLang="ja-JP" sz="600" b="0" i="0" u="none" strike="noStrike" cap="none" normalizeH="0" baseline="0" dirty="0">
                <a:ln>
                  <a:noFill/>
                </a:ln>
                <a:solidFill>
                  <a:schemeClr val="tx1"/>
                </a:solidFill>
                <a:effectLst/>
                <a:latin typeface="+mj-lt"/>
                <a:ea typeface="游明朝" panose="02020400000000000000" pitchFamily="18" charset="-128"/>
              </a:rPr>
              <a:t>©</a:t>
            </a:r>
            <a:r>
              <a:rPr kumimoji="0" lang="en-US" altLang="ja-JP" sz="600" b="0" i="0" u="none" strike="noStrike" cap="none" normalizeH="0" baseline="0" dirty="0">
                <a:ln>
                  <a:noFill/>
                </a:ln>
                <a:solidFill>
                  <a:schemeClr val="tx1"/>
                </a:solidFill>
                <a:effectLst/>
                <a:latin typeface="+mj-lt"/>
                <a:ea typeface="ＭＳ Ｐゴシック" panose="020B0600070205080204" pitchFamily="50" charset="-128"/>
              </a:rPr>
              <a:t> 2026 Accenture All Rights Reserved. This proposal is highly confidential and proprietary to </a:t>
            </a:r>
            <a:r>
              <a:rPr kumimoji="0" lang="en-US" altLang="ja-JP" sz="600" b="0" i="0" u="none" strike="noStrike" cap="none" normalizeH="0" baseline="0" dirty="0" err="1">
                <a:ln>
                  <a:noFill/>
                </a:ln>
                <a:solidFill>
                  <a:schemeClr val="tx1"/>
                </a:solidFill>
                <a:effectLst/>
                <a:latin typeface="+mj-lt"/>
                <a:ea typeface="ＭＳ Ｐゴシック" panose="020B0600070205080204" pitchFamily="50" charset="-128"/>
              </a:rPr>
              <a:t>Accnenture</a:t>
            </a:r>
            <a:r>
              <a:rPr kumimoji="0" lang="en-US" altLang="ja-JP" sz="600" b="0" i="0" u="none" strike="noStrike" cap="none" normalizeH="0" baseline="0" dirty="0">
                <a:ln>
                  <a:noFill/>
                </a:ln>
                <a:solidFill>
                  <a:schemeClr val="tx1"/>
                </a:solidFill>
                <a:effectLst/>
                <a:latin typeface="+mj-lt"/>
                <a:ea typeface="ＭＳ Ｐゴシック" panose="020B0600070205080204" pitchFamily="50" charset="-128"/>
              </a:rPr>
              <a:t>.</a:t>
            </a:r>
            <a:endParaRPr kumimoji="0" lang="en-US" altLang="ja-JP" sz="6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2015341401"/>
      </p:ext>
    </p:extLst>
  </p:cSld>
  <p:clrMap bg1="lt1" tx1="dk1" bg2="lt2" tx2="dk2" accent1="accent1" accent2="accent2" accent3="accent3" accent4="accent4" accent5="accent5" accent6="accent6" hlink="hlink" folHlink="folHlink"/>
  <p:sldLayoutIdLst>
    <p:sldLayoutId id="2147483962" r:id="rId1"/>
    <p:sldLayoutId id="2147483987" r:id="rId2"/>
  </p:sldLayoutIdLst>
  <p:hf hdr="0" ftr="0" dt="0"/>
  <p:txStyles>
    <p:titleStyle>
      <a:lvl1pPr algn="l" rtl="0" eaLnBrk="1" fontAlgn="base" hangingPunct="1">
        <a:spcBef>
          <a:spcPct val="0"/>
        </a:spcBef>
        <a:spcAft>
          <a:spcPct val="0"/>
        </a:spcAft>
        <a:defRPr kumimoji="1" lang="ja-JP" altLang="en-US" sz="1463" b="1" kern="1200" dirty="0">
          <a:solidFill>
            <a:schemeClr val="tx1"/>
          </a:solidFill>
          <a:latin typeface="Meiryo UI" panose="020B0604030504040204" pitchFamily="50" charset="-128"/>
          <a:ea typeface="Meiryo UI" panose="020B0604030504040204" pitchFamily="50" charset="-128"/>
          <a:cs typeface="+mj-cs"/>
          <a:sym typeface="Meiryo UI" panose="020B0604030504040204" pitchFamily="50" charset="-128"/>
        </a:defRPr>
      </a:lvl1pPr>
      <a:lvl2pPr algn="l" rtl="0" eaLnBrk="1" fontAlgn="base" hangingPunct="1">
        <a:spcBef>
          <a:spcPct val="0"/>
        </a:spcBef>
        <a:spcAft>
          <a:spcPct val="0"/>
        </a:spcAft>
        <a:defRPr kumimoji="1" sz="2681" b="1">
          <a:solidFill>
            <a:schemeClr val="tx1"/>
          </a:solidFill>
          <a:latin typeface="Arial" charset="0"/>
        </a:defRPr>
      </a:lvl2pPr>
      <a:lvl3pPr algn="l" rtl="0" eaLnBrk="1" fontAlgn="base" hangingPunct="1">
        <a:spcBef>
          <a:spcPct val="0"/>
        </a:spcBef>
        <a:spcAft>
          <a:spcPct val="0"/>
        </a:spcAft>
        <a:defRPr kumimoji="1" sz="2681" b="1">
          <a:solidFill>
            <a:schemeClr val="tx1"/>
          </a:solidFill>
          <a:latin typeface="Arial" charset="0"/>
        </a:defRPr>
      </a:lvl3pPr>
      <a:lvl4pPr algn="l" rtl="0" eaLnBrk="1" fontAlgn="base" hangingPunct="1">
        <a:spcBef>
          <a:spcPct val="0"/>
        </a:spcBef>
        <a:spcAft>
          <a:spcPct val="0"/>
        </a:spcAft>
        <a:defRPr kumimoji="1" sz="2681" b="1">
          <a:solidFill>
            <a:schemeClr val="tx1"/>
          </a:solidFill>
          <a:latin typeface="Arial" charset="0"/>
        </a:defRPr>
      </a:lvl4pPr>
      <a:lvl5pPr algn="l" rtl="0" eaLnBrk="1" fontAlgn="base" hangingPunct="1">
        <a:spcBef>
          <a:spcPct val="0"/>
        </a:spcBef>
        <a:spcAft>
          <a:spcPct val="0"/>
        </a:spcAft>
        <a:defRPr kumimoji="1" sz="2681" b="1">
          <a:solidFill>
            <a:schemeClr val="tx1"/>
          </a:solidFill>
          <a:latin typeface="Arial" charset="0"/>
        </a:defRPr>
      </a:lvl5pPr>
      <a:lvl6pPr marL="278591" algn="l" rtl="0" eaLnBrk="1" fontAlgn="base" hangingPunct="1">
        <a:spcBef>
          <a:spcPct val="0"/>
        </a:spcBef>
        <a:spcAft>
          <a:spcPct val="0"/>
        </a:spcAft>
        <a:defRPr kumimoji="1" b="1">
          <a:solidFill>
            <a:schemeClr val="tx1"/>
          </a:solidFill>
          <a:latin typeface="Arial" charset="0"/>
        </a:defRPr>
      </a:lvl6pPr>
      <a:lvl7pPr marL="557183" algn="l" rtl="0" eaLnBrk="1" fontAlgn="base" hangingPunct="1">
        <a:spcBef>
          <a:spcPct val="0"/>
        </a:spcBef>
        <a:spcAft>
          <a:spcPct val="0"/>
        </a:spcAft>
        <a:defRPr kumimoji="1" b="1">
          <a:solidFill>
            <a:schemeClr val="tx1"/>
          </a:solidFill>
          <a:latin typeface="Arial" charset="0"/>
        </a:defRPr>
      </a:lvl7pPr>
      <a:lvl8pPr marL="835773" algn="l" rtl="0" eaLnBrk="1" fontAlgn="base" hangingPunct="1">
        <a:spcBef>
          <a:spcPct val="0"/>
        </a:spcBef>
        <a:spcAft>
          <a:spcPct val="0"/>
        </a:spcAft>
        <a:defRPr kumimoji="1" b="1">
          <a:solidFill>
            <a:schemeClr val="tx1"/>
          </a:solidFill>
          <a:latin typeface="Arial" charset="0"/>
        </a:defRPr>
      </a:lvl8pPr>
      <a:lvl9pPr marL="1114363" algn="l" rtl="0" eaLnBrk="1" fontAlgn="base" hangingPunct="1">
        <a:spcBef>
          <a:spcPct val="0"/>
        </a:spcBef>
        <a:spcAft>
          <a:spcPct val="0"/>
        </a:spcAft>
        <a:defRPr kumimoji="1" b="1">
          <a:solidFill>
            <a:schemeClr val="tx1"/>
          </a:solidFill>
          <a:latin typeface="Arial" charset="0"/>
        </a:defRPr>
      </a:lvl9pPr>
    </p:titleStyle>
    <p:bodyStyle>
      <a:lvl1pPr marL="0" indent="0" algn="l" rtl="0" eaLnBrk="1" fontAlgn="base" hangingPunct="1">
        <a:lnSpc>
          <a:spcPct val="100000"/>
        </a:lnSpc>
        <a:spcBef>
          <a:spcPts val="338"/>
        </a:spcBef>
        <a:spcAft>
          <a:spcPts val="183"/>
        </a:spcAft>
        <a:buFont typeface="Arial" panose="020B0604020202020204" pitchFamily="34" charset="0"/>
        <a:buNone/>
        <a:defRPr kumimoji="1" lang="ja-JP" altLang="en-US" sz="1013"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352723" indent="-150912" algn="l" rtl="0" eaLnBrk="1" fontAlgn="base" hangingPunct="1">
        <a:lnSpc>
          <a:spcPct val="100000"/>
        </a:lnSpc>
        <a:spcBef>
          <a:spcPts val="338"/>
        </a:spcBef>
        <a:spcAft>
          <a:spcPts val="183"/>
        </a:spcAft>
        <a:buFont typeface="Wingdings" panose="05000000000000000000" pitchFamily="2" charset="2"/>
        <a:buChar char="p"/>
        <a:defRPr kumimoji="1" lang="ja-JP" altLang="en-US" sz="1013"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554534" indent="-150019" algn="l" rtl="0" eaLnBrk="1" fontAlgn="base" hangingPunct="1">
        <a:lnSpc>
          <a:spcPct val="100000"/>
        </a:lnSpc>
        <a:spcBef>
          <a:spcPts val="338"/>
        </a:spcBef>
        <a:spcAft>
          <a:spcPts val="183"/>
        </a:spcAft>
        <a:buFont typeface="Arial" panose="020B0604020202020204" pitchFamily="34" charset="0"/>
        <a:buChar char="•"/>
        <a:defRPr kumimoji="1" lang="ja-JP" altLang="en-US" sz="1013"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757238" indent="-150912" algn="l" rtl="0" eaLnBrk="1" fontAlgn="base" hangingPunct="1">
        <a:lnSpc>
          <a:spcPct val="100000"/>
        </a:lnSpc>
        <a:spcBef>
          <a:spcPts val="338"/>
        </a:spcBef>
        <a:spcAft>
          <a:spcPts val="183"/>
        </a:spcAft>
        <a:buFont typeface="Meiryo UI" panose="020B0604030504040204" pitchFamily="50" charset="-128"/>
        <a:buChar char="–"/>
        <a:defRPr kumimoji="1" lang="ja-JP" altLang="en-US" sz="1013"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4pPr>
      <a:lvl5pPr marL="959048" indent="-150912" algn="l" rtl="0" eaLnBrk="1" fontAlgn="base" hangingPunct="1">
        <a:spcBef>
          <a:spcPts val="338"/>
        </a:spcBef>
        <a:spcAft>
          <a:spcPts val="183"/>
        </a:spcAft>
        <a:buFont typeface="Arial" panose="020B0604020202020204" pitchFamily="34" charset="0"/>
        <a:buChar char="–"/>
        <a:defRPr kumimoji="1" lang="ja-JP" altLang="en-US" sz="1013"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5pPr>
      <a:lvl6pPr marL="1532249" indent="-139295" algn="l" defTabSz="557183" rtl="0" eaLnBrk="1" latinLnBrk="0" hangingPunct="1">
        <a:spcBef>
          <a:spcPct val="20000"/>
        </a:spcBef>
        <a:buFont typeface="Arial" pitchFamily="34" charset="0"/>
        <a:buChar char="•"/>
        <a:defRPr kumimoji="1" sz="1219" kern="1200">
          <a:solidFill>
            <a:schemeClr val="tx1"/>
          </a:solidFill>
          <a:latin typeface="+mn-lt"/>
          <a:ea typeface="+mn-ea"/>
          <a:cs typeface="+mn-cs"/>
        </a:defRPr>
      </a:lvl6pPr>
      <a:lvl7pPr marL="1810840" indent="-139295" algn="l" defTabSz="557183" rtl="0" eaLnBrk="1" latinLnBrk="0" hangingPunct="1">
        <a:spcBef>
          <a:spcPct val="20000"/>
        </a:spcBef>
        <a:buFont typeface="Arial" pitchFamily="34" charset="0"/>
        <a:buChar char="•"/>
        <a:defRPr kumimoji="1" sz="1219" kern="1200">
          <a:solidFill>
            <a:schemeClr val="tx1"/>
          </a:solidFill>
          <a:latin typeface="+mn-lt"/>
          <a:ea typeface="+mn-ea"/>
          <a:cs typeface="+mn-cs"/>
        </a:defRPr>
      </a:lvl7pPr>
      <a:lvl8pPr marL="2089430" indent="-139295" algn="l" defTabSz="557183" rtl="0" eaLnBrk="1" latinLnBrk="0" hangingPunct="1">
        <a:spcBef>
          <a:spcPct val="20000"/>
        </a:spcBef>
        <a:buFont typeface="Arial" pitchFamily="34" charset="0"/>
        <a:buChar char="•"/>
        <a:defRPr kumimoji="1" sz="1219" kern="1200">
          <a:solidFill>
            <a:schemeClr val="tx1"/>
          </a:solidFill>
          <a:latin typeface="+mn-lt"/>
          <a:ea typeface="+mn-ea"/>
          <a:cs typeface="+mn-cs"/>
        </a:defRPr>
      </a:lvl8pPr>
      <a:lvl9pPr marL="2368021" indent="-139295" algn="l" defTabSz="557183" rtl="0" eaLnBrk="1" latinLnBrk="0" hangingPunct="1">
        <a:spcBef>
          <a:spcPct val="20000"/>
        </a:spcBef>
        <a:buFont typeface="Arial" pitchFamily="34" charset="0"/>
        <a:buChar char="•"/>
        <a:defRPr kumimoji="1" sz="1219" kern="1200">
          <a:solidFill>
            <a:schemeClr val="tx1"/>
          </a:solidFill>
          <a:latin typeface="+mn-lt"/>
          <a:ea typeface="+mn-ea"/>
          <a:cs typeface="+mn-cs"/>
        </a:defRPr>
      </a:lvl9pPr>
    </p:bodyStyle>
    <p:otherStyle>
      <a:defPPr>
        <a:defRPr lang="de-DE"/>
      </a:defPPr>
      <a:lvl1pPr marL="0" algn="l" defTabSz="557183" rtl="0" eaLnBrk="1" latinLnBrk="0" hangingPunct="1">
        <a:defRPr kumimoji="1" sz="1097" kern="1200">
          <a:solidFill>
            <a:schemeClr val="tx1"/>
          </a:solidFill>
          <a:latin typeface="+mn-lt"/>
          <a:ea typeface="+mn-ea"/>
          <a:cs typeface="+mn-cs"/>
        </a:defRPr>
      </a:lvl1pPr>
      <a:lvl2pPr marL="278591" algn="l" defTabSz="557183" rtl="0" eaLnBrk="1" latinLnBrk="0" hangingPunct="1">
        <a:defRPr kumimoji="1" sz="1097" kern="1200">
          <a:solidFill>
            <a:schemeClr val="tx1"/>
          </a:solidFill>
          <a:latin typeface="+mn-lt"/>
          <a:ea typeface="+mn-ea"/>
          <a:cs typeface="+mn-cs"/>
        </a:defRPr>
      </a:lvl2pPr>
      <a:lvl3pPr marL="557183" algn="l" defTabSz="557183" rtl="0" eaLnBrk="1" latinLnBrk="0" hangingPunct="1">
        <a:defRPr kumimoji="1" sz="1097" kern="1200">
          <a:solidFill>
            <a:schemeClr val="tx1"/>
          </a:solidFill>
          <a:latin typeface="+mn-lt"/>
          <a:ea typeface="+mn-ea"/>
          <a:cs typeface="+mn-cs"/>
        </a:defRPr>
      </a:lvl3pPr>
      <a:lvl4pPr marL="835773" algn="l" defTabSz="557183" rtl="0" eaLnBrk="1" latinLnBrk="0" hangingPunct="1">
        <a:defRPr kumimoji="1" sz="1097" kern="1200">
          <a:solidFill>
            <a:schemeClr val="tx1"/>
          </a:solidFill>
          <a:latin typeface="+mn-lt"/>
          <a:ea typeface="+mn-ea"/>
          <a:cs typeface="+mn-cs"/>
        </a:defRPr>
      </a:lvl4pPr>
      <a:lvl5pPr marL="1114363" algn="l" defTabSz="557183" rtl="0" eaLnBrk="1" latinLnBrk="0" hangingPunct="1">
        <a:defRPr kumimoji="1" sz="1097" kern="1200">
          <a:solidFill>
            <a:schemeClr val="tx1"/>
          </a:solidFill>
          <a:latin typeface="+mn-lt"/>
          <a:ea typeface="+mn-ea"/>
          <a:cs typeface="+mn-cs"/>
        </a:defRPr>
      </a:lvl5pPr>
      <a:lvl6pPr marL="1392954" algn="l" defTabSz="557183" rtl="0" eaLnBrk="1" latinLnBrk="0" hangingPunct="1">
        <a:defRPr kumimoji="1" sz="1097" kern="1200">
          <a:solidFill>
            <a:schemeClr val="tx1"/>
          </a:solidFill>
          <a:latin typeface="+mn-lt"/>
          <a:ea typeface="+mn-ea"/>
          <a:cs typeface="+mn-cs"/>
        </a:defRPr>
      </a:lvl6pPr>
      <a:lvl7pPr marL="1671545" algn="l" defTabSz="557183" rtl="0" eaLnBrk="1" latinLnBrk="0" hangingPunct="1">
        <a:defRPr kumimoji="1" sz="1097" kern="1200">
          <a:solidFill>
            <a:schemeClr val="tx1"/>
          </a:solidFill>
          <a:latin typeface="+mn-lt"/>
          <a:ea typeface="+mn-ea"/>
          <a:cs typeface="+mn-cs"/>
        </a:defRPr>
      </a:lvl7pPr>
      <a:lvl8pPr marL="1950135" algn="l" defTabSz="557183" rtl="0" eaLnBrk="1" latinLnBrk="0" hangingPunct="1">
        <a:defRPr kumimoji="1" sz="1097" kern="1200">
          <a:solidFill>
            <a:schemeClr val="tx1"/>
          </a:solidFill>
          <a:latin typeface="+mn-lt"/>
          <a:ea typeface="+mn-ea"/>
          <a:cs typeface="+mn-cs"/>
        </a:defRPr>
      </a:lvl8pPr>
      <a:lvl9pPr marL="2228726" algn="l" defTabSz="557183" rtl="0" eaLnBrk="1" latinLnBrk="0" hangingPunct="1">
        <a:defRPr kumimoji="1" sz="109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userDrawn="1">
          <p15:clr>
            <a:srgbClr val="F26B43"/>
          </p15:clr>
        </p15:guide>
        <p15:guide id="2" pos="308" userDrawn="1">
          <p15:clr>
            <a:srgbClr val="F26B43"/>
          </p15:clr>
        </p15:guide>
        <p15:guide id="3" pos="5932" userDrawn="1">
          <p15:clr>
            <a:srgbClr val="F26B43"/>
          </p15:clr>
        </p15:guide>
        <p15:guide id="4" orient="horz" pos="415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66F32BB-FFC9-A94B-239B-00C8C8675C7E}"/>
              </a:ext>
            </a:extLst>
          </p:cNvPr>
          <p:cNvGraphicFramePr>
            <a:graphicFrameLocks noChangeAspect="1"/>
          </p:cNvGraphicFramePr>
          <p:nvPr userDrawn="1">
            <p:custDataLst>
              <p:tags r:id="rId4"/>
            </p:custDataLst>
            <p:extLst>
              <p:ext uri="{D42A27DB-BD31-4B8C-83A1-F6EECF244321}">
                <p14:modId xmlns:p14="http://schemas.microsoft.com/office/powerpoint/2010/main" val="788462679"/>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624" imgH="623" progId="TCLayout.ActiveDocument.1">
                  <p:embed/>
                </p:oleObj>
              </mc:Choice>
              <mc:Fallback>
                <p:oleObj name="think-cell Slide" r:id="rId5" imgW="624" imgH="623" progId="TCLayout.ActiveDocument.1">
                  <p:embed/>
                  <p:pic>
                    <p:nvPicPr>
                      <p:cNvPr id="2" name="think-cell data - do not delete" hidden="1">
                        <a:extLst>
                          <a:ext uri="{FF2B5EF4-FFF2-40B4-BE49-F238E27FC236}">
                            <a16:creationId xmlns:a16="http://schemas.microsoft.com/office/drawing/2014/main" id="{866F32BB-FFC9-A94B-239B-00C8C8675C7E}"/>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sp>
        <p:nvSpPr>
          <p:cNvPr id="7" name="TextBox 27">
            <a:extLst>
              <a:ext uri="{FF2B5EF4-FFF2-40B4-BE49-F238E27FC236}">
                <a16:creationId xmlns:a16="http://schemas.microsoft.com/office/drawing/2014/main" id="{17992569-539C-EB4F-237F-0FD92C07F60E}"/>
              </a:ext>
            </a:extLst>
          </p:cNvPr>
          <p:cNvSpPr txBox="1"/>
          <p:nvPr userDrawn="1"/>
        </p:nvSpPr>
        <p:spPr>
          <a:xfrm>
            <a:off x="105773" y="4917530"/>
            <a:ext cx="2581797" cy="215444"/>
          </a:xfrm>
          <a:prstGeom prst="rect">
            <a:avLst/>
          </a:prstGeom>
          <a:noFill/>
        </p:spPr>
        <p:txBody>
          <a:bodyPr wrap="none" lIns="0">
            <a:spAutoFit/>
          </a:bodyPr>
          <a:lstStyle/>
          <a:p>
            <a:r>
              <a:rPr lang="en-US" altLang="ja-JP" sz="800" b="1">
                <a:effectLst/>
                <a:latin typeface="Graphik" panose="020B0503030202060203" pitchFamily="34" charset="0"/>
                <a:ea typeface="Meiryo UI" panose="020B0604030504040204" pitchFamily="50" charset="-128"/>
                <a:cs typeface="Arial" panose="020B0604020202020204" pitchFamily="34" charset="0"/>
              </a:rPr>
              <a:t>Copyright © 2024 Accenture  All rights reserved.</a:t>
            </a:r>
            <a:endParaRPr lang="en-US" altLang="ja-JP" sz="800" b="1">
              <a:effectLst/>
              <a:latin typeface="Graphik" panose="020B0503030202060203" pitchFamily="34" charset="0"/>
              <a:cs typeface="Arial" panose="020B0604020202020204" pitchFamily="34" charset="0"/>
            </a:endParaRPr>
          </a:p>
        </p:txBody>
      </p:sp>
    </p:spTree>
    <p:extLst>
      <p:ext uri="{BB962C8B-B14F-4D97-AF65-F5344CB8AC3E}">
        <p14:creationId xmlns:p14="http://schemas.microsoft.com/office/powerpoint/2010/main" val="3288879342"/>
      </p:ext>
    </p:extLst>
  </p:cSld>
  <p:clrMap bg1="lt1" tx1="dk1" bg2="lt2" tx2="dk2" accent1="accent1" accent2="accent2" accent3="accent3" accent4="accent4" accent5="accent5" accent6="accent6" hlink="hlink" folHlink="folHlink"/>
  <p:sldLayoutIdLst>
    <p:sldLayoutId id="2147483964" r:id="rId1"/>
    <p:sldLayoutId id="2147483965" r:id="rId2"/>
  </p:sldLayoutIdLst>
  <p:txStyles>
    <p:titleStyle>
      <a:lvl1pPr algn="l" defTabSz="91437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8"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8"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66F32BB-FFC9-A94B-239B-00C8C8675C7E}"/>
              </a:ext>
            </a:extLst>
          </p:cNvPr>
          <p:cNvGraphicFramePr>
            <a:graphicFrameLocks noChangeAspect="1"/>
          </p:cNvGraphicFramePr>
          <p:nvPr userDrawn="1">
            <p:custDataLst>
              <p:tags r:id="rId6"/>
            </p:custDataLst>
            <p:extLst>
              <p:ext uri="{D42A27DB-BD31-4B8C-83A1-F6EECF244321}">
                <p14:modId xmlns:p14="http://schemas.microsoft.com/office/powerpoint/2010/main" val="788462679"/>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7" imgW="624" imgH="623" progId="TCLayout.ActiveDocument.1">
                  <p:embed/>
                </p:oleObj>
              </mc:Choice>
              <mc:Fallback>
                <p:oleObj name="think-cell Slide" r:id="rId7" imgW="624" imgH="623" progId="TCLayout.ActiveDocument.1">
                  <p:embed/>
                  <p:pic>
                    <p:nvPicPr>
                      <p:cNvPr id="2" name="think-cell data - do not delete" hidden="1">
                        <a:extLst>
                          <a:ext uri="{FF2B5EF4-FFF2-40B4-BE49-F238E27FC236}">
                            <a16:creationId xmlns:a16="http://schemas.microsoft.com/office/drawing/2014/main" id="{866F32BB-FFC9-A94B-239B-00C8C8675C7E}"/>
                          </a:ext>
                        </a:extLst>
                      </p:cNvPr>
                      <p:cNvPicPr/>
                      <p:nvPr/>
                    </p:nvPicPr>
                    <p:blipFill>
                      <a:blip r:embed="rId8"/>
                      <a:stretch>
                        <a:fillRect/>
                      </a:stretch>
                    </p:blipFill>
                    <p:spPr>
                      <a:xfrm>
                        <a:off x="1590" y="1590"/>
                        <a:ext cx="1588" cy="1588"/>
                      </a:xfrm>
                      <a:prstGeom prst="rect">
                        <a:avLst/>
                      </a:prstGeom>
                    </p:spPr>
                  </p:pic>
                </p:oleObj>
              </mc:Fallback>
            </mc:AlternateContent>
          </a:graphicData>
        </a:graphic>
      </p:graphicFrame>
      <p:sp>
        <p:nvSpPr>
          <p:cNvPr id="5" name="テキスト ボックス 3">
            <a:extLst>
              <a:ext uri="{FF2B5EF4-FFF2-40B4-BE49-F238E27FC236}">
                <a16:creationId xmlns:a16="http://schemas.microsoft.com/office/drawing/2014/main" id="{1B875B4A-E659-2DFA-3BB6-DC7666768FFE}"/>
              </a:ext>
            </a:extLst>
          </p:cNvPr>
          <p:cNvSpPr txBox="1"/>
          <p:nvPr userDrawn="1"/>
        </p:nvSpPr>
        <p:spPr>
          <a:xfrm>
            <a:off x="8888427" y="4964596"/>
            <a:ext cx="172483" cy="173124"/>
          </a:xfrm>
          <a:prstGeom prst="rect">
            <a:avLst/>
          </a:prstGeom>
          <a:noFill/>
        </p:spPr>
        <p:txBody>
          <a:bodyPr wrap="none" lIns="0">
            <a:spAutoFit/>
          </a:bodyPr>
          <a:lstStyle>
            <a:defPPr>
              <a:defRPr lang="en-US"/>
            </a:defPPr>
            <a:lvl1pPr>
              <a:defRPr sz="1000">
                <a:solidFill>
                  <a:prstClr val="black"/>
                </a:solidFill>
                <a:latin typeface="Graphik" panose="020B0503030202060203" pitchFamily="34" charset="0"/>
                <a:ea typeface="Meiryo UI" panose="020B0604030504040204" pitchFamily="50" charset="-128"/>
                <a:cs typeface="Arial" panose="020B0604020202020204" pitchFamily="34" charset="0"/>
              </a:defRPr>
            </a:lvl1pPr>
          </a:lstStyle>
          <a:p>
            <a:pPr marL="0" marR="0" lvl="0" indent="0" defTabSz="685800" eaLnBrk="1" fontAlgn="auto" latinLnBrk="0" hangingPunct="1">
              <a:lnSpc>
                <a:spcPct val="100000"/>
              </a:lnSpc>
              <a:spcBef>
                <a:spcPts val="0"/>
              </a:spcBef>
              <a:spcAft>
                <a:spcPts val="0"/>
              </a:spcAft>
              <a:buClrTx/>
              <a:buSzTx/>
              <a:buFontTx/>
              <a:buNone/>
              <a:tabLst/>
              <a:defRPr/>
            </a:pPr>
            <a:fld id="{989496C2-B50A-F244-A0A1-E3849033C8B1}" type="slidenum">
              <a:rPr kumimoji="0" lang="en-GB" altLang="ja-JP" sz="525" b="0" i="0" u="none" strike="noStrike" kern="0" cap="none" spc="0" normalizeH="0" baseline="0" noProof="0" smtClean="0">
                <a:ln>
                  <a:noFill/>
                </a:ln>
                <a:solidFill>
                  <a:srgbClr val="E8E8E8">
                    <a:lumMod val="75000"/>
                  </a:srgbClr>
                </a:solidFill>
                <a:effectLst/>
                <a:uLnTx/>
                <a:uFillTx/>
                <a:latin typeface="Graphik" panose="020B0503030202060203" pitchFamily="34" charset="0"/>
                <a:ea typeface="Meiryo UI" panose="020B0604030504040204" pitchFamily="50" charset="-128"/>
                <a:cs typeface="Arial" panose="020B0604020202020204" pitchFamily="34" charset="0"/>
                <a:sym typeface="Meiryo UI" panose="020B0604030504040204" pitchFamily="50" charset="-128"/>
              </a:rPr>
              <a:pPr marL="0" marR="0" lvl="0" indent="0" defTabSz="685800" eaLnBrk="1" fontAlgn="auto" latinLnBrk="0" hangingPunct="1">
                <a:lnSpc>
                  <a:spcPct val="100000"/>
                </a:lnSpc>
                <a:spcBef>
                  <a:spcPts val="0"/>
                </a:spcBef>
                <a:spcAft>
                  <a:spcPts val="0"/>
                </a:spcAft>
                <a:buClrTx/>
                <a:buSzTx/>
                <a:buFontTx/>
                <a:buNone/>
                <a:tabLst/>
                <a:defRPr/>
              </a:pPr>
              <a:t>‹#›</a:t>
            </a:fld>
            <a:endParaRPr kumimoji="0" lang="ja-JP" altLang="en-US" sz="525" b="0" i="0" u="none" strike="noStrike" kern="0" cap="none" spc="0" normalizeH="0" baseline="0" noProof="0">
              <a:ln>
                <a:noFill/>
              </a:ln>
              <a:solidFill>
                <a:srgbClr val="E8E8E8">
                  <a:lumMod val="75000"/>
                </a:srgbClr>
              </a:solidFill>
              <a:effectLst/>
              <a:uLnTx/>
              <a:uFillTx/>
              <a:latin typeface="Graphik" panose="020B0503030202060203" pitchFamily="34" charset="0"/>
              <a:ea typeface="Meiryo UI" panose="020B0604030504040204" pitchFamily="50" charset="-128"/>
              <a:cs typeface="Arial" panose="020B0604020202020204" pitchFamily="34" charset="0"/>
              <a:sym typeface="Meiryo UI" panose="020B0604030504040204" pitchFamily="50" charset="-128"/>
            </a:endParaRPr>
          </a:p>
        </p:txBody>
      </p:sp>
      <p:sp>
        <p:nvSpPr>
          <p:cNvPr id="4" name="TextBox 27">
            <a:extLst>
              <a:ext uri="{FF2B5EF4-FFF2-40B4-BE49-F238E27FC236}">
                <a16:creationId xmlns:a16="http://schemas.microsoft.com/office/drawing/2014/main" id="{EE6A79B8-5C1A-3783-1616-D73824B72F20}"/>
              </a:ext>
            </a:extLst>
          </p:cNvPr>
          <p:cNvSpPr txBox="1"/>
          <p:nvPr userDrawn="1"/>
        </p:nvSpPr>
        <p:spPr>
          <a:xfrm>
            <a:off x="105773" y="4964597"/>
            <a:ext cx="1722587" cy="173124"/>
          </a:xfrm>
          <a:prstGeom prst="rect">
            <a:avLst/>
          </a:prstGeom>
          <a:noFill/>
        </p:spPr>
        <p:txBody>
          <a:bodyPr wrap="none" lIns="0">
            <a:spAutoFit/>
          </a:bodyPr>
          <a:lstStyle/>
          <a:p>
            <a:pPr defTabSz="914378" fontAlgn="base">
              <a:spcBef>
                <a:spcPct val="0"/>
              </a:spcBef>
              <a:spcAft>
                <a:spcPct val="0"/>
              </a:spcAft>
              <a:defRPr/>
            </a:pPr>
            <a:r>
              <a:rPr lang="en-US" sz="525">
                <a:solidFill>
                  <a:srgbClr val="000000"/>
                </a:solidFill>
                <a:latin typeface="Graphik" panose="020B0503030202060203" pitchFamily="34" charset="0"/>
                <a:ea typeface="Meiryo UI"/>
                <a:cs typeface="Arial" panose="020B0604020202020204" pitchFamily="34" charset="0"/>
              </a:rPr>
              <a:t>Copyright ©　2025 Accenture All Rights Reserved.</a:t>
            </a:r>
            <a:r>
              <a:rPr lang="en-US" altLang="ja-JP" sz="525">
                <a:solidFill>
                  <a:srgbClr val="000000"/>
                </a:solidFill>
                <a:latin typeface="Graphik" panose="020B0503030202060203" pitchFamily="34" charset="0"/>
                <a:ea typeface="Meiryo UI"/>
                <a:cs typeface="Gotham Black"/>
              </a:rPr>
              <a:t> </a:t>
            </a:r>
          </a:p>
        </p:txBody>
      </p:sp>
    </p:spTree>
    <p:extLst>
      <p:ext uri="{BB962C8B-B14F-4D97-AF65-F5344CB8AC3E}">
        <p14:creationId xmlns:p14="http://schemas.microsoft.com/office/powerpoint/2010/main" val="3936778706"/>
      </p:ext>
    </p:extLst>
  </p:cSld>
  <p:clrMap bg1="lt1" tx1="dk1" bg2="lt2" tx2="dk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Lst>
  <p:txStyles>
    <p:titleStyle>
      <a:lvl1pPr algn="l" defTabSz="91435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8" indent="-228588" algn="l" defTabSz="91435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8" algn="l" defTabSz="91435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8"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66F32BB-FFC9-A94B-239B-00C8C8675C7E}"/>
              </a:ext>
            </a:extLst>
          </p:cNvPr>
          <p:cNvGraphicFramePr>
            <a:graphicFrameLocks noChangeAspect="1"/>
          </p:cNvGraphicFramePr>
          <p:nvPr userDrawn="1">
            <p:custDataLst>
              <p:tags r:id="rId16"/>
            </p:custDataLst>
            <p:extLst>
              <p:ext uri="{D42A27DB-BD31-4B8C-83A1-F6EECF244321}">
                <p14:modId xmlns:p14="http://schemas.microsoft.com/office/powerpoint/2010/main" val="788462679"/>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17" imgW="624" imgH="623" progId="TCLayout.ActiveDocument.1">
                  <p:embed/>
                </p:oleObj>
              </mc:Choice>
              <mc:Fallback>
                <p:oleObj name="think-cell Slide" r:id="rId17" imgW="624" imgH="623" progId="TCLayout.ActiveDocument.1">
                  <p:embed/>
                  <p:pic>
                    <p:nvPicPr>
                      <p:cNvPr id="2" name="think-cell data - do not delete" hidden="1">
                        <a:extLst>
                          <a:ext uri="{FF2B5EF4-FFF2-40B4-BE49-F238E27FC236}">
                            <a16:creationId xmlns:a16="http://schemas.microsoft.com/office/drawing/2014/main" id="{866F32BB-FFC9-A94B-239B-00C8C8675C7E}"/>
                          </a:ext>
                        </a:extLst>
                      </p:cNvPr>
                      <p:cNvPicPr/>
                      <p:nvPr/>
                    </p:nvPicPr>
                    <p:blipFill>
                      <a:blip r:embed="rId18"/>
                      <a:stretch>
                        <a:fillRect/>
                      </a:stretch>
                    </p:blipFill>
                    <p:spPr>
                      <a:xfrm>
                        <a:off x="1590" y="1590"/>
                        <a:ext cx="1588" cy="1588"/>
                      </a:xfrm>
                      <a:prstGeom prst="rect">
                        <a:avLst/>
                      </a:prstGeom>
                    </p:spPr>
                  </p:pic>
                </p:oleObj>
              </mc:Fallback>
            </mc:AlternateContent>
          </a:graphicData>
        </a:graphic>
      </p:graphicFrame>
      <p:sp>
        <p:nvSpPr>
          <p:cNvPr id="3" name="TextBox 27">
            <a:extLst>
              <a:ext uri="{FF2B5EF4-FFF2-40B4-BE49-F238E27FC236}">
                <a16:creationId xmlns:a16="http://schemas.microsoft.com/office/drawing/2014/main" id="{EFB57DC4-5E51-0C4D-5760-701FBFD8F815}"/>
              </a:ext>
            </a:extLst>
          </p:cNvPr>
          <p:cNvSpPr txBox="1"/>
          <p:nvPr userDrawn="1"/>
        </p:nvSpPr>
        <p:spPr>
          <a:xfrm>
            <a:off x="105773" y="4964597"/>
            <a:ext cx="1722587" cy="173124"/>
          </a:xfrm>
          <a:prstGeom prst="rect">
            <a:avLst/>
          </a:prstGeom>
          <a:noFill/>
        </p:spPr>
        <p:txBody>
          <a:bodyPr wrap="none" lIns="0">
            <a:spAutoFit/>
          </a:bodyPr>
          <a:lstStyle/>
          <a:p>
            <a:pPr defTabSz="914378" fontAlgn="base">
              <a:spcBef>
                <a:spcPct val="0"/>
              </a:spcBef>
              <a:spcAft>
                <a:spcPct val="0"/>
              </a:spcAft>
              <a:defRPr/>
            </a:pPr>
            <a:r>
              <a:rPr lang="en-US" sz="525">
                <a:solidFill>
                  <a:srgbClr val="000000"/>
                </a:solidFill>
                <a:latin typeface="Graphik" panose="020B0503030202060203" pitchFamily="34" charset="0"/>
                <a:ea typeface="Meiryo UI"/>
                <a:cs typeface="Arial" panose="020B0604020202020204" pitchFamily="34" charset="0"/>
              </a:rPr>
              <a:t>Copyright ©　2025 Accenture All Rights Reserved.</a:t>
            </a:r>
            <a:r>
              <a:rPr lang="en-US" altLang="ja-JP" sz="525">
                <a:solidFill>
                  <a:srgbClr val="000000"/>
                </a:solidFill>
                <a:latin typeface="Graphik" panose="020B0503030202060203" pitchFamily="34" charset="0"/>
                <a:ea typeface="Meiryo UI"/>
                <a:cs typeface="Gotham Black"/>
              </a:rPr>
              <a:t> </a:t>
            </a:r>
          </a:p>
        </p:txBody>
      </p:sp>
    </p:spTree>
    <p:extLst>
      <p:ext uri="{BB962C8B-B14F-4D97-AF65-F5344CB8AC3E}">
        <p14:creationId xmlns:p14="http://schemas.microsoft.com/office/powerpoint/2010/main" val="2092323556"/>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 id="2147483983" r:id="rId12"/>
    <p:sldLayoutId id="2147483984" r:id="rId13"/>
    <p:sldLayoutId id="2147483985" r:id="rId14"/>
  </p:sldLayoutIdLst>
  <p:txStyles>
    <p:titleStyle>
      <a:lvl1pPr algn="l" defTabSz="91435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8" indent="-228588" algn="l" defTabSz="91435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8" algn="l" defTabSz="91435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8"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0" name="グループ化 9">
            <a:extLst>
              <a:ext uri="{FF2B5EF4-FFF2-40B4-BE49-F238E27FC236}">
                <a16:creationId xmlns:a16="http://schemas.microsoft.com/office/drawing/2014/main" id="{B453EF6D-6FD6-47A8-88A0-210EB117DEE1}"/>
              </a:ext>
            </a:extLst>
          </p:cNvPr>
          <p:cNvGrpSpPr/>
          <p:nvPr userDrawn="1"/>
        </p:nvGrpSpPr>
        <p:grpSpPr>
          <a:xfrm>
            <a:off x="9222947" y="665973"/>
            <a:ext cx="332589" cy="4288731"/>
            <a:chOff x="9991525" y="887964"/>
            <a:chExt cx="360305" cy="5718307"/>
          </a:xfrm>
        </p:grpSpPr>
        <p:sp>
          <p:nvSpPr>
            <p:cNvPr id="88" name="Line 215">
              <a:extLst>
                <a:ext uri="{FF2B5EF4-FFF2-40B4-BE49-F238E27FC236}">
                  <a16:creationId xmlns:a16="http://schemas.microsoft.com/office/drawing/2014/main" id="{BEA3D93C-E432-4AB7-AAF1-DE405B274E9F}"/>
                </a:ext>
              </a:extLst>
            </p:cNvPr>
            <p:cNvSpPr>
              <a:spLocks noChangeShapeType="1"/>
            </p:cNvSpPr>
            <p:nvPr userDrawn="1"/>
          </p:nvSpPr>
          <p:spPr bwMode="gray">
            <a:xfrm>
              <a:off x="9991525" y="6417000"/>
              <a:ext cx="360305" cy="0"/>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371498"/>
              <a:endParaRPr lang="ja-JP" altLang="en-US" sz="450">
                <a:solidFill>
                  <a:prstClr val="black"/>
                </a:solidFill>
              </a:endParaRPr>
            </a:p>
          </p:txBody>
        </p:sp>
        <p:sp>
          <p:nvSpPr>
            <p:cNvPr id="89" name="Line 216">
              <a:extLst>
                <a:ext uri="{FF2B5EF4-FFF2-40B4-BE49-F238E27FC236}">
                  <a16:creationId xmlns:a16="http://schemas.microsoft.com/office/drawing/2014/main" id="{CBCECCFA-CE3D-45C4-AD74-F2D84BAD2D47}"/>
                </a:ext>
              </a:extLst>
            </p:cNvPr>
            <p:cNvSpPr>
              <a:spLocks noChangeShapeType="1"/>
            </p:cNvSpPr>
            <p:nvPr userDrawn="1"/>
          </p:nvSpPr>
          <p:spPr bwMode="gray">
            <a:xfrm>
              <a:off x="9991525" y="1053000"/>
              <a:ext cx="360305" cy="0"/>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371498"/>
              <a:endParaRPr lang="ja-JP" altLang="en-US" sz="450">
                <a:solidFill>
                  <a:prstClr val="black"/>
                </a:solidFill>
              </a:endParaRPr>
            </a:p>
          </p:txBody>
        </p:sp>
        <p:sp>
          <p:nvSpPr>
            <p:cNvPr id="92" name="Line 212">
              <a:extLst>
                <a:ext uri="{FF2B5EF4-FFF2-40B4-BE49-F238E27FC236}">
                  <a16:creationId xmlns:a16="http://schemas.microsoft.com/office/drawing/2014/main" id="{F1E33D2E-9358-4C2B-9312-4BB9CF4A8B1A}"/>
                </a:ext>
              </a:extLst>
            </p:cNvPr>
            <p:cNvSpPr>
              <a:spLocks noChangeShapeType="1"/>
            </p:cNvSpPr>
            <p:nvPr userDrawn="1"/>
          </p:nvSpPr>
          <p:spPr bwMode="gray">
            <a:xfrm>
              <a:off x="9991525" y="3465513"/>
              <a:ext cx="360305" cy="0"/>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371498"/>
              <a:endParaRPr lang="ja-JP" altLang="en-US" sz="450">
                <a:solidFill>
                  <a:prstClr val="black"/>
                </a:solidFill>
              </a:endParaRPr>
            </a:p>
          </p:txBody>
        </p:sp>
        <p:sp>
          <p:nvSpPr>
            <p:cNvPr id="93" name="Line 214">
              <a:extLst>
                <a:ext uri="{FF2B5EF4-FFF2-40B4-BE49-F238E27FC236}">
                  <a16:creationId xmlns:a16="http://schemas.microsoft.com/office/drawing/2014/main" id="{46B6B322-EBF3-481B-B2BB-682E6C6D9D59}"/>
                </a:ext>
              </a:extLst>
            </p:cNvPr>
            <p:cNvSpPr>
              <a:spLocks noChangeShapeType="1"/>
            </p:cNvSpPr>
            <p:nvPr userDrawn="1"/>
          </p:nvSpPr>
          <p:spPr bwMode="gray">
            <a:xfrm>
              <a:off x="9991525" y="6201000"/>
              <a:ext cx="360305" cy="0"/>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371498"/>
              <a:endParaRPr lang="ja-JP" altLang="en-US" sz="450">
                <a:solidFill>
                  <a:prstClr val="black"/>
                </a:solidFill>
              </a:endParaRPr>
            </a:p>
          </p:txBody>
        </p:sp>
        <p:sp>
          <p:nvSpPr>
            <p:cNvPr id="94" name="Line 216">
              <a:extLst>
                <a:ext uri="{FF2B5EF4-FFF2-40B4-BE49-F238E27FC236}">
                  <a16:creationId xmlns:a16="http://schemas.microsoft.com/office/drawing/2014/main" id="{C0E88E40-5D8B-4FE3-9777-71274BC72FE4}"/>
                </a:ext>
              </a:extLst>
            </p:cNvPr>
            <p:cNvSpPr>
              <a:spLocks noChangeShapeType="1"/>
            </p:cNvSpPr>
            <p:nvPr userDrawn="1"/>
          </p:nvSpPr>
          <p:spPr bwMode="gray">
            <a:xfrm>
              <a:off x="9991525" y="1311936"/>
              <a:ext cx="360305" cy="0"/>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371498"/>
              <a:endParaRPr lang="ja-JP" altLang="en-US" sz="450">
                <a:solidFill>
                  <a:prstClr val="black"/>
                </a:solidFill>
              </a:endParaRPr>
            </a:p>
          </p:txBody>
        </p:sp>
        <p:sp>
          <p:nvSpPr>
            <p:cNvPr id="95" name="Line 212">
              <a:extLst>
                <a:ext uri="{FF2B5EF4-FFF2-40B4-BE49-F238E27FC236}">
                  <a16:creationId xmlns:a16="http://schemas.microsoft.com/office/drawing/2014/main" id="{4883AE70-0A62-4EA8-BEA0-A8E581F9DF0A}"/>
                </a:ext>
              </a:extLst>
            </p:cNvPr>
            <p:cNvSpPr>
              <a:spLocks noChangeShapeType="1"/>
            </p:cNvSpPr>
            <p:nvPr userDrawn="1"/>
          </p:nvSpPr>
          <p:spPr bwMode="gray">
            <a:xfrm>
              <a:off x="9991525" y="3788776"/>
              <a:ext cx="360305" cy="0"/>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371498"/>
              <a:endParaRPr lang="ja-JP" altLang="en-US" sz="450">
                <a:solidFill>
                  <a:prstClr val="black"/>
                </a:solidFill>
              </a:endParaRPr>
            </a:p>
          </p:txBody>
        </p:sp>
        <p:sp>
          <p:nvSpPr>
            <p:cNvPr id="100" name="テキスト ボックス 99">
              <a:extLst>
                <a:ext uri="{FF2B5EF4-FFF2-40B4-BE49-F238E27FC236}">
                  <a16:creationId xmlns:a16="http://schemas.microsoft.com/office/drawing/2014/main" id="{69DB5BA0-E1D6-4802-B524-12535B7C4B55}"/>
                </a:ext>
              </a:extLst>
            </p:cNvPr>
            <p:cNvSpPr txBox="1"/>
            <p:nvPr userDrawn="1">
              <p:custDataLst>
                <p:tags r:id="rId24"/>
              </p:custDataLst>
            </p:nvPr>
          </p:nvSpPr>
          <p:spPr bwMode="gray">
            <a:xfrm>
              <a:off x="9991525" y="1311936"/>
              <a:ext cx="160942" cy="189271"/>
            </a:xfrm>
            <a:prstGeom prst="rect">
              <a:avLst/>
            </a:prstGeom>
            <a:noFill/>
          </p:spPr>
          <p:txBody>
            <a:bodyPr wrap="none" lIns="18000" tIns="36000" rIns="18000" bIns="36000" rtlCol="0">
              <a:spAutoFit/>
            </a:bodyPr>
            <a:lstStyle/>
            <a:p>
              <a:pPr algn="l" defTabSz="371498"/>
              <a:r>
                <a:rPr kumimoji="1" lang="en-US" altLang="ja-JP" sz="450">
                  <a:solidFill>
                    <a:srgbClr val="E60000"/>
                  </a:solidFill>
                </a:rPr>
                <a:t>5.58</a:t>
              </a:r>
              <a:endParaRPr kumimoji="1" lang="ja-JP" altLang="en-US" sz="450">
                <a:solidFill>
                  <a:srgbClr val="E60000"/>
                </a:solidFill>
              </a:endParaRPr>
            </a:p>
          </p:txBody>
        </p:sp>
        <p:sp>
          <p:nvSpPr>
            <p:cNvPr id="102" name="テキスト ボックス 101">
              <a:extLst>
                <a:ext uri="{FF2B5EF4-FFF2-40B4-BE49-F238E27FC236}">
                  <a16:creationId xmlns:a16="http://schemas.microsoft.com/office/drawing/2014/main" id="{1881D8DA-8EAF-42B6-B930-00DCD5EB10EA}"/>
                </a:ext>
              </a:extLst>
            </p:cNvPr>
            <p:cNvSpPr txBox="1"/>
            <p:nvPr userDrawn="1">
              <p:custDataLst>
                <p:tags r:id="rId25"/>
              </p:custDataLst>
            </p:nvPr>
          </p:nvSpPr>
          <p:spPr bwMode="gray">
            <a:xfrm>
              <a:off x="9991525" y="3465513"/>
              <a:ext cx="160942" cy="189271"/>
            </a:xfrm>
            <a:prstGeom prst="rect">
              <a:avLst/>
            </a:prstGeom>
            <a:noFill/>
          </p:spPr>
          <p:txBody>
            <a:bodyPr wrap="none" lIns="18000" tIns="36000" rIns="18000" bIns="36000" rtlCol="0">
              <a:spAutoFit/>
            </a:bodyPr>
            <a:lstStyle/>
            <a:p>
              <a:pPr algn="l" defTabSz="371498"/>
              <a:r>
                <a:rPr kumimoji="1" lang="en-US" altLang="ja-JP" sz="450">
                  <a:solidFill>
                    <a:srgbClr val="E60000"/>
                  </a:solidFill>
                </a:rPr>
                <a:t>0.10</a:t>
              </a:r>
              <a:endParaRPr kumimoji="1" lang="ja-JP" altLang="en-US" sz="450">
                <a:solidFill>
                  <a:srgbClr val="E60000"/>
                </a:solidFill>
              </a:endParaRPr>
            </a:p>
          </p:txBody>
        </p:sp>
        <p:sp>
          <p:nvSpPr>
            <p:cNvPr id="103" name="テキスト ボックス 102">
              <a:extLst>
                <a:ext uri="{FF2B5EF4-FFF2-40B4-BE49-F238E27FC236}">
                  <a16:creationId xmlns:a16="http://schemas.microsoft.com/office/drawing/2014/main" id="{85DBC328-E7F6-4C6A-8821-42731E1E38A0}"/>
                </a:ext>
              </a:extLst>
            </p:cNvPr>
            <p:cNvSpPr txBox="1"/>
            <p:nvPr userDrawn="1">
              <p:custDataLst>
                <p:tags r:id="rId26"/>
              </p:custDataLst>
            </p:nvPr>
          </p:nvSpPr>
          <p:spPr bwMode="gray">
            <a:xfrm>
              <a:off x="9991525" y="1053000"/>
              <a:ext cx="160942" cy="189271"/>
            </a:xfrm>
            <a:prstGeom prst="rect">
              <a:avLst/>
            </a:prstGeom>
            <a:noFill/>
          </p:spPr>
          <p:txBody>
            <a:bodyPr wrap="none" lIns="18000" tIns="36000" rIns="18000" bIns="36000" rtlCol="0">
              <a:spAutoFit/>
            </a:bodyPr>
            <a:lstStyle/>
            <a:p>
              <a:pPr algn="l" defTabSz="371498"/>
              <a:r>
                <a:rPr kumimoji="1" lang="en-US" altLang="ja-JP" sz="450">
                  <a:solidFill>
                    <a:srgbClr val="E60000"/>
                  </a:solidFill>
                </a:rPr>
                <a:t>6.60</a:t>
              </a:r>
              <a:endParaRPr kumimoji="1" lang="ja-JP" altLang="en-US" sz="450">
                <a:solidFill>
                  <a:srgbClr val="E60000"/>
                </a:solidFill>
              </a:endParaRPr>
            </a:p>
          </p:txBody>
        </p:sp>
        <p:sp>
          <p:nvSpPr>
            <p:cNvPr id="104" name="テキスト ボックス 103">
              <a:extLst>
                <a:ext uri="{FF2B5EF4-FFF2-40B4-BE49-F238E27FC236}">
                  <a16:creationId xmlns:a16="http://schemas.microsoft.com/office/drawing/2014/main" id="{6B271100-1B99-41E4-B87A-B97C0F24CA52}"/>
                </a:ext>
              </a:extLst>
            </p:cNvPr>
            <p:cNvSpPr txBox="1"/>
            <p:nvPr userDrawn="1">
              <p:custDataLst>
                <p:tags r:id="rId27"/>
              </p:custDataLst>
            </p:nvPr>
          </p:nvSpPr>
          <p:spPr bwMode="gray">
            <a:xfrm>
              <a:off x="9991525" y="6201000"/>
              <a:ext cx="160942" cy="189271"/>
            </a:xfrm>
            <a:prstGeom prst="rect">
              <a:avLst/>
            </a:prstGeom>
            <a:noFill/>
          </p:spPr>
          <p:txBody>
            <a:bodyPr wrap="none" lIns="18000" tIns="36000" rIns="18000" bIns="36000" rtlCol="0">
              <a:spAutoFit/>
            </a:bodyPr>
            <a:lstStyle/>
            <a:p>
              <a:pPr algn="l" defTabSz="371498"/>
              <a:r>
                <a:rPr kumimoji="1" lang="en-US" altLang="ja-JP" sz="450">
                  <a:solidFill>
                    <a:srgbClr val="E60000"/>
                  </a:solidFill>
                </a:rPr>
                <a:t>7.70</a:t>
              </a:r>
              <a:endParaRPr kumimoji="1" lang="ja-JP" altLang="en-US" sz="450">
                <a:solidFill>
                  <a:srgbClr val="E60000"/>
                </a:solidFill>
              </a:endParaRPr>
            </a:p>
          </p:txBody>
        </p:sp>
        <p:sp>
          <p:nvSpPr>
            <p:cNvPr id="106" name="テキスト ボックス 105">
              <a:extLst>
                <a:ext uri="{FF2B5EF4-FFF2-40B4-BE49-F238E27FC236}">
                  <a16:creationId xmlns:a16="http://schemas.microsoft.com/office/drawing/2014/main" id="{952C5FF9-87E5-4DE5-89DA-7891C7B9DE37}"/>
                </a:ext>
              </a:extLst>
            </p:cNvPr>
            <p:cNvSpPr txBox="1"/>
            <p:nvPr userDrawn="1">
              <p:custDataLst>
                <p:tags r:id="rId28"/>
              </p:custDataLst>
            </p:nvPr>
          </p:nvSpPr>
          <p:spPr bwMode="gray">
            <a:xfrm>
              <a:off x="9991525" y="6417000"/>
              <a:ext cx="160942" cy="189271"/>
            </a:xfrm>
            <a:prstGeom prst="rect">
              <a:avLst/>
            </a:prstGeom>
            <a:noFill/>
          </p:spPr>
          <p:txBody>
            <a:bodyPr wrap="none" lIns="18000" tIns="36000" rIns="18000" bIns="36000" rtlCol="0">
              <a:spAutoFit/>
            </a:bodyPr>
            <a:lstStyle/>
            <a:p>
              <a:pPr algn="l" defTabSz="371498"/>
              <a:r>
                <a:rPr kumimoji="1" lang="en-US" altLang="ja-JP" sz="450">
                  <a:solidFill>
                    <a:srgbClr val="E60000"/>
                  </a:solidFill>
                </a:rPr>
                <a:t>8.30</a:t>
              </a:r>
            </a:p>
          </p:txBody>
        </p:sp>
        <p:sp>
          <p:nvSpPr>
            <p:cNvPr id="107" name="テキスト ボックス 106">
              <a:extLst>
                <a:ext uri="{FF2B5EF4-FFF2-40B4-BE49-F238E27FC236}">
                  <a16:creationId xmlns:a16="http://schemas.microsoft.com/office/drawing/2014/main" id="{A1DC04EA-E92B-4E3E-B0B1-3F6829EB9765}"/>
                </a:ext>
              </a:extLst>
            </p:cNvPr>
            <p:cNvSpPr txBox="1"/>
            <p:nvPr userDrawn="1">
              <p:custDataLst>
                <p:tags r:id="rId29"/>
              </p:custDataLst>
            </p:nvPr>
          </p:nvSpPr>
          <p:spPr bwMode="gray">
            <a:xfrm>
              <a:off x="9991525" y="887964"/>
              <a:ext cx="192201" cy="189271"/>
            </a:xfrm>
            <a:prstGeom prst="rect">
              <a:avLst/>
            </a:prstGeom>
            <a:noFill/>
          </p:spPr>
          <p:txBody>
            <a:bodyPr wrap="none" lIns="18000" tIns="36000" rIns="18000" bIns="36000" rtlCol="0">
              <a:spAutoFit/>
            </a:bodyPr>
            <a:lstStyle/>
            <a:p>
              <a:pPr algn="l" defTabSz="371498"/>
              <a:r>
                <a:rPr kumimoji="1" lang="ja-JP" altLang="en-US" sz="450">
                  <a:solidFill>
                    <a:srgbClr val="E60000"/>
                  </a:solidFill>
                </a:rPr>
                <a:t>ガイド</a:t>
              </a:r>
            </a:p>
          </p:txBody>
        </p:sp>
        <p:sp>
          <p:nvSpPr>
            <p:cNvPr id="109" name="テキスト ボックス 108">
              <a:extLst>
                <a:ext uri="{FF2B5EF4-FFF2-40B4-BE49-F238E27FC236}">
                  <a16:creationId xmlns:a16="http://schemas.microsoft.com/office/drawing/2014/main" id="{FCFDE599-9E23-4330-A95D-DC3F0CC8DE54}"/>
                </a:ext>
              </a:extLst>
            </p:cNvPr>
            <p:cNvSpPr txBox="1"/>
            <p:nvPr userDrawn="1">
              <p:custDataLst>
                <p:tags r:id="rId30"/>
              </p:custDataLst>
            </p:nvPr>
          </p:nvSpPr>
          <p:spPr bwMode="gray">
            <a:xfrm>
              <a:off x="9991525" y="3788775"/>
              <a:ext cx="160942" cy="189271"/>
            </a:xfrm>
            <a:prstGeom prst="rect">
              <a:avLst/>
            </a:prstGeom>
            <a:noFill/>
          </p:spPr>
          <p:txBody>
            <a:bodyPr wrap="none" lIns="18000" tIns="36000" rIns="18000" bIns="36000" rtlCol="0">
              <a:spAutoFit/>
            </a:bodyPr>
            <a:lstStyle/>
            <a:p>
              <a:pPr algn="l" defTabSz="371498"/>
              <a:r>
                <a:rPr kumimoji="1" lang="en-US" altLang="ja-JP" sz="450">
                  <a:solidFill>
                    <a:srgbClr val="E60000"/>
                  </a:solidFill>
                </a:rPr>
                <a:t>1.00</a:t>
              </a:r>
              <a:endParaRPr kumimoji="1" lang="ja-JP" altLang="en-US" sz="450">
                <a:solidFill>
                  <a:srgbClr val="E60000"/>
                </a:solidFill>
              </a:endParaRPr>
            </a:p>
          </p:txBody>
        </p:sp>
        <p:sp>
          <p:nvSpPr>
            <p:cNvPr id="110" name="テキスト ボックス 109">
              <a:extLst>
                <a:ext uri="{FF2B5EF4-FFF2-40B4-BE49-F238E27FC236}">
                  <a16:creationId xmlns:a16="http://schemas.microsoft.com/office/drawing/2014/main" id="{CCEE21A5-0F75-4DE2-B92A-D33F9BF301CD}"/>
                </a:ext>
              </a:extLst>
            </p:cNvPr>
            <p:cNvSpPr txBox="1"/>
            <p:nvPr userDrawn="1">
              <p:custDataLst>
                <p:tags r:id="rId31"/>
              </p:custDataLst>
            </p:nvPr>
          </p:nvSpPr>
          <p:spPr bwMode="gray">
            <a:xfrm>
              <a:off x="9991525" y="4047975"/>
              <a:ext cx="160942" cy="189271"/>
            </a:xfrm>
            <a:prstGeom prst="rect">
              <a:avLst/>
            </a:prstGeom>
            <a:noFill/>
          </p:spPr>
          <p:txBody>
            <a:bodyPr wrap="none" lIns="18000" tIns="36000" rIns="18000" bIns="36000" rtlCol="0">
              <a:spAutoFit/>
            </a:bodyPr>
            <a:lstStyle/>
            <a:p>
              <a:pPr algn="l" defTabSz="371498"/>
              <a:r>
                <a:rPr kumimoji="1" lang="en-US" altLang="ja-JP" sz="450">
                  <a:solidFill>
                    <a:srgbClr val="E60000"/>
                  </a:solidFill>
                </a:rPr>
                <a:t>1.72</a:t>
              </a:r>
              <a:endParaRPr kumimoji="1" lang="ja-JP" altLang="en-US" sz="450">
                <a:solidFill>
                  <a:srgbClr val="E60000"/>
                </a:solidFill>
              </a:endParaRPr>
            </a:p>
          </p:txBody>
        </p:sp>
        <p:sp>
          <p:nvSpPr>
            <p:cNvPr id="111" name="Line 212">
              <a:extLst>
                <a:ext uri="{FF2B5EF4-FFF2-40B4-BE49-F238E27FC236}">
                  <a16:creationId xmlns:a16="http://schemas.microsoft.com/office/drawing/2014/main" id="{C47E2506-9044-4F2D-8BC6-8730617A61F0}"/>
                </a:ext>
              </a:extLst>
            </p:cNvPr>
            <p:cNvSpPr>
              <a:spLocks noChangeShapeType="1"/>
            </p:cNvSpPr>
            <p:nvPr userDrawn="1"/>
          </p:nvSpPr>
          <p:spPr bwMode="gray">
            <a:xfrm>
              <a:off x="9991525" y="4047976"/>
              <a:ext cx="360305" cy="0"/>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371498"/>
              <a:endParaRPr lang="ja-JP" altLang="en-US" sz="450">
                <a:solidFill>
                  <a:prstClr val="black"/>
                </a:solidFill>
              </a:endParaRPr>
            </a:p>
          </p:txBody>
        </p:sp>
      </p:grpSp>
      <p:grpSp>
        <p:nvGrpSpPr>
          <p:cNvPr id="6" name="グループ化 5">
            <a:extLst>
              <a:ext uri="{FF2B5EF4-FFF2-40B4-BE49-F238E27FC236}">
                <a16:creationId xmlns:a16="http://schemas.microsoft.com/office/drawing/2014/main" id="{378A2D03-EA23-4C39-842B-06408DB11B43}"/>
              </a:ext>
            </a:extLst>
          </p:cNvPr>
          <p:cNvGrpSpPr/>
          <p:nvPr userDrawn="1"/>
        </p:nvGrpSpPr>
        <p:grpSpPr>
          <a:xfrm>
            <a:off x="171156" y="5189681"/>
            <a:ext cx="8587921" cy="138866"/>
            <a:chOff x="185419" y="6919576"/>
            <a:chExt cx="9303581" cy="185154"/>
          </a:xfrm>
        </p:grpSpPr>
        <p:sp>
          <p:nvSpPr>
            <p:cNvPr id="72" name="テキスト ボックス 71">
              <a:extLst>
                <a:ext uri="{FF2B5EF4-FFF2-40B4-BE49-F238E27FC236}">
                  <a16:creationId xmlns:a16="http://schemas.microsoft.com/office/drawing/2014/main" id="{A4E7AA38-9248-46EB-B925-85E06FDD52D7}"/>
                </a:ext>
              </a:extLst>
            </p:cNvPr>
            <p:cNvSpPr txBox="1"/>
            <p:nvPr userDrawn="1">
              <p:custDataLst>
                <p:tags r:id="rId17"/>
              </p:custDataLst>
            </p:nvPr>
          </p:nvSpPr>
          <p:spPr bwMode="gray">
            <a:xfrm>
              <a:off x="2721000" y="6919576"/>
              <a:ext cx="200322" cy="140801"/>
            </a:xfrm>
            <a:prstGeom prst="rect">
              <a:avLst/>
            </a:prstGeom>
            <a:noFill/>
          </p:spPr>
          <p:txBody>
            <a:bodyPr wrap="none" lIns="36000" tIns="18000" rIns="36000" bIns="18000" rtlCol="0" anchor="b">
              <a:spAutoFit/>
            </a:bodyPr>
            <a:lstStyle/>
            <a:p>
              <a:pPr defTabSz="371498"/>
              <a:r>
                <a:rPr kumimoji="1" lang="en-US" altLang="ja-JP" sz="450">
                  <a:solidFill>
                    <a:srgbClr val="E60000"/>
                  </a:solidFill>
                </a:rPr>
                <a:t>6.20</a:t>
              </a:r>
              <a:endParaRPr kumimoji="1" lang="ja-JP" altLang="en-US" sz="450">
                <a:solidFill>
                  <a:srgbClr val="E60000"/>
                </a:solidFill>
              </a:endParaRPr>
            </a:p>
          </p:txBody>
        </p:sp>
        <p:sp>
          <p:nvSpPr>
            <p:cNvPr id="73" name="テキスト ボックス 72">
              <a:extLst>
                <a:ext uri="{FF2B5EF4-FFF2-40B4-BE49-F238E27FC236}">
                  <a16:creationId xmlns:a16="http://schemas.microsoft.com/office/drawing/2014/main" id="{1E0C8B5A-71A0-4E6C-B5A7-6C8ED854BD2A}"/>
                </a:ext>
              </a:extLst>
            </p:cNvPr>
            <p:cNvSpPr txBox="1"/>
            <p:nvPr userDrawn="1">
              <p:custDataLst>
                <p:tags r:id="rId18"/>
              </p:custDataLst>
            </p:nvPr>
          </p:nvSpPr>
          <p:spPr bwMode="gray">
            <a:xfrm>
              <a:off x="417000" y="6919576"/>
              <a:ext cx="235054" cy="140801"/>
            </a:xfrm>
            <a:prstGeom prst="rect">
              <a:avLst/>
            </a:prstGeom>
            <a:noFill/>
          </p:spPr>
          <p:txBody>
            <a:bodyPr wrap="none" lIns="36000" tIns="18000" rIns="36000" bIns="18000" rtlCol="0" anchor="b">
              <a:spAutoFit/>
            </a:bodyPr>
            <a:lstStyle/>
            <a:p>
              <a:pPr defTabSz="371498"/>
              <a:r>
                <a:rPr kumimoji="1" lang="en-US" altLang="ja-JP" sz="450">
                  <a:solidFill>
                    <a:srgbClr val="E60000"/>
                  </a:solidFill>
                </a:rPr>
                <a:t>12.60</a:t>
              </a:r>
              <a:endParaRPr kumimoji="1" lang="ja-JP" altLang="en-US" sz="450">
                <a:solidFill>
                  <a:srgbClr val="E60000"/>
                </a:solidFill>
              </a:endParaRPr>
            </a:p>
          </p:txBody>
        </p:sp>
        <p:sp>
          <p:nvSpPr>
            <p:cNvPr id="74" name="テキスト ボックス 73">
              <a:extLst>
                <a:ext uri="{FF2B5EF4-FFF2-40B4-BE49-F238E27FC236}">
                  <a16:creationId xmlns:a16="http://schemas.microsoft.com/office/drawing/2014/main" id="{C817F87D-D20A-4428-B6C9-4055BC430E83}"/>
                </a:ext>
              </a:extLst>
            </p:cNvPr>
            <p:cNvSpPr txBox="1"/>
            <p:nvPr userDrawn="1">
              <p:custDataLst>
                <p:tags r:id="rId19"/>
              </p:custDataLst>
            </p:nvPr>
          </p:nvSpPr>
          <p:spPr bwMode="gray">
            <a:xfrm>
              <a:off x="5025000" y="6919576"/>
              <a:ext cx="262839" cy="140801"/>
            </a:xfrm>
            <a:prstGeom prst="rect">
              <a:avLst/>
            </a:prstGeom>
            <a:noFill/>
          </p:spPr>
          <p:txBody>
            <a:bodyPr wrap="none" lIns="36000" tIns="18000" rIns="36000" bIns="18000" rtlCol="0" anchor="b">
              <a:spAutoFit/>
            </a:bodyPr>
            <a:lstStyle/>
            <a:p>
              <a:pPr defTabSz="371498"/>
              <a:r>
                <a:rPr kumimoji="1" lang="en-US" altLang="ja-JP" sz="450">
                  <a:solidFill>
                    <a:srgbClr val="E60000"/>
                  </a:solidFill>
                </a:rPr>
                <a:t>0.20</a:t>
              </a:r>
              <a:r>
                <a:rPr kumimoji="1" lang="ja-JP" altLang="en-US" sz="450">
                  <a:solidFill>
                    <a:srgbClr val="E60000"/>
                  </a:solidFill>
                </a:rPr>
                <a:t>→</a:t>
              </a:r>
            </a:p>
          </p:txBody>
        </p:sp>
        <p:sp>
          <p:nvSpPr>
            <p:cNvPr id="75" name="Line 227">
              <a:extLst>
                <a:ext uri="{FF2B5EF4-FFF2-40B4-BE49-F238E27FC236}">
                  <a16:creationId xmlns:a16="http://schemas.microsoft.com/office/drawing/2014/main" id="{408776C6-E24D-415D-9FAA-9410A03A45D7}"/>
                </a:ext>
              </a:extLst>
            </p:cNvPr>
            <p:cNvSpPr>
              <a:spLocks noChangeShapeType="1"/>
            </p:cNvSpPr>
            <p:nvPr userDrawn="1"/>
          </p:nvSpPr>
          <p:spPr bwMode="gray">
            <a:xfrm>
              <a:off x="417000" y="6931692"/>
              <a:ext cx="0" cy="173038"/>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lstStyle/>
            <a:p>
              <a:pPr defTabSz="371498"/>
              <a:endParaRPr lang="ja-JP" altLang="en-US" sz="450">
                <a:solidFill>
                  <a:prstClr val="black"/>
                </a:solidFill>
              </a:endParaRPr>
            </a:p>
          </p:txBody>
        </p:sp>
        <p:sp>
          <p:nvSpPr>
            <p:cNvPr id="76" name="Line 228">
              <a:extLst>
                <a:ext uri="{FF2B5EF4-FFF2-40B4-BE49-F238E27FC236}">
                  <a16:creationId xmlns:a16="http://schemas.microsoft.com/office/drawing/2014/main" id="{E4A8B5B8-83CC-4CED-8868-31890D95D5BD}"/>
                </a:ext>
              </a:extLst>
            </p:cNvPr>
            <p:cNvSpPr>
              <a:spLocks noChangeShapeType="1"/>
            </p:cNvSpPr>
            <p:nvPr userDrawn="1"/>
          </p:nvSpPr>
          <p:spPr bwMode="gray">
            <a:xfrm>
              <a:off x="2577000" y="6931692"/>
              <a:ext cx="0" cy="173038"/>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lstStyle/>
            <a:p>
              <a:pPr defTabSz="371498"/>
              <a:endParaRPr lang="ja-JP" altLang="en-US" sz="450">
                <a:solidFill>
                  <a:prstClr val="black"/>
                </a:solidFill>
              </a:endParaRPr>
            </a:p>
          </p:txBody>
        </p:sp>
        <p:sp>
          <p:nvSpPr>
            <p:cNvPr id="77" name="Line 229">
              <a:extLst>
                <a:ext uri="{FF2B5EF4-FFF2-40B4-BE49-F238E27FC236}">
                  <a16:creationId xmlns:a16="http://schemas.microsoft.com/office/drawing/2014/main" id="{759AB446-06B5-40AF-95B4-E5EF18AECFC5}"/>
                </a:ext>
              </a:extLst>
            </p:cNvPr>
            <p:cNvSpPr>
              <a:spLocks noChangeShapeType="1"/>
            </p:cNvSpPr>
            <p:nvPr userDrawn="1"/>
          </p:nvSpPr>
          <p:spPr bwMode="gray">
            <a:xfrm>
              <a:off x="2721000" y="6931692"/>
              <a:ext cx="0" cy="173038"/>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lstStyle/>
            <a:p>
              <a:pPr defTabSz="371498"/>
              <a:endParaRPr lang="ja-JP" altLang="en-US" sz="450">
                <a:solidFill>
                  <a:prstClr val="black"/>
                </a:solidFill>
              </a:endParaRPr>
            </a:p>
          </p:txBody>
        </p:sp>
        <p:sp>
          <p:nvSpPr>
            <p:cNvPr id="78" name="Line 230">
              <a:extLst>
                <a:ext uri="{FF2B5EF4-FFF2-40B4-BE49-F238E27FC236}">
                  <a16:creationId xmlns:a16="http://schemas.microsoft.com/office/drawing/2014/main" id="{E956BC4B-D688-4438-A206-42579E239B20}"/>
                </a:ext>
              </a:extLst>
            </p:cNvPr>
            <p:cNvSpPr>
              <a:spLocks noChangeShapeType="1"/>
            </p:cNvSpPr>
            <p:nvPr userDrawn="1"/>
          </p:nvSpPr>
          <p:spPr bwMode="gray">
            <a:xfrm>
              <a:off x="4881000" y="6931692"/>
              <a:ext cx="0" cy="173038"/>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lstStyle/>
            <a:p>
              <a:pPr defTabSz="371498"/>
              <a:endParaRPr lang="ja-JP" altLang="en-US" sz="450">
                <a:solidFill>
                  <a:prstClr val="black"/>
                </a:solidFill>
              </a:endParaRPr>
            </a:p>
          </p:txBody>
        </p:sp>
        <p:sp>
          <p:nvSpPr>
            <p:cNvPr id="79" name="Line 231">
              <a:extLst>
                <a:ext uri="{FF2B5EF4-FFF2-40B4-BE49-F238E27FC236}">
                  <a16:creationId xmlns:a16="http://schemas.microsoft.com/office/drawing/2014/main" id="{AE922BD5-BAE0-492A-8420-3CD955ECFE0F}"/>
                </a:ext>
              </a:extLst>
            </p:cNvPr>
            <p:cNvSpPr>
              <a:spLocks noChangeShapeType="1"/>
            </p:cNvSpPr>
            <p:nvPr userDrawn="1"/>
          </p:nvSpPr>
          <p:spPr bwMode="gray">
            <a:xfrm>
              <a:off x="5025000" y="6931692"/>
              <a:ext cx="0" cy="173038"/>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lstStyle/>
            <a:p>
              <a:pPr defTabSz="371498"/>
              <a:endParaRPr lang="ja-JP" altLang="en-US" sz="450">
                <a:solidFill>
                  <a:prstClr val="black"/>
                </a:solidFill>
              </a:endParaRPr>
            </a:p>
          </p:txBody>
        </p:sp>
        <p:sp>
          <p:nvSpPr>
            <p:cNvPr id="80" name="Line 234">
              <a:extLst>
                <a:ext uri="{FF2B5EF4-FFF2-40B4-BE49-F238E27FC236}">
                  <a16:creationId xmlns:a16="http://schemas.microsoft.com/office/drawing/2014/main" id="{35569E69-20DC-4A24-850E-097AAD6694D7}"/>
                </a:ext>
              </a:extLst>
            </p:cNvPr>
            <p:cNvSpPr>
              <a:spLocks noChangeShapeType="1"/>
            </p:cNvSpPr>
            <p:nvPr userDrawn="1"/>
          </p:nvSpPr>
          <p:spPr bwMode="gray">
            <a:xfrm>
              <a:off x="9489000" y="6931692"/>
              <a:ext cx="0" cy="173038"/>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lstStyle/>
            <a:p>
              <a:pPr defTabSz="371498"/>
              <a:endParaRPr lang="ja-JP" altLang="en-US" sz="450">
                <a:solidFill>
                  <a:prstClr val="black"/>
                </a:solidFill>
              </a:endParaRPr>
            </a:p>
          </p:txBody>
        </p:sp>
        <p:sp>
          <p:nvSpPr>
            <p:cNvPr id="81" name="テキスト ボックス 80">
              <a:extLst>
                <a:ext uri="{FF2B5EF4-FFF2-40B4-BE49-F238E27FC236}">
                  <a16:creationId xmlns:a16="http://schemas.microsoft.com/office/drawing/2014/main" id="{8F7957AF-7D84-4168-A286-011230C53128}"/>
                </a:ext>
              </a:extLst>
            </p:cNvPr>
            <p:cNvSpPr txBox="1"/>
            <p:nvPr userDrawn="1">
              <p:custDataLst>
                <p:tags r:id="rId20"/>
              </p:custDataLst>
            </p:nvPr>
          </p:nvSpPr>
          <p:spPr bwMode="gray">
            <a:xfrm>
              <a:off x="2376678" y="6919576"/>
              <a:ext cx="200322" cy="140801"/>
            </a:xfrm>
            <a:prstGeom prst="rect">
              <a:avLst/>
            </a:prstGeom>
            <a:noFill/>
          </p:spPr>
          <p:txBody>
            <a:bodyPr wrap="none" lIns="36000" tIns="18000" rIns="36000" bIns="18000" rtlCol="0" anchor="b">
              <a:spAutoFit/>
            </a:bodyPr>
            <a:lstStyle/>
            <a:p>
              <a:pPr algn="r" defTabSz="371498"/>
              <a:r>
                <a:rPr kumimoji="1" lang="en-US" altLang="ja-JP" sz="450">
                  <a:solidFill>
                    <a:srgbClr val="E60000"/>
                  </a:solidFill>
                </a:rPr>
                <a:t>6.60</a:t>
              </a:r>
              <a:endParaRPr kumimoji="1" lang="ja-JP" altLang="en-US" sz="450">
                <a:solidFill>
                  <a:srgbClr val="E60000"/>
                </a:solidFill>
              </a:endParaRPr>
            </a:p>
          </p:txBody>
        </p:sp>
        <p:sp>
          <p:nvSpPr>
            <p:cNvPr id="82" name="テキスト ボックス 81">
              <a:extLst>
                <a:ext uri="{FF2B5EF4-FFF2-40B4-BE49-F238E27FC236}">
                  <a16:creationId xmlns:a16="http://schemas.microsoft.com/office/drawing/2014/main" id="{BE2E575D-D433-4796-A364-4B1985052594}"/>
                </a:ext>
              </a:extLst>
            </p:cNvPr>
            <p:cNvSpPr txBox="1"/>
            <p:nvPr userDrawn="1">
              <p:custDataLst>
                <p:tags r:id="rId21"/>
              </p:custDataLst>
            </p:nvPr>
          </p:nvSpPr>
          <p:spPr bwMode="gray">
            <a:xfrm>
              <a:off x="4618160" y="6919576"/>
              <a:ext cx="262841" cy="140801"/>
            </a:xfrm>
            <a:prstGeom prst="rect">
              <a:avLst/>
            </a:prstGeom>
            <a:noFill/>
          </p:spPr>
          <p:txBody>
            <a:bodyPr wrap="none" lIns="36000" tIns="18000" rIns="36000" bIns="18000" rtlCol="0" anchor="b">
              <a:spAutoFit/>
            </a:bodyPr>
            <a:lstStyle/>
            <a:p>
              <a:pPr algn="r" defTabSz="371498"/>
              <a:r>
                <a:rPr kumimoji="1" lang="ja-JP" altLang="en-US" sz="450">
                  <a:solidFill>
                    <a:srgbClr val="E60000"/>
                  </a:solidFill>
                </a:rPr>
                <a:t>←</a:t>
              </a:r>
              <a:r>
                <a:rPr kumimoji="1" lang="en-US" altLang="ja-JP" sz="450">
                  <a:solidFill>
                    <a:srgbClr val="E60000"/>
                  </a:solidFill>
                </a:rPr>
                <a:t>0.20</a:t>
              </a:r>
              <a:endParaRPr kumimoji="1" lang="ja-JP" altLang="en-US" sz="450">
                <a:solidFill>
                  <a:srgbClr val="E60000"/>
                </a:solidFill>
              </a:endParaRPr>
            </a:p>
          </p:txBody>
        </p:sp>
        <p:sp>
          <p:nvSpPr>
            <p:cNvPr id="83" name="テキスト ボックス 82">
              <a:extLst>
                <a:ext uri="{FF2B5EF4-FFF2-40B4-BE49-F238E27FC236}">
                  <a16:creationId xmlns:a16="http://schemas.microsoft.com/office/drawing/2014/main" id="{34B8195F-7B6C-458D-B4C5-19F537C5AFA0}"/>
                </a:ext>
              </a:extLst>
            </p:cNvPr>
            <p:cNvSpPr txBox="1"/>
            <p:nvPr userDrawn="1">
              <p:custDataLst>
                <p:tags r:id="rId22"/>
              </p:custDataLst>
            </p:nvPr>
          </p:nvSpPr>
          <p:spPr bwMode="gray">
            <a:xfrm>
              <a:off x="9253946" y="6919576"/>
              <a:ext cx="235054" cy="140801"/>
            </a:xfrm>
            <a:prstGeom prst="rect">
              <a:avLst/>
            </a:prstGeom>
            <a:noFill/>
          </p:spPr>
          <p:txBody>
            <a:bodyPr wrap="none" lIns="36000" tIns="18000" rIns="36000" bIns="18000" rtlCol="0" anchor="b">
              <a:spAutoFit/>
            </a:bodyPr>
            <a:lstStyle/>
            <a:p>
              <a:pPr algn="r" defTabSz="371498"/>
              <a:r>
                <a:rPr kumimoji="1" lang="en-US" altLang="ja-JP" sz="450">
                  <a:solidFill>
                    <a:srgbClr val="E60000"/>
                  </a:solidFill>
                </a:rPr>
                <a:t>12.60</a:t>
              </a:r>
              <a:endParaRPr kumimoji="1" lang="ja-JP" altLang="en-US" sz="450">
                <a:solidFill>
                  <a:srgbClr val="E60000"/>
                </a:solidFill>
              </a:endParaRPr>
            </a:p>
          </p:txBody>
        </p:sp>
        <p:sp>
          <p:nvSpPr>
            <p:cNvPr id="85" name="テキスト ボックス 84">
              <a:extLst>
                <a:ext uri="{FF2B5EF4-FFF2-40B4-BE49-F238E27FC236}">
                  <a16:creationId xmlns:a16="http://schemas.microsoft.com/office/drawing/2014/main" id="{00F6D390-CD33-474D-988D-FFFBB2ACC016}"/>
                </a:ext>
              </a:extLst>
            </p:cNvPr>
            <p:cNvSpPr txBox="1"/>
            <p:nvPr userDrawn="1">
              <p:custDataLst>
                <p:tags r:id="rId23"/>
              </p:custDataLst>
            </p:nvPr>
          </p:nvSpPr>
          <p:spPr bwMode="gray">
            <a:xfrm>
              <a:off x="185419" y="6919576"/>
              <a:ext cx="231581" cy="140801"/>
            </a:xfrm>
            <a:prstGeom prst="rect">
              <a:avLst/>
            </a:prstGeom>
            <a:noFill/>
          </p:spPr>
          <p:txBody>
            <a:bodyPr wrap="none" lIns="36000" tIns="18000" rIns="36000" bIns="18000" rtlCol="0" anchor="b">
              <a:spAutoFit/>
            </a:bodyPr>
            <a:lstStyle>
              <a:defPPr>
                <a:defRPr lang="en-US"/>
              </a:defPPr>
              <a:lvl1pPr defTabSz="495330">
                <a:defRPr kumimoji="1" sz="600">
                  <a:solidFill>
                    <a:srgbClr val="E60000"/>
                  </a:solidFill>
                </a:defRPr>
              </a:lvl1pPr>
            </a:lstStyle>
            <a:p>
              <a:pPr lvl="0" algn="r"/>
              <a:r>
                <a:rPr lang="ja-JP" altLang="en-US" sz="450">
                  <a:solidFill>
                    <a:srgbClr val="E60000"/>
                  </a:solidFill>
                </a:rPr>
                <a:t>ガイド</a:t>
              </a:r>
            </a:p>
          </p:txBody>
        </p:sp>
      </p:grpSp>
      <p:sp>
        <p:nvSpPr>
          <p:cNvPr id="2" name="Title Placeholder 1"/>
          <p:cNvSpPr>
            <a:spLocks noGrp="1"/>
          </p:cNvSpPr>
          <p:nvPr userDrawn="1">
            <p:ph type="title"/>
          </p:nvPr>
        </p:nvSpPr>
        <p:spPr bwMode="gray">
          <a:xfrm>
            <a:off x="385415" y="276750"/>
            <a:ext cx="8373251" cy="230833"/>
          </a:xfrm>
          <a:prstGeom prst="rect">
            <a:avLst/>
          </a:prstGeom>
        </p:spPr>
        <p:txBody>
          <a:bodyPr vert="horz" lIns="36000" tIns="0" rIns="36000" bIns="0" rtlCol="0" anchor="t" anchorCtr="0">
            <a:spAutoFit/>
          </a:bodyPr>
          <a:lstStyle/>
          <a:p>
            <a:r>
              <a:rPr lang="ja-JP" altLang="en-US"/>
              <a:t>マスター タイトルの書式設定</a:t>
            </a:r>
            <a:endParaRPr lang="en-US"/>
          </a:p>
        </p:txBody>
      </p:sp>
      <p:sp>
        <p:nvSpPr>
          <p:cNvPr id="3" name="Text Placeholder 2"/>
          <p:cNvSpPr>
            <a:spLocks noGrp="1"/>
          </p:cNvSpPr>
          <p:nvPr userDrawn="1">
            <p:ph type="body" idx="1"/>
          </p:nvPr>
        </p:nvSpPr>
        <p:spPr bwMode="gray">
          <a:xfrm>
            <a:off x="382527" y="789750"/>
            <a:ext cx="8374154" cy="3861000"/>
          </a:xfrm>
          <a:prstGeom prst="rect">
            <a:avLst/>
          </a:prstGeom>
        </p:spPr>
        <p:txBody>
          <a:bodyPr vert="horz" lIns="54000" tIns="0" rIns="54000" bIns="0" rtlCol="0">
            <a:normAutofit/>
          </a:bodyPr>
          <a:lstStyle/>
          <a:p>
            <a:pPr lvl="0" defTabSz="371498">
              <a:lnSpc>
                <a:spcPct val="100000"/>
              </a:lnSpc>
              <a:spcBef>
                <a:spcPts val="225"/>
              </a:spcBef>
              <a:spcAft>
                <a:spcPts val="225"/>
              </a:spcAft>
            </a:pPr>
            <a:r>
              <a:rPr lang="ja-JP" altLang="en-US"/>
              <a:t>マスター テキストの書式設定</a:t>
            </a:r>
            <a:endParaRPr lang="en-US" altLang="ja-JP"/>
          </a:p>
          <a:p>
            <a:pPr marL="135000" lvl="1" indent="-135000" defTabSz="371498">
              <a:lnSpc>
                <a:spcPct val="100000"/>
              </a:lnSpc>
              <a:spcBef>
                <a:spcPts val="225"/>
              </a:spcBef>
              <a:spcAft>
                <a:spcPts val="225"/>
              </a:spcAft>
              <a:tabLst>
                <a:tab pos="6750000" algn="r"/>
              </a:tabLst>
            </a:pPr>
            <a:r>
              <a:rPr lang="ja-JP" altLang="en-US"/>
              <a:t>第</a:t>
            </a:r>
            <a:r>
              <a:rPr lang="en-US" altLang="ja-JP"/>
              <a:t>2</a:t>
            </a:r>
            <a:r>
              <a:rPr lang="ja-JP" altLang="en-US"/>
              <a:t>レベル</a:t>
            </a:r>
            <a:endParaRPr lang="en-US" altLang="ja-JP"/>
          </a:p>
          <a:p>
            <a:pPr marL="270000" lvl="2" indent="-135000" defTabSz="371498">
              <a:lnSpc>
                <a:spcPct val="100000"/>
              </a:lnSpc>
              <a:spcBef>
                <a:spcPts val="225"/>
              </a:spcBef>
              <a:spcAft>
                <a:spcPts val="225"/>
              </a:spcAft>
              <a:buClr>
                <a:srgbClr val="838383"/>
              </a:buClr>
            </a:pPr>
            <a:r>
              <a:rPr lang="ja-JP" altLang="en-US"/>
              <a:t>第</a:t>
            </a:r>
            <a:r>
              <a:rPr lang="en-US" altLang="ja-JP"/>
              <a:t>3</a:t>
            </a:r>
            <a:r>
              <a:rPr lang="ja-JP" altLang="en-US"/>
              <a:t>レベル</a:t>
            </a:r>
            <a:endParaRPr lang="en-US" altLang="ja-JP"/>
          </a:p>
          <a:p>
            <a:pPr marL="405000" lvl="3" indent="-135000" defTabSz="371498">
              <a:lnSpc>
                <a:spcPct val="100000"/>
              </a:lnSpc>
              <a:spcAft>
                <a:spcPts val="225"/>
              </a:spcAft>
              <a:buClr>
                <a:schemeClr val="tx1"/>
              </a:buClr>
              <a:buFont typeface="ＭＳ Ｐゴシック" panose="020B0600070205080204" pitchFamily="50" charset="-128"/>
              <a:buChar char="-"/>
            </a:pPr>
            <a:r>
              <a:rPr lang="ja-JP" altLang="en-US"/>
              <a:t>第</a:t>
            </a:r>
            <a:r>
              <a:rPr lang="en-US" altLang="ja-JP"/>
              <a:t>4</a:t>
            </a:r>
            <a:r>
              <a:rPr lang="ja-JP" altLang="en-US"/>
              <a:t>レベル</a:t>
            </a:r>
            <a:endParaRPr lang="en-US" altLang="ja-JP"/>
          </a:p>
          <a:p>
            <a:pPr marL="535781" lvl="4" indent="-130969" defTabSz="371498">
              <a:lnSpc>
                <a:spcPct val="100000"/>
              </a:lnSpc>
              <a:spcBef>
                <a:spcPts val="225"/>
              </a:spcBef>
              <a:spcAft>
                <a:spcPts val="225"/>
              </a:spcAft>
              <a:tabLst/>
            </a:pPr>
            <a:r>
              <a:rPr lang="ja-JP" altLang="en-US"/>
              <a:t>第</a:t>
            </a:r>
            <a:r>
              <a:rPr lang="en-US" altLang="ja-JP"/>
              <a:t>5</a:t>
            </a:r>
            <a:r>
              <a:rPr lang="ja-JP" altLang="en-US"/>
              <a:t>レベル</a:t>
            </a:r>
            <a:endParaRPr lang="en-US" altLang="ja-JP"/>
          </a:p>
        </p:txBody>
      </p:sp>
      <p:cxnSp>
        <p:nvCxnSpPr>
          <p:cNvPr id="9" name="Straight Connector 7">
            <a:extLst>
              <a:ext uri="{FF2B5EF4-FFF2-40B4-BE49-F238E27FC236}">
                <a16:creationId xmlns:a16="http://schemas.microsoft.com/office/drawing/2014/main" id="{526AC926-42EF-441B-9115-E0880DADAC8C}"/>
              </a:ext>
            </a:extLst>
          </p:cNvPr>
          <p:cNvCxnSpPr>
            <a:cxnSpLocks/>
          </p:cNvCxnSpPr>
          <p:nvPr userDrawn="1"/>
        </p:nvCxnSpPr>
        <p:spPr bwMode="gray">
          <a:xfrm>
            <a:off x="384395" y="681750"/>
            <a:ext cx="8376135" cy="0"/>
          </a:xfrm>
          <a:prstGeom prst="line">
            <a:avLst/>
          </a:prstGeom>
          <a:ln w="9525">
            <a:solidFill>
              <a:srgbClr val="E60000"/>
            </a:solidFill>
          </a:ln>
          <a:effectLst/>
        </p:spPr>
        <p:style>
          <a:lnRef idx="2">
            <a:schemeClr val="accent1"/>
          </a:lnRef>
          <a:fillRef idx="0">
            <a:schemeClr val="accent1"/>
          </a:fillRef>
          <a:effectRef idx="1">
            <a:schemeClr val="accent1"/>
          </a:effectRef>
          <a:fontRef idx="minor">
            <a:schemeClr val="tx1"/>
          </a:fontRef>
        </p:style>
      </p:cxnSp>
      <p:pic>
        <p:nvPicPr>
          <p:cNvPr id="12" name="Picture 3">
            <a:extLst>
              <a:ext uri="{FF2B5EF4-FFF2-40B4-BE49-F238E27FC236}">
                <a16:creationId xmlns:a16="http://schemas.microsoft.com/office/drawing/2014/main" id="{D6268E4E-58EA-8F49-877B-48DBCA1641A3}"/>
              </a:ext>
            </a:extLst>
          </p:cNvPr>
          <p:cNvPicPr>
            <a:picLocks noChangeAspect="1"/>
          </p:cNvPicPr>
          <p:nvPr userDrawn="1"/>
        </p:nvPicPr>
        <p:blipFill>
          <a:blip r:embed="rId32">
            <a:alphaModFix/>
          </a:blip>
          <a:stretch>
            <a:fillRect/>
          </a:stretch>
        </p:blipFill>
        <p:spPr bwMode="gray">
          <a:xfrm>
            <a:off x="7845416" y="4863387"/>
            <a:ext cx="887085" cy="199358"/>
          </a:xfrm>
          <a:prstGeom prst="rect">
            <a:avLst/>
          </a:prstGeom>
        </p:spPr>
      </p:pic>
      <p:sp>
        <p:nvSpPr>
          <p:cNvPr id="69" name="Rectangle 8">
            <a:extLst>
              <a:ext uri="{FF2B5EF4-FFF2-40B4-BE49-F238E27FC236}">
                <a16:creationId xmlns:a16="http://schemas.microsoft.com/office/drawing/2014/main" id="{8AAE9309-867F-4373-BDC7-5EAB145006DC}"/>
              </a:ext>
            </a:extLst>
          </p:cNvPr>
          <p:cNvSpPr>
            <a:spLocks noChangeArrowheads="1"/>
          </p:cNvSpPr>
          <p:nvPr userDrawn="1"/>
        </p:nvSpPr>
        <p:spPr bwMode="gray">
          <a:xfrm>
            <a:off x="118582" y="4886371"/>
            <a:ext cx="182562" cy="135204"/>
          </a:xfrm>
          <a:prstGeom prst="rect">
            <a:avLst/>
          </a:prstGeom>
        </p:spPr>
        <p:txBody>
          <a:bodyPr vert="horz" wrap="none" lIns="0" tIns="0" rIns="0" bIns="0" rtlCol="0" anchor="t" anchorCtr="0"/>
          <a:lstStyle/>
          <a:p>
            <a:pPr lvl="0"/>
            <a:fld id="{1476E1ED-EF57-4FD3-B5B6-B56E702F485A}" type="slidenum">
              <a:rPr lang="en-US" altLang="ja-JP" sz="675"/>
              <a:pPr lvl="0"/>
              <a:t>‹#›</a:t>
            </a:fld>
            <a:endParaRPr lang="en-US" altLang="ja-JP" sz="675"/>
          </a:p>
        </p:txBody>
      </p:sp>
      <p:grpSp>
        <p:nvGrpSpPr>
          <p:cNvPr id="8" name="グループ化 7">
            <a:extLst>
              <a:ext uri="{FF2B5EF4-FFF2-40B4-BE49-F238E27FC236}">
                <a16:creationId xmlns:a16="http://schemas.microsoft.com/office/drawing/2014/main" id="{8DCD09CE-14EC-49FD-94B7-27D8E4F2BBEA}"/>
              </a:ext>
            </a:extLst>
          </p:cNvPr>
          <p:cNvGrpSpPr/>
          <p:nvPr userDrawn="1"/>
        </p:nvGrpSpPr>
        <p:grpSpPr>
          <a:xfrm>
            <a:off x="-411534" y="665973"/>
            <a:ext cx="332589" cy="4288731"/>
            <a:chOff x="-445829" y="887964"/>
            <a:chExt cx="360305" cy="5718307"/>
          </a:xfrm>
        </p:grpSpPr>
        <p:sp>
          <p:nvSpPr>
            <p:cNvPr id="129" name="Line 215">
              <a:extLst>
                <a:ext uri="{FF2B5EF4-FFF2-40B4-BE49-F238E27FC236}">
                  <a16:creationId xmlns:a16="http://schemas.microsoft.com/office/drawing/2014/main" id="{1E7F4B04-0A0B-4153-8BF4-4A2A87D47836}"/>
                </a:ext>
              </a:extLst>
            </p:cNvPr>
            <p:cNvSpPr>
              <a:spLocks noChangeShapeType="1"/>
            </p:cNvSpPr>
            <p:nvPr userDrawn="1"/>
          </p:nvSpPr>
          <p:spPr bwMode="gray">
            <a:xfrm>
              <a:off x="-445829" y="6417000"/>
              <a:ext cx="360305" cy="0"/>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371498"/>
              <a:endParaRPr lang="ja-JP" altLang="en-US" sz="450">
                <a:solidFill>
                  <a:prstClr val="black"/>
                </a:solidFill>
              </a:endParaRPr>
            </a:p>
          </p:txBody>
        </p:sp>
        <p:sp>
          <p:nvSpPr>
            <p:cNvPr id="130" name="Line 216">
              <a:extLst>
                <a:ext uri="{FF2B5EF4-FFF2-40B4-BE49-F238E27FC236}">
                  <a16:creationId xmlns:a16="http://schemas.microsoft.com/office/drawing/2014/main" id="{5FA15850-ECE3-475D-BB9E-D4E727D97E7F}"/>
                </a:ext>
              </a:extLst>
            </p:cNvPr>
            <p:cNvSpPr>
              <a:spLocks noChangeShapeType="1"/>
            </p:cNvSpPr>
            <p:nvPr userDrawn="1"/>
          </p:nvSpPr>
          <p:spPr bwMode="gray">
            <a:xfrm>
              <a:off x="-445829" y="1053000"/>
              <a:ext cx="360305" cy="0"/>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371498"/>
              <a:endParaRPr lang="ja-JP" altLang="en-US" sz="450">
                <a:solidFill>
                  <a:prstClr val="black"/>
                </a:solidFill>
              </a:endParaRPr>
            </a:p>
          </p:txBody>
        </p:sp>
        <p:sp>
          <p:nvSpPr>
            <p:cNvPr id="132" name="Line 212">
              <a:extLst>
                <a:ext uri="{FF2B5EF4-FFF2-40B4-BE49-F238E27FC236}">
                  <a16:creationId xmlns:a16="http://schemas.microsoft.com/office/drawing/2014/main" id="{A45228F3-AA89-4C32-B09C-EEDB6B029C12}"/>
                </a:ext>
              </a:extLst>
            </p:cNvPr>
            <p:cNvSpPr>
              <a:spLocks noChangeShapeType="1"/>
            </p:cNvSpPr>
            <p:nvPr userDrawn="1"/>
          </p:nvSpPr>
          <p:spPr bwMode="gray">
            <a:xfrm>
              <a:off x="-445829" y="3465513"/>
              <a:ext cx="360305" cy="0"/>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371498"/>
              <a:endParaRPr lang="ja-JP" altLang="en-US" sz="450">
                <a:solidFill>
                  <a:prstClr val="black"/>
                </a:solidFill>
              </a:endParaRPr>
            </a:p>
          </p:txBody>
        </p:sp>
        <p:sp>
          <p:nvSpPr>
            <p:cNvPr id="133" name="Line 214">
              <a:extLst>
                <a:ext uri="{FF2B5EF4-FFF2-40B4-BE49-F238E27FC236}">
                  <a16:creationId xmlns:a16="http://schemas.microsoft.com/office/drawing/2014/main" id="{515AF77A-5720-40AD-B1A5-3FAB74F83796}"/>
                </a:ext>
              </a:extLst>
            </p:cNvPr>
            <p:cNvSpPr>
              <a:spLocks noChangeShapeType="1"/>
            </p:cNvSpPr>
            <p:nvPr userDrawn="1"/>
          </p:nvSpPr>
          <p:spPr bwMode="gray">
            <a:xfrm>
              <a:off x="-445829" y="6201000"/>
              <a:ext cx="360305" cy="0"/>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371498"/>
              <a:endParaRPr lang="ja-JP" altLang="en-US" sz="450">
                <a:solidFill>
                  <a:prstClr val="black"/>
                </a:solidFill>
              </a:endParaRPr>
            </a:p>
          </p:txBody>
        </p:sp>
        <p:sp>
          <p:nvSpPr>
            <p:cNvPr id="137" name="Line 216">
              <a:extLst>
                <a:ext uri="{FF2B5EF4-FFF2-40B4-BE49-F238E27FC236}">
                  <a16:creationId xmlns:a16="http://schemas.microsoft.com/office/drawing/2014/main" id="{83FE47BA-962B-452E-8BDD-1573D758D4F5}"/>
                </a:ext>
              </a:extLst>
            </p:cNvPr>
            <p:cNvSpPr>
              <a:spLocks noChangeShapeType="1"/>
            </p:cNvSpPr>
            <p:nvPr userDrawn="1"/>
          </p:nvSpPr>
          <p:spPr bwMode="gray">
            <a:xfrm>
              <a:off x="-445829" y="1311936"/>
              <a:ext cx="360305" cy="0"/>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371498"/>
              <a:endParaRPr lang="ja-JP" altLang="en-US" sz="450">
                <a:solidFill>
                  <a:prstClr val="black"/>
                </a:solidFill>
              </a:endParaRPr>
            </a:p>
          </p:txBody>
        </p:sp>
        <p:sp>
          <p:nvSpPr>
            <p:cNvPr id="139" name="Line 212">
              <a:extLst>
                <a:ext uri="{FF2B5EF4-FFF2-40B4-BE49-F238E27FC236}">
                  <a16:creationId xmlns:a16="http://schemas.microsoft.com/office/drawing/2014/main" id="{E4F289FF-C8F5-445D-BA73-C987A618D11B}"/>
                </a:ext>
              </a:extLst>
            </p:cNvPr>
            <p:cNvSpPr>
              <a:spLocks noChangeShapeType="1"/>
            </p:cNvSpPr>
            <p:nvPr userDrawn="1"/>
          </p:nvSpPr>
          <p:spPr bwMode="gray">
            <a:xfrm>
              <a:off x="-445829" y="3788776"/>
              <a:ext cx="360305" cy="0"/>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371498"/>
              <a:endParaRPr lang="ja-JP" altLang="en-US" sz="450">
                <a:solidFill>
                  <a:prstClr val="black"/>
                </a:solidFill>
              </a:endParaRPr>
            </a:p>
          </p:txBody>
        </p:sp>
        <p:sp>
          <p:nvSpPr>
            <p:cNvPr id="127" name="テキスト ボックス 126">
              <a:extLst>
                <a:ext uri="{FF2B5EF4-FFF2-40B4-BE49-F238E27FC236}">
                  <a16:creationId xmlns:a16="http://schemas.microsoft.com/office/drawing/2014/main" id="{FD45A61D-C413-4362-8529-05D34466D9AA}"/>
                </a:ext>
              </a:extLst>
            </p:cNvPr>
            <p:cNvSpPr txBox="1"/>
            <p:nvPr userDrawn="1">
              <p:custDataLst>
                <p:tags r:id="rId9"/>
              </p:custDataLst>
            </p:nvPr>
          </p:nvSpPr>
          <p:spPr bwMode="gray">
            <a:xfrm>
              <a:off x="-246467" y="1311936"/>
              <a:ext cx="160943" cy="189271"/>
            </a:xfrm>
            <a:prstGeom prst="rect">
              <a:avLst/>
            </a:prstGeom>
            <a:noFill/>
          </p:spPr>
          <p:txBody>
            <a:bodyPr wrap="none" lIns="18000" tIns="36000" rIns="18000" bIns="36000" rtlCol="0">
              <a:spAutoFit/>
            </a:bodyPr>
            <a:lstStyle/>
            <a:p>
              <a:pPr algn="r" defTabSz="371498"/>
              <a:r>
                <a:rPr kumimoji="1" lang="en-US" altLang="ja-JP" sz="450">
                  <a:solidFill>
                    <a:srgbClr val="E60000"/>
                  </a:solidFill>
                </a:rPr>
                <a:t>5.58</a:t>
              </a:r>
              <a:endParaRPr kumimoji="1" lang="ja-JP" altLang="en-US" sz="450">
                <a:solidFill>
                  <a:srgbClr val="E60000"/>
                </a:solidFill>
              </a:endParaRPr>
            </a:p>
          </p:txBody>
        </p:sp>
        <p:sp>
          <p:nvSpPr>
            <p:cNvPr id="128" name="テキスト ボックス 127">
              <a:extLst>
                <a:ext uri="{FF2B5EF4-FFF2-40B4-BE49-F238E27FC236}">
                  <a16:creationId xmlns:a16="http://schemas.microsoft.com/office/drawing/2014/main" id="{45D44F18-6530-453B-80F0-9C510B8BA6D7}"/>
                </a:ext>
              </a:extLst>
            </p:cNvPr>
            <p:cNvSpPr txBox="1"/>
            <p:nvPr userDrawn="1">
              <p:custDataLst>
                <p:tags r:id="rId10"/>
              </p:custDataLst>
            </p:nvPr>
          </p:nvSpPr>
          <p:spPr bwMode="gray">
            <a:xfrm>
              <a:off x="-246467" y="3465513"/>
              <a:ext cx="160943" cy="189271"/>
            </a:xfrm>
            <a:prstGeom prst="rect">
              <a:avLst/>
            </a:prstGeom>
            <a:noFill/>
          </p:spPr>
          <p:txBody>
            <a:bodyPr wrap="none" lIns="18000" tIns="36000" rIns="18000" bIns="36000" rtlCol="0">
              <a:spAutoFit/>
            </a:bodyPr>
            <a:lstStyle/>
            <a:p>
              <a:pPr algn="r" defTabSz="371498"/>
              <a:r>
                <a:rPr kumimoji="1" lang="en-US" altLang="ja-JP" sz="450">
                  <a:solidFill>
                    <a:srgbClr val="E60000"/>
                  </a:solidFill>
                </a:rPr>
                <a:t>0.10</a:t>
              </a:r>
              <a:endParaRPr kumimoji="1" lang="ja-JP" altLang="en-US" sz="450">
                <a:solidFill>
                  <a:srgbClr val="E60000"/>
                </a:solidFill>
              </a:endParaRPr>
            </a:p>
          </p:txBody>
        </p:sp>
        <p:sp>
          <p:nvSpPr>
            <p:cNvPr id="131" name="テキスト ボックス 130">
              <a:extLst>
                <a:ext uri="{FF2B5EF4-FFF2-40B4-BE49-F238E27FC236}">
                  <a16:creationId xmlns:a16="http://schemas.microsoft.com/office/drawing/2014/main" id="{6D7F99DA-E187-49B4-9CEA-75B2221A2EF0}"/>
                </a:ext>
              </a:extLst>
            </p:cNvPr>
            <p:cNvSpPr txBox="1"/>
            <p:nvPr userDrawn="1">
              <p:custDataLst>
                <p:tags r:id="rId11"/>
              </p:custDataLst>
            </p:nvPr>
          </p:nvSpPr>
          <p:spPr bwMode="gray">
            <a:xfrm>
              <a:off x="-246467" y="1053000"/>
              <a:ext cx="160943" cy="189271"/>
            </a:xfrm>
            <a:prstGeom prst="rect">
              <a:avLst/>
            </a:prstGeom>
            <a:noFill/>
          </p:spPr>
          <p:txBody>
            <a:bodyPr wrap="none" lIns="18000" tIns="36000" rIns="18000" bIns="36000" rtlCol="0">
              <a:spAutoFit/>
            </a:bodyPr>
            <a:lstStyle/>
            <a:p>
              <a:pPr algn="r" defTabSz="371498"/>
              <a:r>
                <a:rPr kumimoji="1" lang="en-US" altLang="ja-JP" sz="450">
                  <a:solidFill>
                    <a:srgbClr val="E60000"/>
                  </a:solidFill>
                </a:rPr>
                <a:t>6.60</a:t>
              </a:r>
              <a:endParaRPr kumimoji="1" lang="ja-JP" altLang="en-US" sz="450">
                <a:solidFill>
                  <a:srgbClr val="E60000"/>
                </a:solidFill>
              </a:endParaRPr>
            </a:p>
          </p:txBody>
        </p:sp>
        <p:sp>
          <p:nvSpPr>
            <p:cNvPr id="134" name="テキスト ボックス 133">
              <a:extLst>
                <a:ext uri="{FF2B5EF4-FFF2-40B4-BE49-F238E27FC236}">
                  <a16:creationId xmlns:a16="http://schemas.microsoft.com/office/drawing/2014/main" id="{408ED433-0612-4042-83C4-AF8AB02A4530}"/>
                </a:ext>
              </a:extLst>
            </p:cNvPr>
            <p:cNvSpPr txBox="1"/>
            <p:nvPr userDrawn="1">
              <p:custDataLst>
                <p:tags r:id="rId12"/>
              </p:custDataLst>
            </p:nvPr>
          </p:nvSpPr>
          <p:spPr bwMode="gray">
            <a:xfrm>
              <a:off x="-246467" y="6201000"/>
              <a:ext cx="160943" cy="189271"/>
            </a:xfrm>
            <a:prstGeom prst="rect">
              <a:avLst/>
            </a:prstGeom>
            <a:noFill/>
          </p:spPr>
          <p:txBody>
            <a:bodyPr wrap="none" lIns="18000" tIns="36000" rIns="18000" bIns="36000" rtlCol="0">
              <a:spAutoFit/>
            </a:bodyPr>
            <a:lstStyle/>
            <a:p>
              <a:pPr algn="r" defTabSz="371498"/>
              <a:r>
                <a:rPr kumimoji="1" lang="en-US" altLang="ja-JP" sz="450">
                  <a:solidFill>
                    <a:srgbClr val="E60000"/>
                  </a:solidFill>
                </a:rPr>
                <a:t>7.70</a:t>
              </a:r>
              <a:endParaRPr kumimoji="1" lang="ja-JP" altLang="en-US" sz="450">
                <a:solidFill>
                  <a:srgbClr val="E60000"/>
                </a:solidFill>
              </a:endParaRPr>
            </a:p>
          </p:txBody>
        </p:sp>
        <p:sp>
          <p:nvSpPr>
            <p:cNvPr id="135" name="テキスト ボックス 134">
              <a:extLst>
                <a:ext uri="{FF2B5EF4-FFF2-40B4-BE49-F238E27FC236}">
                  <a16:creationId xmlns:a16="http://schemas.microsoft.com/office/drawing/2014/main" id="{DED58A14-DBDF-43B5-912C-9A61B7573FF7}"/>
                </a:ext>
              </a:extLst>
            </p:cNvPr>
            <p:cNvSpPr txBox="1"/>
            <p:nvPr userDrawn="1">
              <p:custDataLst>
                <p:tags r:id="rId13"/>
              </p:custDataLst>
            </p:nvPr>
          </p:nvSpPr>
          <p:spPr bwMode="gray">
            <a:xfrm>
              <a:off x="-246467" y="6417000"/>
              <a:ext cx="160943" cy="189271"/>
            </a:xfrm>
            <a:prstGeom prst="rect">
              <a:avLst/>
            </a:prstGeom>
            <a:noFill/>
          </p:spPr>
          <p:txBody>
            <a:bodyPr wrap="none" lIns="18000" tIns="36000" rIns="18000" bIns="36000" rtlCol="0">
              <a:spAutoFit/>
            </a:bodyPr>
            <a:lstStyle/>
            <a:p>
              <a:pPr algn="r" defTabSz="371498"/>
              <a:r>
                <a:rPr kumimoji="1" lang="en-US" altLang="ja-JP" sz="450">
                  <a:solidFill>
                    <a:srgbClr val="E60000"/>
                  </a:solidFill>
                </a:rPr>
                <a:t>8.30</a:t>
              </a:r>
            </a:p>
          </p:txBody>
        </p:sp>
        <p:sp>
          <p:nvSpPr>
            <p:cNvPr id="136" name="テキスト ボックス 135">
              <a:extLst>
                <a:ext uri="{FF2B5EF4-FFF2-40B4-BE49-F238E27FC236}">
                  <a16:creationId xmlns:a16="http://schemas.microsoft.com/office/drawing/2014/main" id="{C985574A-D4A0-48C4-AE1D-7EEFD2F046D4}"/>
                </a:ext>
              </a:extLst>
            </p:cNvPr>
            <p:cNvSpPr txBox="1"/>
            <p:nvPr userDrawn="1">
              <p:custDataLst>
                <p:tags r:id="rId14"/>
              </p:custDataLst>
            </p:nvPr>
          </p:nvSpPr>
          <p:spPr bwMode="gray">
            <a:xfrm>
              <a:off x="-277725" y="887964"/>
              <a:ext cx="192201" cy="189271"/>
            </a:xfrm>
            <a:prstGeom prst="rect">
              <a:avLst/>
            </a:prstGeom>
            <a:noFill/>
          </p:spPr>
          <p:txBody>
            <a:bodyPr wrap="none" lIns="18000" tIns="36000" rIns="18000" bIns="36000" rtlCol="0">
              <a:spAutoFit/>
            </a:bodyPr>
            <a:lstStyle/>
            <a:p>
              <a:pPr algn="r" defTabSz="371498"/>
              <a:r>
                <a:rPr kumimoji="1" lang="ja-JP" altLang="en-US" sz="450">
                  <a:solidFill>
                    <a:srgbClr val="E60000"/>
                  </a:solidFill>
                </a:rPr>
                <a:t>ガイド</a:t>
              </a:r>
            </a:p>
          </p:txBody>
        </p:sp>
        <p:sp>
          <p:nvSpPr>
            <p:cNvPr id="138" name="テキスト ボックス 137">
              <a:extLst>
                <a:ext uri="{FF2B5EF4-FFF2-40B4-BE49-F238E27FC236}">
                  <a16:creationId xmlns:a16="http://schemas.microsoft.com/office/drawing/2014/main" id="{41F37DE6-DD7C-4A49-A6FB-42CF2646F5E2}"/>
                </a:ext>
              </a:extLst>
            </p:cNvPr>
            <p:cNvSpPr txBox="1"/>
            <p:nvPr userDrawn="1">
              <p:custDataLst>
                <p:tags r:id="rId15"/>
              </p:custDataLst>
            </p:nvPr>
          </p:nvSpPr>
          <p:spPr bwMode="gray">
            <a:xfrm>
              <a:off x="-246467" y="3788775"/>
              <a:ext cx="160943" cy="189271"/>
            </a:xfrm>
            <a:prstGeom prst="rect">
              <a:avLst/>
            </a:prstGeom>
            <a:noFill/>
          </p:spPr>
          <p:txBody>
            <a:bodyPr wrap="none" lIns="18000" tIns="36000" rIns="18000" bIns="36000" rtlCol="0">
              <a:spAutoFit/>
            </a:bodyPr>
            <a:lstStyle/>
            <a:p>
              <a:pPr algn="r" defTabSz="371498"/>
              <a:r>
                <a:rPr kumimoji="1" lang="en-US" altLang="ja-JP" sz="450">
                  <a:solidFill>
                    <a:srgbClr val="E60000"/>
                  </a:solidFill>
                </a:rPr>
                <a:t>1.00</a:t>
              </a:r>
              <a:endParaRPr kumimoji="1" lang="ja-JP" altLang="en-US" sz="450">
                <a:solidFill>
                  <a:srgbClr val="E60000"/>
                </a:solidFill>
              </a:endParaRPr>
            </a:p>
          </p:txBody>
        </p:sp>
        <p:sp>
          <p:nvSpPr>
            <p:cNvPr id="140" name="テキスト ボックス 139">
              <a:extLst>
                <a:ext uri="{FF2B5EF4-FFF2-40B4-BE49-F238E27FC236}">
                  <a16:creationId xmlns:a16="http://schemas.microsoft.com/office/drawing/2014/main" id="{436D7F8B-C8CE-4F55-AE3A-D4519FF25CDE}"/>
                </a:ext>
              </a:extLst>
            </p:cNvPr>
            <p:cNvSpPr txBox="1"/>
            <p:nvPr userDrawn="1">
              <p:custDataLst>
                <p:tags r:id="rId16"/>
              </p:custDataLst>
            </p:nvPr>
          </p:nvSpPr>
          <p:spPr bwMode="gray">
            <a:xfrm>
              <a:off x="-246467" y="4047975"/>
              <a:ext cx="160943" cy="189271"/>
            </a:xfrm>
            <a:prstGeom prst="rect">
              <a:avLst/>
            </a:prstGeom>
            <a:noFill/>
          </p:spPr>
          <p:txBody>
            <a:bodyPr wrap="none" lIns="18000" tIns="36000" rIns="18000" bIns="36000" rtlCol="0">
              <a:spAutoFit/>
            </a:bodyPr>
            <a:lstStyle/>
            <a:p>
              <a:pPr algn="r" defTabSz="371498"/>
              <a:r>
                <a:rPr kumimoji="1" lang="en-US" altLang="ja-JP" sz="450">
                  <a:solidFill>
                    <a:srgbClr val="E60000"/>
                  </a:solidFill>
                </a:rPr>
                <a:t>1.72</a:t>
              </a:r>
              <a:endParaRPr kumimoji="1" lang="ja-JP" altLang="en-US" sz="450">
                <a:solidFill>
                  <a:srgbClr val="E60000"/>
                </a:solidFill>
              </a:endParaRPr>
            </a:p>
          </p:txBody>
        </p:sp>
        <p:sp>
          <p:nvSpPr>
            <p:cNvPr id="141" name="Line 212">
              <a:extLst>
                <a:ext uri="{FF2B5EF4-FFF2-40B4-BE49-F238E27FC236}">
                  <a16:creationId xmlns:a16="http://schemas.microsoft.com/office/drawing/2014/main" id="{9A4E7E0E-DB2C-4C91-BC7A-E385E96BBA5C}"/>
                </a:ext>
              </a:extLst>
            </p:cNvPr>
            <p:cNvSpPr>
              <a:spLocks noChangeShapeType="1"/>
            </p:cNvSpPr>
            <p:nvPr userDrawn="1"/>
          </p:nvSpPr>
          <p:spPr bwMode="gray">
            <a:xfrm>
              <a:off x="-445829" y="4047976"/>
              <a:ext cx="360305" cy="0"/>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371498"/>
              <a:endParaRPr lang="ja-JP" altLang="en-US" sz="450">
                <a:solidFill>
                  <a:prstClr val="black"/>
                </a:solidFill>
              </a:endParaRPr>
            </a:p>
          </p:txBody>
        </p:sp>
      </p:grpSp>
      <p:grpSp>
        <p:nvGrpSpPr>
          <p:cNvPr id="5" name="グループ化 4">
            <a:extLst>
              <a:ext uri="{FF2B5EF4-FFF2-40B4-BE49-F238E27FC236}">
                <a16:creationId xmlns:a16="http://schemas.microsoft.com/office/drawing/2014/main" id="{631D182A-94A9-41D3-9525-DF82ABE98745}"/>
              </a:ext>
            </a:extLst>
          </p:cNvPr>
          <p:cNvGrpSpPr/>
          <p:nvPr userDrawn="1"/>
        </p:nvGrpSpPr>
        <p:grpSpPr>
          <a:xfrm>
            <a:off x="171156" y="-185047"/>
            <a:ext cx="8587921" cy="129779"/>
            <a:chOff x="185419" y="-246729"/>
            <a:chExt cx="9303581" cy="173038"/>
          </a:xfrm>
        </p:grpSpPr>
        <p:sp>
          <p:nvSpPr>
            <p:cNvPr id="149" name="テキスト ボックス 148">
              <a:extLst>
                <a:ext uri="{FF2B5EF4-FFF2-40B4-BE49-F238E27FC236}">
                  <a16:creationId xmlns:a16="http://schemas.microsoft.com/office/drawing/2014/main" id="{2543C50D-99B8-40AE-A0DF-7D466360E247}"/>
                </a:ext>
              </a:extLst>
            </p:cNvPr>
            <p:cNvSpPr txBox="1"/>
            <p:nvPr userDrawn="1">
              <p:custDataLst>
                <p:tags r:id="rId2"/>
              </p:custDataLst>
            </p:nvPr>
          </p:nvSpPr>
          <p:spPr bwMode="gray">
            <a:xfrm>
              <a:off x="2721000" y="-214492"/>
              <a:ext cx="200322" cy="140801"/>
            </a:xfrm>
            <a:prstGeom prst="rect">
              <a:avLst/>
            </a:prstGeom>
            <a:noFill/>
          </p:spPr>
          <p:txBody>
            <a:bodyPr wrap="none" lIns="36000" tIns="18000" rIns="36000" bIns="18000" rtlCol="0" anchor="b">
              <a:spAutoFit/>
            </a:bodyPr>
            <a:lstStyle/>
            <a:p>
              <a:pPr defTabSz="371498"/>
              <a:r>
                <a:rPr kumimoji="1" lang="en-US" altLang="ja-JP" sz="450">
                  <a:solidFill>
                    <a:srgbClr val="E60000"/>
                  </a:solidFill>
                </a:rPr>
                <a:t>6.20</a:t>
              </a:r>
              <a:endParaRPr kumimoji="1" lang="ja-JP" altLang="en-US" sz="450">
                <a:solidFill>
                  <a:srgbClr val="E60000"/>
                </a:solidFill>
              </a:endParaRPr>
            </a:p>
          </p:txBody>
        </p:sp>
        <p:sp>
          <p:nvSpPr>
            <p:cNvPr id="150" name="テキスト ボックス 149">
              <a:extLst>
                <a:ext uri="{FF2B5EF4-FFF2-40B4-BE49-F238E27FC236}">
                  <a16:creationId xmlns:a16="http://schemas.microsoft.com/office/drawing/2014/main" id="{91FF352D-E356-400D-9706-34CA480C0501}"/>
                </a:ext>
              </a:extLst>
            </p:cNvPr>
            <p:cNvSpPr txBox="1"/>
            <p:nvPr userDrawn="1">
              <p:custDataLst>
                <p:tags r:id="rId3"/>
              </p:custDataLst>
            </p:nvPr>
          </p:nvSpPr>
          <p:spPr bwMode="gray">
            <a:xfrm>
              <a:off x="417000" y="-214492"/>
              <a:ext cx="235054" cy="140801"/>
            </a:xfrm>
            <a:prstGeom prst="rect">
              <a:avLst/>
            </a:prstGeom>
            <a:noFill/>
          </p:spPr>
          <p:txBody>
            <a:bodyPr wrap="none" lIns="36000" tIns="18000" rIns="36000" bIns="18000" rtlCol="0" anchor="b">
              <a:spAutoFit/>
            </a:bodyPr>
            <a:lstStyle/>
            <a:p>
              <a:pPr defTabSz="371498"/>
              <a:r>
                <a:rPr kumimoji="1" lang="en-US" altLang="ja-JP" sz="450">
                  <a:solidFill>
                    <a:srgbClr val="E60000"/>
                  </a:solidFill>
                </a:rPr>
                <a:t>12.60</a:t>
              </a:r>
              <a:endParaRPr kumimoji="1" lang="ja-JP" altLang="en-US" sz="450">
                <a:solidFill>
                  <a:srgbClr val="E60000"/>
                </a:solidFill>
              </a:endParaRPr>
            </a:p>
          </p:txBody>
        </p:sp>
        <p:sp>
          <p:nvSpPr>
            <p:cNvPr id="151" name="テキスト ボックス 150">
              <a:extLst>
                <a:ext uri="{FF2B5EF4-FFF2-40B4-BE49-F238E27FC236}">
                  <a16:creationId xmlns:a16="http://schemas.microsoft.com/office/drawing/2014/main" id="{37E528A2-11B4-4FC6-B573-D6F31B519E53}"/>
                </a:ext>
              </a:extLst>
            </p:cNvPr>
            <p:cNvSpPr txBox="1"/>
            <p:nvPr userDrawn="1">
              <p:custDataLst>
                <p:tags r:id="rId4"/>
              </p:custDataLst>
            </p:nvPr>
          </p:nvSpPr>
          <p:spPr bwMode="gray">
            <a:xfrm>
              <a:off x="5025000" y="-214492"/>
              <a:ext cx="262839" cy="140801"/>
            </a:xfrm>
            <a:prstGeom prst="rect">
              <a:avLst/>
            </a:prstGeom>
            <a:noFill/>
          </p:spPr>
          <p:txBody>
            <a:bodyPr wrap="none" lIns="36000" tIns="18000" rIns="36000" bIns="18000" rtlCol="0" anchor="b">
              <a:spAutoFit/>
            </a:bodyPr>
            <a:lstStyle/>
            <a:p>
              <a:pPr defTabSz="371498"/>
              <a:r>
                <a:rPr kumimoji="1" lang="en-US" altLang="ja-JP" sz="450">
                  <a:solidFill>
                    <a:srgbClr val="E60000"/>
                  </a:solidFill>
                </a:rPr>
                <a:t>0.20</a:t>
              </a:r>
              <a:r>
                <a:rPr kumimoji="1" lang="ja-JP" altLang="en-US" sz="450">
                  <a:solidFill>
                    <a:srgbClr val="E60000"/>
                  </a:solidFill>
                </a:rPr>
                <a:t>→</a:t>
              </a:r>
            </a:p>
          </p:txBody>
        </p:sp>
        <p:sp>
          <p:nvSpPr>
            <p:cNvPr id="153" name="Line 227">
              <a:extLst>
                <a:ext uri="{FF2B5EF4-FFF2-40B4-BE49-F238E27FC236}">
                  <a16:creationId xmlns:a16="http://schemas.microsoft.com/office/drawing/2014/main" id="{8F51E237-773A-490A-86E7-C11CDC73DC8C}"/>
                </a:ext>
              </a:extLst>
            </p:cNvPr>
            <p:cNvSpPr>
              <a:spLocks noChangeShapeType="1"/>
            </p:cNvSpPr>
            <p:nvPr userDrawn="1"/>
          </p:nvSpPr>
          <p:spPr bwMode="gray">
            <a:xfrm>
              <a:off x="417000" y="-246729"/>
              <a:ext cx="0" cy="173038"/>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lstStyle/>
            <a:p>
              <a:pPr defTabSz="371498"/>
              <a:endParaRPr lang="ja-JP" altLang="en-US" sz="450">
                <a:solidFill>
                  <a:prstClr val="black"/>
                </a:solidFill>
              </a:endParaRPr>
            </a:p>
          </p:txBody>
        </p:sp>
        <p:sp>
          <p:nvSpPr>
            <p:cNvPr id="154" name="Line 228">
              <a:extLst>
                <a:ext uri="{FF2B5EF4-FFF2-40B4-BE49-F238E27FC236}">
                  <a16:creationId xmlns:a16="http://schemas.microsoft.com/office/drawing/2014/main" id="{81A9C33B-1652-4D79-87F5-88FD2DDEBD6D}"/>
                </a:ext>
              </a:extLst>
            </p:cNvPr>
            <p:cNvSpPr>
              <a:spLocks noChangeShapeType="1"/>
            </p:cNvSpPr>
            <p:nvPr userDrawn="1"/>
          </p:nvSpPr>
          <p:spPr bwMode="gray">
            <a:xfrm>
              <a:off x="2577000" y="-246729"/>
              <a:ext cx="0" cy="173038"/>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lstStyle/>
            <a:p>
              <a:pPr defTabSz="371498"/>
              <a:endParaRPr lang="ja-JP" altLang="en-US" sz="450">
                <a:solidFill>
                  <a:prstClr val="black"/>
                </a:solidFill>
              </a:endParaRPr>
            </a:p>
          </p:txBody>
        </p:sp>
        <p:sp>
          <p:nvSpPr>
            <p:cNvPr id="155" name="Line 229">
              <a:extLst>
                <a:ext uri="{FF2B5EF4-FFF2-40B4-BE49-F238E27FC236}">
                  <a16:creationId xmlns:a16="http://schemas.microsoft.com/office/drawing/2014/main" id="{2ABA07FF-03FB-4C66-8126-C3815AAA33D3}"/>
                </a:ext>
              </a:extLst>
            </p:cNvPr>
            <p:cNvSpPr>
              <a:spLocks noChangeShapeType="1"/>
            </p:cNvSpPr>
            <p:nvPr userDrawn="1"/>
          </p:nvSpPr>
          <p:spPr bwMode="gray">
            <a:xfrm>
              <a:off x="2721000" y="-246729"/>
              <a:ext cx="0" cy="173038"/>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lstStyle/>
            <a:p>
              <a:pPr defTabSz="371498"/>
              <a:endParaRPr lang="ja-JP" altLang="en-US" sz="450">
                <a:solidFill>
                  <a:prstClr val="black"/>
                </a:solidFill>
              </a:endParaRPr>
            </a:p>
          </p:txBody>
        </p:sp>
        <p:sp>
          <p:nvSpPr>
            <p:cNvPr id="156" name="Line 230">
              <a:extLst>
                <a:ext uri="{FF2B5EF4-FFF2-40B4-BE49-F238E27FC236}">
                  <a16:creationId xmlns:a16="http://schemas.microsoft.com/office/drawing/2014/main" id="{C3A0287A-131A-42FB-97B6-B2259EEC3023}"/>
                </a:ext>
              </a:extLst>
            </p:cNvPr>
            <p:cNvSpPr>
              <a:spLocks noChangeShapeType="1"/>
            </p:cNvSpPr>
            <p:nvPr userDrawn="1"/>
          </p:nvSpPr>
          <p:spPr bwMode="gray">
            <a:xfrm>
              <a:off x="4881000" y="-246729"/>
              <a:ext cx="0" cy="173038"/>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lstStyle/>
            <a:p>
              <a:pPr defTabSz="371498"/>
              <a:endParaRPr lang="ja-JP" altLang="en-US" sz="450">
                <a:solidFill>
                  <a:prstClr val="black"/>
                </a:solidFill>
              </a:endParaRPr>
            </a:p>
          </p:txBody>
        </p:sp>
        <p:sp>
          <p:nvSpPr>
            <p:cNvPr id="157" name="Line 231">
              <a:extLst>
                <a:ext uri="{FF2B5EF4-FFF2-40B4-BE49-F238E27FC236}">
                  <a16:creationId xmlns:a16="http://schemas.microsoft.com/office/drawing/2014/main" id="{8CA0CBE0-D324-4428-BC3D-C364304E6CDE}"/>
                </a:ext>
              </a:extLst>
            </p:cNvPr>
            <p:cNvSpPr>
              <a:spLocks noChangeShapeType="1"/>
            </p:cNvSpPr>
            <p:nvPr userDrawn="1"/>
          </p:nvSpPr>
          <p:spPr bwMode="gray">
            <a:xfrm>
              <a:off x="5025000" y="-246729"/>
              <a:ext cx="0" cy="173038"/>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lstStyle/>
            <a:p>
              <a:pPr defTabSz="371498"/>
              <a:endParaRPr lang="ja-JP" altLang="en-US" sz="450">
                <a:solidFill>
                  <a:prstClr val="black"/>
                </a:solidFill>
              </a:endParaRPr>
            </a:p>
          </p:txBody>
        </p:sp>
        <p:sp>
          <p:nvSpPr>
            <p:cNvPr id="158" name="Line 234">
              <a:extLst>
                <a:ext uri="{FF2B5EF4-FFF2-40B4-BE49-F238E27FC236}">
                  <a16:creationId xmlns:a16="http://schemas.microsoft.com/office/drawing/2014/main" id="{CB8336EE-1040-488C-96E7-3494B7682682}"/>
                </a:ext>
              </a:extLst>
            </p:cNvPr>
            <p:cNvSpPr>
              <a:spLocks noChangeShapeType="1"/>
            </p:cNvSpPr>
            <p:nvPr userDrawn="1"/>
          </p:nvSpPr>
          <p:spPr bwMode="gray">
            <a:xfrm>
              <a:off x="9489000" y="-246729"/>
              <a:ext cx="0" cy="173038"/>
            </a:xfrm>
            <a:prstGeom prst="line">
              <a:avLst/>
            </a:prstGeom>
            <a:noFill/>
            <a:ln w="9525" cap="flat" cmpd="sng" algn="ctr">
              <a:solidFill>
                <a:srgbClr val="E60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lstStyle/>
            <a:p>
              <a:pPr defTabSz="371498"/>
              <a:endParaRPr lang="ja-JP" altLang="en-US" sz="450">
                <a:solidFill>
                  <a:prstClr val="black"/>
                </a:solidFill>
              </a:endParaRPr>
            </a:p>
          </p:txBody>
        </p:sp>
        <p:sp>
          <p:nvSpPr>
            <p:cNvPr id="159" name="テキスト ボックス 158">
              <a:extLst>
                <a:ext uri="{FF2B5EF4-FFF2-40B4-BE49-F238E27FC236}">
                  <a16:creationId xmlns:a16="http://schemas.microsoft.com/office/drawing/2014/main" id="{20D1C0B4-DB9E-4E3A-8481-691B45E5F664}"/>
                </a:ext>
              </a:extLst>
            </p:cNvPr>
            <p:cNvSpPr txBox="1"/>
            <p:nvPr userDrawn="1">
              <p:custDataLst>
                <p:tags r:id="rId5"/>
              </p:custDataLst>
            </p:nvPr>
          </p:nvSpPr>
          <p:spPr bwMode="gray">
            <a:xfrm>
              <a:off x="2376678" y="-214492"/>
              <a:ext cx="200322" cy="140801"/>
            </a:xfrm>
            <a:prstGeom prst="rect">
              <a:avLst/>
            </a:prstGeom>
            <a:noFill/>
          </p:spPr>
          <p:txBody>
            <a:bodyPr wrap="none" lIns="36000" tIns="18000" rIns="36000" bIns="18000" rtlCol="0" anchor="b">
              <a:spAutoFit/>
            </a:bodyPr>
            <a:lstStyle/>
            <a:p>
              <a:pPr algn="r" defTabSz="371498"/>
              <a:r>
                <a:rPr kumimoji="1" lang="en-US" altLang="ja-JP" sz="450">
                  <a:solidFill>
                    <a:srgbClr val="E60000"/>
                  </a:solidFill>
                </a:rPr>
                <a:t>6.60</a:t>
              </a:r>
              <a:endParaRPr kumimoji="1" lang="ja-JP" altLang="en-US" sz="450">
                <a:solidFill>
                  <a:srgbClr val="E60000"/>
                </a:solidFill>
              </a:endParaRPr>
            </a:p>
          </p:txBody>
        </p:sp>
        <p:sp>
          <p:nvSpPr>
            <p:cNvPr id="160" name="テキスト ボックス 159">
              <a:extLst>
                <a:ext uri="{FF2B5EF4-FFF2-40B4-BE49-F238E27FC236}">
                  <a16:creationId xmlns:a16="http://schemas.microsoft.com/office/drawing/2014/main" id="{B6524023-E103-4E43-B336-93C4B756B24A}"/>
                </a:ext>
              </a:extLst>
            </p:cNvPr>
            <p:cNvSpPr txBox="1"/>
            <p:nvPr userDrawn="1">
              <p:custDataLst>
                <p:tags r:id="rId6"/>
              </p:custDataLst>
            </p:nvPr>
          </p:nvSpPr>
          <p:spPr bwMode="gray">
            <a:xfrm>
              <a:off x="4618160" y="-214492"/>
              <a:ext cx="262841" cy="140801"/>
            </a:xfrm>
            <a:prstGeom prst="rect">
              <a:avLst/>
            </a:prstGeom>
            <a:noFill/>
          </p:spPr>
          <p:txBody>
            <a:bodyPr wrap="none" lIns="36000" tIns="18000" rIns="36000" bIns="18000" rtlCol="0" anchor="b">
              <a:spAutoFit/>
            </a:bodyPr>
            <a:lstStyle/>
            <a:p>
              <a:pPr algn="r" defTabSz="371498"/>
              <a:r>
                <a:rPr kumimoji="1" lang="ja-JP" altLang="en-US" sz="450">
                  <a:solidFill>
                    <a:srgbClr val="E60000"/>
                  </a:solidFill>
                </a:rPr>
                <a:t>←</a:t>
              </a:r>
              <a:r>
                <a:rPr kumimoji="1" lang="en-US" altLang="ja-JP" sz="450">
                  <a:solidFill>
                    <a:srgbClr val="E60000"/>
                  </a:solidFill>
                </a:rPr>
                <a:t>0.20</a:t>
              </a:r>
              <a:endParaRPr kumimoji="1" lang="ja-JP" altLang="en-US" sz="450">
                <a:solidFill>
                  <a:srgbClr val="E60000"/>
                </a:solidFill>
              </a:endParaRPr>
            </a:p>
          </p:txBody>
        </p:sp>
        <p:sp>
          <p:nvSpPr>
            <p:cNvPr id="161" name="テキスト ボックス 160">
              <a:extLst>
                <a:ext uri="{FF2B5EF4-FFF2-40B4-BE49-F238E27FC236}">
                  <a16:creationId xmlns:a16="http://schemas.microsoft.com/office/drawing/2014/main" id="{9AC56EFD-E99B-4AB3-ACEC-5F51978C0FA5}"/>
                </a:ext>
              </a:extLst>
            </p:cNvPr>
            <p:cNvSpPr txBox="1"/>
            <p:nvPr userDrawn="1">
              <p:custDataLst>
                <p:tags r:id="rId7"/>
              </p:custDataLst>
            </p:nvPr>
          </p:nvSpPr>
          <p:spPr bwMode="gray">
            <a:xfrm>
              <a:off x="9253946" y="-214492"/>
              <a:ext cx="235054" cy="140801"/>
            </a:xfrm>
            <a:prstGeom prst="rect">
              <a:avLst/>
            </a:prstGeom>
            <a:noFill/>
          </p:spPr>
          <p:txBody>
            <a:bodyPr wrap="none" lIns="36000" tIns="18000" rIns="36000" bIns="18000" rtlCol="0" anchor="b">
              <a:spAutoFit/>
            </a:bodyPr>
            <a:lstStyle/>
            <a:p>
              <a:pPr algn="r" defTabSz="371498"/>
              <a:r>
                <a:rPr kumimoji="1" lang="en-US" altLang="ja-JP" sz="450">
                  <a:solidFill>
                    <a:srgbClr val="E60000"/>
                  </a:solidFill>
                </a:rPr>
                <a:t>12.60</a:t>
              </a:r>
              <a:endParaRPr kumimoji="1" lang="ja-JP" altLang="en-US" sz="450">
                <a:solidFill>
                  <a:srgbClr val="E60000"/>
                </a:solidFill>
              </a:endParaRPr>
            </a:p>
          </p:txBody>
        </p:sp>
        <p:sp>
          <p:nvSpPr>
            <p:cNvPr id="162" name="テキスト ボックス 161">
              <a:extLst>
                <a:ext uri="{FF2B5EF4-FFF2-40B4-BE49-F238E27FC236}">
                  <a16:creationId xmlns:a16="http://schemas.microsoft.com/office/drawing/2014/main" id="{73BE0056-A481-411C-B77F-8FC95855503F}"/>
                </a:ext>
              </a:extLst>
            </p:cNvPr>
            <p:cNvSpPr txBox="1"/>
            <p:nvPr userDrawn="1">
              <p:custDataLst>
                <p:tags r:id="rId8"/>
              </p:custDataLst>
            </p:nvPr>
          </p:nvSpPr>
          <p:spPr bwMode="gray">
            <a:xfrm>
              <a:off x="185419" y="-214492"/>
              <a:ext cx="231581" cy="140801"/>
            </a:xfrm>
            <a:prstGeom prst="rect">
              <a:avLst/>
            </a:prstGeom>
            <a:noFill/>
          </p:spPr>
          <p:txBody>
            <a:bodyPr wrap="none" lIns="36000" tIns="18000" rIns="36000" bIns="18000" rtlCol="0" anchor="b">
              <a:spAutoFit/>
            </a:bodyPr>
            <a:lstStyle>
              <a:defPPr>
                <a:defRPr lang="en-US"/>
              </a:defPPr>
              <a:lvl1pPr defTabSz="495330">
                <a:defRPr kumimoji="1" sz="600">
                  <a:solidFill>
                    <a:srgbClr val="E60000"/>
                  </a:solidFill>
                </a:defRPr>
              </a:lvl1pPr>
            </a:lstStyle>
            <a:p>
              <a:pPr lvl="0" algn="r"/>
              <a:r>
                <a:rPr lang="ja-JP" altLang="en-US" sz="450">
                  <a:solidFill>
                    <a:srgbClr val="E60000"/>
                  </a:solidFill>
                </a:rPr>
                <a:t>ガイド</a:t>
              </a:r>
            </a:p>
          </p:txBody>
        </p:sp>
      </p:grpSp>
    </p:spTree>
    <p:extLst>
      <p:ext uri="{BB962C8B-B14F-4D97-AF65-F5344CB8AC3E}">
        <p14:creationId xmlns:p14="http://schemas.microsoft.com/office/powerpoint/2010/main" val="3325212282"/>
      </p:ext>
    </p:extLst>
  </p:cSld>
  <p:clrMap bg1="lt1" tx1="dk1" bg2="lt2" tx2="dk2" accent1="accent1" accent2="accent2" accent3="accent3" accent4="accent4" accent5="accent5" accent6="accent6" hlink="hlink" folHlink="folHlink"/>
  <p:hf sldNum="0" hdr="0" ftr="0" dt="0"/>
  <p:txStyles>
    <p:titleStyle>
      <a:lvl1pPr algn="l" defTabSz="371538" rtl="0" eaLnBrk="1" latinLnBrk="0" hangingPunct="1">
        <a:lnSpc>
          <a:spcPct val="100000"/>
        </a:lnSpc>
        <a:spcBef>
          <a:spcPct val="0"/>
        </a:spcBef>
        <a:buNone/>
        <a:defRPr kumimoji="1" sz="1500" kern="1200" baseline="0">
          <a:solidFill>
            <a:schemeClr val="tx1"/>
          </a:solidFill>
          <a:latin typeface="+mj-lt"/>
          <a:ea typeface="+mj-ea"/>
          <a:cs typeface="+mj-cs"/>
        </a:defRPr>
      </a:lvl1pPr>
    </p:titleStyle>
    <p:bodyStyle>
      <a:lvl1pPr marL="0" indent="0" algn="l" defTabSz="371538" rtl="0" eaLnBrk="1" latinLnBrk="0" hangingPunct="1">
        <a:lnSpc>
          <a:spcPct val="125000"/>
        </a:lnSpc>
        <a:spcBef>
          <a:spcPts val="900"/>
        </a:spcBef>
        <a:buFontTx/>
        <a:buNone/>
        <a:defRPr kumimoji="1" lang="en-US" altLang="ja-JP" sz="750" b="0" i="0" u="none" strike="noStrike" kern="1200" cap="none" spc="0" normalizeH="0" baseline="0" dirty="0">
          <a:ln>
            <a:noFill/>
          </a:ln>
          <a:solidFill>
            <a:schemeClr val="tx1"/>
          </a:solidFill>
          <a:effectLst/>
          <a:uLnTx/>
          <a:uFillTx/>
          <a:latin typeface="Arial" panose="020B0604020202020204" pitchFamily="34" charset="0"/>
          <a:ea typeface="ＭＳ Ｐゴシック" panose="020B0600070205080204" pitchFamily="50" charset="-128"/>
          <a:cs typeface="Arial" panose="020B0604020202020204" pitchFamily="34" charset="0"/>
        </a:defRPr>
      </a:lvl1pPr>
      <a:lvl2pPr marL="189000" indent="-189000" algn="l" defTabSz="371538" rtl="0" eaLnBrk="1" latinLnBrk="0" hangingPunct="1">
        <a:lnSpc>
          <a:spcPct val="125000"/>
        </a:lnSpc>
        <a:spcBef>
          <a:spcPts val="900"/>
        </a:spcBef>
        <a:buClr>
          <a:srgbClr val="5A5A5A"/>
        </a:buClr>
        <a:buFont typeface="Wingdings" panose="05000000000000000000" pitchFamily="2" charset="2"/>
        <a:buChar char="n"/>
        <a:defRPr kumimoji="1" lang="en-US" altLang="ja-JP" sz="750" kern="1200" dirty="0">
          <a:solidFill>
            <a:schemeClr val="tx1"/>
          </a:solidFill>
          <a:latin typeface="Arial" panose="020B0604020202020204" pitchFamily="34" charset="0"/>
          <a:ea typeface="ＭＳ Ｐゴシック" panose="020B0600070205080204" pitchFamily="50" charset="-128"/>
          <a:cs typeface="Arial" panose="020B0604020202020204" pitchFamily="34" charset="0"/>
        </a:defRPr>
      </a:lvl2pPr>
      <a:lvl3pPr marL="351000" indent="-162000" algn="l" defTabSz="371538" rtl="0" eaLnBrk="1" latinLnBrk="0" hangingPunct="1">
        <a:lnSpc>
          <a:spcPct val="125000"/>
        </a:lnSpc>
        <a:spcBef>
          <a:spcPts val="450"/>
        </a:spcBef>
        <a:buClr>
          <a:srgbClr val="969696"/>
        </a:buClr>
        <a:buSzPct val="70000"/>
        <a:buFont typeface="Wingdings" panose="05000000000000000000" pitchFamily="2" charset="2"/>
        <a:buChar char="l"/>
        <a:defRPr kumimoji="1" lang="en-US" altLang="ja-JP" sz="750" kern="1200" dirty="0">
          <a:solidFill>
            <a:schemeClr val="tx1"/>
          </a:solidFill>
          <a:latin typeface="Arial" panose="020B0604020202020204" pitchFamily="34" charset="0"/>
          <a:ea typeface="ＭＳ Ｐゴシック" panose="020B0600070205080204" pitchFamily="50" charset="-128"/>
          <a:cs typeface="Arial" panose="020B0604020202020204" pitchFamily="34" charset="0"/>
        </a:defRPr>
      </a:lvl3pPr>
      <a:lvl4pPr marL="513000" indent="-162000" algn="l" defTabSz="371538" rtl="0" eaLnBrk="1" latinLnBrk="0" hangingPunct="1">
        <a:lnSpc>
          <a:spcPct val="125000"/>
        </a:lnSpc>
        <a:spcBef>
          <a:spcPts val="225"/>
        </a:spcBef>
        <a:buClr>
          <a:srgbClr val="5A5A5A"/>
        </a:buClr>
        <a:buFont typeface="Arial" panose="020B0604020202020204" pitchFamily="34" charset="0"/>
        <a:buChar char="–"/>
        <a:defRPr kumimoji="1" lang="en-US" altLang="ja-JP" sz="750" kern="1200" dirty="0">
          <a:solidFill>
            <a:schemeClr val="tx1"/>
          </a:solidFill>
          <a:latin typeface="Arial" panose="020B0604020202020204" pitchFamily="34" charset="0"/>
          <a:ea typeface="ＭＳ Ｐゴシック" panose="020B0600070205080204" pitchFamily="50" charset="-128"/>
          <a:cs typeface="Arial" panose="020B0604020202020204" pitchFamily="34" charset="0"/>
        </a:defRPr>
      </a:lvl4pPr>
      <a:lvl5pPr marL="675000" indent="-162000" algn="l" defTabSz="371538" rtl="0" eaLnBrk="1" latinLnBrk="0" hangingPunct="1">
        <a:lnSpc>
          <a:spcPct val="125000"/>
        </a:lnSpc>
        <a:spcBef>
          <a:spcPts val="113"/>
        </a:spcBef>
        <a:buClr>
          <a:schemeClr val="tx1"/>
        </a:buClr>
        <a:buFont typeface="Wingdings" panose="05000000000000000000" pitchFamily="2" charset="2"/>
        <a:buChar char="§"/>
        <a:defRPr kumimoji="1" lang="en-US" altLang="ja-JP" sz="675" b="0" i="0" kern="1200" dirty="0">
          <a:solidFill>
            <a:schemeClr val="tx1"/>
          </a:solidFill>
          <a:latin typeface="Arial" panose="020B0604020202020204" pitchFamily="34" charset="0"/>
          <a:ea typeface="ＭＳ Ｐゴシック" panose="020B0600070205080204" pitchFamily="50" charset="-128"/>
          <a:cs typeface="Arial" panose="020B0604020202020204" pitchFamily="34" charset="0"/>
        </a:defRPr>
      </a:lvl5pPr>
      <a:lvl6pPr marL="0" indent="0" algn="l" defTabSz="-322516" rtl="0" eaLnBrk="1" latinLnBrk="0" hangingPunct="1">
        <a:lnSpc>
          <a:spcPct val="125000"/>
        </a:lnSpc>
        <a:spcBef>
          <a:spcPts val="900"/>
        </a:spcBef>
        <a:spcAft>
          <a:spcPts val="900"/>
        </a:spcAft>
        <a:buClr>
          <a:schemeClr val="tx1"/>
        </a:buClr>
        <a:buFontTx/>
        <a:buNone/>
        <a:defRPr kumimoji="1" lang="en-US" altLang="ja-JP" sz="675" i="1" kern="1200" dirty="0">
          <a:solidFill>
            <a:schemeClr val="tx1"/>
          </a:solidFill>
          <a:latin typeface="+mn-lt"/>
          <a:ea typeface="+mn-ea"/>
          <a:cs typeface="+mn-cs"/>
        </a:defRPr>
      </a:lvl6pPr>
      <a:lvl7pPr marL="0" indent="0" algn="l" defTabSz="371538" rtl="0" eaLnBrk="1" latinLnBrk="0" hangingPunct="1">
        <a:lnSpc>
          <a:spcPct val="125000"/>
        </a:lnSpc>
        <a:spcBef>
          <a:spcPts val="0"/>
        </a:spcBef>
        <a:buFontTx/>
        <a:buNone/>
        <a:defRPr kumimoji="1" lang="en-US" altLang="ja-JP" sz="825" b="0" i="1" kern="1200" dirty="0">
          <a:solidFill>
            <a:schemeClr val="tx1"/>
          </a:solidFill>
          <a:latin typeface="+mn-lt"/>
          <a:ea typeface="+mn-ea"/>
          <a:cs typeface="+mn-cs"/>
        </a:defRPr>
      </a:lvl7pPr>
      <a:lvl8pPr marL="0" indent="0" algn="l" defTabSz="371538" rtl="0" eaLnBrk="1" latinLnBrk="0" hangingPunct="1">
        <a:lnSpc>
          <a:spcPct val="125000"/>
        </a:lnSpc>
        <a:spcBef>
          <a:spcPts val="450"/>
        </a:spcBef>
        <a:buFont typeface="Arial"/>
        <a:buNone/>
        <a:defRPr kumimoji="1" lang="en-US" altLang="ja-JP" sz="1650" i="1" kern="1200" dirty="0">
          <a:solidFill>
            <a:schemeClr val="tx1"/>
          </a:solidFill>
          <a:latin typeface="+mn-lt"/>
          <a:ea typeface="+mn-ea"/>
          <a:cs typeface="+mn-cs"/>
        </a:defRPr>
      </a:lvl8pPr>
      <a:lvl9pPr marL="0" indent="0" algn="l" defTabSz="371538" rtl="0" eaLnBrk="1" latinLnBrk="0" hangingPunct="1">
        <a:spcBef>
          <a:spcPts val="450"/>
        </a:spcBef>
        <a:buFont typeface="Arial"/>
        <a:buNone/>
        <a:defRPr kumimoji="1" sz="750" i="1" kern="1200">
          <a:solidFill>
            <a:schemeClr val="tx1"/>
          </a:solidFill>
          <a:latin typeface="+mn-lt"/>
          <a:ea typeface="+mn-ea"/>
          <a:cs typeface="+mn-cs"/>
        </a:defRPr>
      </a:lvl9pPr>
    </p:bodyStyle>
    <p:otherStyle>
      <a:defPPr>
        <a:defRPr lang="en-US"/>
      </a:defPPr>
      <a:lvl1pPr marL="0" algn="l" defTabSz="371538" rtl="0" eaLnBrk="1" latinLnBrk="0" hangingPunct="1">
        <a:defRPr kumimoji="1" sz="1425" kern="1200">
          <a:solidFill>
            <a:schemeClr val="tx1"/>
          </a:solidFill>
          <a:latin typeface="+mn-lt"/>
          <a:ea typeface="+mn-ea"/>
          <a:cs typeface="+mn-cs"/>
        </a:defRPr>
      </a:lvl1pPr>
      <a:lvl2pPr marL="371538" algn="l" defTabSz="371538" rtl="0" eaLnBrk="1" latinLnBrk="0" hangingPunct="1">
        <a:defRPr kumimoji="1" sz="1425" kern="1200">
          <a:solidFill>
            <a:schemeClr val="tx1"/>
          </a:solidFill>
          <a:latin typeface="+mn-lt"/>
          <a:ea typeface="+mn-ea"/>
          <a:cs typeface="+mn-cs"/>
        </a:defRPr>
      </a:lvl2pPr>
      <a:lvl3pPr marL="743076" algn="l" defTabSz="371538" rtl="0" eaLnBrk="1" latinLnBrk="0" hangingPunct="1">
        <a:defRPr kumimoji="1" sz="1425" kern="1200">
          <a:solidFill>
            <a:schemeClr val="tx1"/>
          </a:solidFill>
          <a:latin typeface="+mn-lt"/>
          <a:ea typeface="+mn-ea"/>
          <a:cs typeface="+mn-cs"/>
        </a:defRPr>
      </a:lvl3pPr>
      <a:lvl4pPr marL="1114613" algn="l" defTabSz="371538" rtl="0" eaLnBrk="1" latinLnBrk="0" hangingPunct="1">
        <a:defRPr kumimoji="1" sz="1425" kern="1200">
          <a:solidFill>
            <a:schemeClr val="tx1"/>
          </a:solidFill>
          <a:latin typeface="+mn-lt"/>
          <a:ea typeface="+mn-ea"/>
          <a:cs typeface="+mn-cs"/>
        </a:defRPr>
      </a:lvl4pPr>
      <a:lvl5pPr marL="1486151" algn="l" defTabSz="371538" rtl="0" eaLnBrk="1" latinLnBrk="0" hangingPunct="1">
        <a:defRPr kumimoji="1" sz="1425" kern="1200">
          <a:solidFill>
            <a:schemeClr val="tx1"/>
          </a:solidFill>
          <a:latin typeface="+mn-lt"/>
          <a:ea typeface="+mn-ea"/>
          <a:cs typeface="+mn-cs"/>
        </a:defRPr>
      </a:lvl5pPr>
      <a:lvl6pPr marL="1857689" algn="l" defTabSz="371538" rtl="0" eaLnBrk="1" latinLnBrk="0" hangingPunct="1">
        <a:defRPr kumimoji="1" sz="1425" kern="1200">
          <a:solidFill>
            <a:schemeClr val="tx1"/>
          </a:solidFill>
          <a:latin typeface="+mn-lt"/>
          <a:ea typeface="+mn-ea"/>
          <a:cs typeface="+mn-cs"/>
        </a:defRPr>
      </a:lvl6pPr>
      <a:lvl7pPr marL="2229227" algn="l" defTabSz="371538" rtl="0" eaLnBrk="1" latinLnBrk="0" hangingPunct="1">
        <a:defRPr kumimoji="1" sz="1425" kern="1200">
          <a:solidFill>
            <a:schemeClr val="tx1"/>
          </a:solidFill>
          <a:latin typeface="+mn-lt"/>
          <a:ea typeface="+mn-ea"/>
          <a:cs typeface="+mn-cs"/>
        </a:defRPr>
      </a:lvl7pPr>
      <a:lvl8pPr marL="2600765" algn="l" defTabSz="371538" rtl="0" eaLnBrk="1" latinLnBrk="0" hangingPunct="1">
        <a:defRPr kumimoji="1" sz="1425" kern="1200">
          <a:solidFill>
            <a:schemeClr val="tx1"/>
          </a:solidFill>
          <a:latin typeface="+mn-lt"/>
          <a:ea typeface="+mn-ea"/>
          <a:cs typeface="+mn-cs"/>
        </a:defRPr>
      </a:lvl8pPr>
      <a:lvl9pPr marL="2972303" algn="l" defTabSz="371538" rtl="0" eaLnBrk="1" latinLnBrk="0" hangingPunct="1">
        <a:defRPr kumimoji="1" sz="1425"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074">
          <p15:clr>
            <a:srgbClr val="F26B43"/>
          </p15:clr>
        </p15:guide>
        <p15:guide id="4" pos="3165">
          <p15:clr>
            <a:srgbClr val="F26B43"/>
          </p15:clr>
        </p15:guide>
        <p15:guide id="5" orient="horz" pos="4042">
          <p15:clr>
            <a:srgbClr val="F26B43"/>
          </p15:clr>
        </p15:guide>
        <p15:guide id="6" pos="5978">
          <p15:clr>
            <a:srgbClr val="F26B43"/>
          </p15:clr>
        </p15:guide>
        <p15:guide id="7" pos="263">
          <p15:clr>
            <a:srgbClr val="F26B43"/>
          </p15:clr>
        </p15:guide>
        <p15:guide id="8" orient="horz" pos="663">
          <p15:clr>
            <a:srgbClr val="F26B43"/>
          </p15:clr>
        </p15:guide>
        <p15:guide id="9" orient="horz" pos="3906">
          <p15:clr>
            <a:srgbClr val="F26B43"/>
          </p15:clr>
        </p15:guide>
        <p15:guide id="10" pos="1624">
          <p15:clr>
            <a:srgbClr val="F26B43"/>
          </p15:clr>
        </p15:guide>
        <p15:guide id="11" pos="1713">
          <p15:clr>
            <a:srgbClr val="F26B43"/>
          </p15:clr>
        </p15:guide>
        <p15:guide id="12" orient="horz" pos="2183">
          <p15:clr>
            <a:srgbClr val="F26B43"/>
          </p15:clr>
        </p15:guide>
        <p15:guide id="13" orient="horz" pos="827">
          <p15:clr>
            <a:srgbClr val="F26B43"/>
          </p15:clr>
        </p15:guide>
        <p15:guide id="14" orient="horz" pos="2387">
          <p15:clr>
            <a:srgbClr val="F26B43"/>
          </p15:clr>
        </p15:guide>
        <p15:guide id="15" orient="horz" pos="255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53.xml"/><Relationship Id="rId5" Type="http://schemas.openxmlformats.org/officeDocument/2006/relationships/image" Target="../media/image3.emf"/><Relationship Id="rId4" Type="http://schemas.openxmlformats.org/officeDocument/2006/relationships/oleObject" Target="../embeddings/oleObject4.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tags" Target="../tags/tag54.xml"/><Relationship Id="rId4" Type="http://schemas.openxmlformats.org/officeDocument/2006/relationships/image" Target="../media/image5.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oleObject" Target="../embeddings/oleObject5.bin"/><Relationship Id="rId7"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55.xml"/><Relationship Id="rId6" Type="http://schemas.openxmlformats.org/officeDocument/2006/relationships/image" Target="../media/image7.gif"/><Relationship Id="rId5" Type="http://schemas.openxmlformats.org/officeDocument/2006/relationships/image" Target="../media/image6.png"/><Relationship Id="rId4" Type="http://schemas.openxmlformats.org/officeDocument/2006/relationships/image" Target="../media/image5.e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tags" Target="../tags/tag58.xml"/><Relationship Id="rId7" Type="http://schemas.openxmlformats.org/officeDocument/2006/relationships/notesSlide" Target="../notesSlides/notesSlide9.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slideLayout" Target="../slideLayouts/slideLayout1.xml"/><Relationship Id="rId5" Type="http://schemas.openxmlformats.org/officeDocument/2006/relationships/tags" Target="../tags/tag60.xml"/><Relationship Id="rId4" Type="http://schemas.openxmlformats.org/officeDocument/2006/relationships/tags" Target="../tags/tag59.xml"/><Relationship Id="rId9" Type="http://schemas.openxmlformats.org/officeDocument/2006/relationships/image" Target="../media/image3.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tags" Target="../tags/tag61.xml"/><Relationship Id="rId4" Type="http://schemas.openxmlformats.org/officeDocument/2006/relationships/image" Target="../media/image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BEDFCAA-8F99-C846-C61A-79547335CF8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624" imgH="623" progId="TCLayout.ActiveDocument.1">
                  <p:embed/>
                </p:oleObj>
              </mc:Choice>
              <mc:Fallback>
                <p:oleObj name="think-cell スライド" r:id="rId4" imgW="624" imgH="623" progId="TCLayout.ActiveDocument.1">
                  <p:embed/>
                  <p:pic>
                    <p:nvPicPr>
                      <p:cNvPr id="4" name="think-cell data - do not delete" hidden="1">
                        <a:extLst>
                          <a:ext uri="{FF2B5EF4-FFF2-40B4-BE49-F238E27FC236}">
                            <a16:creationId xmlns:a16="http://schemas.microsoft.com/office/drawing/2014/main" id="{9BEDFCAA-8F99-C846-C61A-79547335CF8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テキスト プレースホルダー 7">
            <a:extLst>
              <a:ext uri="{FF2B5EF4-FFF2-40B4-BE49-F238E27FC236}">
                <a16:creationId xmlns:a16="http://schemas.microsoft.com/office/drawing/2014/main" id="{D8C2E72B-AE04-EB3A-2B16-E7E335E64656}"/>
              </a:ext>
            </a:extLst>
          </p:cNvPr>
          <p:cNvSpPr>
            <a:spLocks noGrp="1"/>
          </p:cNvSpPr>
          <p:nvPr>
            <p:ph type="body" sz="quarter" idx="10"/>
          </p:nvPr>
        </p:nvSpPr>
        <p:spPr/>
        <p:txBody>
          <a:bodyPr/>
          <a:lstStyle/>
          <a:p>
            <a:pPr>
              <a:lnSpc>
                <a:spcPct val="100000"/>
              </a:lnSpc>
              <a:spcBef>
                <a:spcPct val="0"/>
              </a:spcBef>
              <a:buFont typeface="Arial" charset="0"/>
            </a:pPr>
            <a:r>
              <a:rPr lang="en-US" altLang="ja-JP" sz="1600" dirty="0">
                <a:latin typeface="Meiryo UI"/>
                <a:ea typeface="Meiryo UI"/>
                <a:cs typeface="Arial"/>
              </a:rPr>
              <a:t>2026</a:t>
            </a:r>
            <a:r>
              <a:rPr lang="ja-JP" altLang="en-US" sz="1600" dirty="0">
                <a:latin typeface="Meiryo UI"/>
                <a:ea typeface="Meiryo UI"/>
                <a:cs typeface="Arial"/>
              </a:rPr>
              <a:t>年</a:t>
            </a:r>
            <a:r>
              <a:rPr lang="en-US" altLang="ja-JP" sz="1600" dirty="0">
                <a:latin typeface="Meiryo UI"/>
                <a:ea typeface="Meiryo UI"/>
                <a:cs typeface="Arial"/>
              </a:rPr>
              <a:t>4</a:t>
            </a:r>
            <a:r>
              <a:rPr lang="ja-JP" altLang="en-US" sz="1600" dirty="0">
                <a:latin typeface="Meiryo UI"/>
                <a:ea typeface="Meiryo UI"/>
                <a:cs typeface="Arial"/>
              </a:rPr>
              <a:t>月</a:t>
            </a:r>
            <a:r>
              <a:rPr lang="en-US" altLang="ja-JP" sz="1600" dirty="0">
                <a:latin typeface="Meiryo UI"/>
                <a:ea typeface="Meiryo UI"/>
                <a:cs typeface="Arial"/>
              </a:rPr>
              <a:t>17</a:t>
            </a:r>
            <a:r>
              <a:rPr lang="ja-JP" altLang="en-US" sz="1600" dirty="0">
                <a:latin typeface="Meiryo UI"/>
                <a:ea typeface="Meiryo UI"/>
                <a:cs typeface="Arial"/>
              </a:rPr>
              <a:t>日</a:t>
            </a:r>
          </a:p>
        </p:txBody>
      </p:sp>
      <p:sp>
        <p:nvSpPr>
          <p:cNvPr id="7" name="タイトル 6">
            <a:extLst>
              <a:ext uri="{FF2B5EF4-FFF2-40B4-BE49-F238E27FC236}">
                <a16:creationId xmlns:a16="http://schemas.microsoft.com/office/drawing/2014/main" id="{A41E3CC7-3735-D61B-899E-06302032A5C5}"/>
              </a:ext>
            </a:extLst>
          </p:cNvPr>
          <p:cNvSpPr>
            <a:spLocks noGrp="1"/>
          </p:cNvSpPr>
          <p:nvPr>
            <p:ph type="ctrTitle"/>
          </p:nvPr>
        </p:nvSpPr>
        <p:spPr>
          <a:xfrm>
            <a:off x="466563" y="1530488"/>
            <a:ext cx="4174805" cy="2082523"/>
          </a:xfrm>
        </p:spPr>
        <p:txBody>
          <a:bodyPr vert="horz">
            <a:noAutofit/>
          </a:bodyPr>
          <a:lstStyle/>
          <a:p>
            <a:pPr>
              <a:lnSpc>
                <a:spcPct val="100000"/>
              </a:lnSpc>
            </a:pPr>
            <a:r>
              <a:rPr lang="en-US" altLang="ja-JP" sz="2400" dirty="0">
                <a:latin typeface="Graphik" panose="020B0503030202060203" pitchFamily="34" charset="0"/>
              </a:rPr>
              <a:t>PJ Garuda </a:t>
            </a:r>
            <a:br>
              <a:rPr lang="en-US" altLang="ja-JP" sz="2400" dirty="0">
                <a:latin typeface="Graphik" panose="020B0503030202060203" pitchFamily="34" charset="0"/>
              </a:rPr>
            </a:br>
            <a:br>
              <a:rPr lang="en-US" altLang="ja-JP" sz="2400" dirty="0">
                <a:latin typeface="Graphik" panose="020B0503030202060203" pitchFamily="34" charset="0"/>
              </a:rPr>
            </a:br>
            <a:r>
              <a:rPr lang="en-US" altLang="ja-JP" sz="2400" b="0" dirty="0">
                <a:latin typeface="Graphik" panose="020B0503030202060203" pitchFamily="34" charset="0"/>
              </a:rPr>
              <a:t>Execution Phase</a:t>
            </a:r>
            <a:br>
              <a:rPr lang="en-US" altLang="ja-JP" sz="2400" b="0" dirty="0">
                <a:latin typeface="Graphik" panose="020B0503030202060203" pitchFamily="34" charset="0"/>
              </a:rPr>
            </a:br>
            <a:r>
              <a:rPr lang="en-US" altLang="ja-JP" sz="2400" b="0" dirty="0">
                <a:latin typeface="Graphik" panose="020B0503030202060203" pitchFamily="34" charset="0"/>
              </a:rPr>
              <a:t>Proposal (PMO/FA Additional)</a:t>
            </a:r>
            <a:br>
              <a:rPr lang="en-US" altLang="ja-JP" sz="2400" b="0" dirty="0">
                <a:latin typeface="Graphik" panose="020B0503030202060203" pitchFamily="34" charset="0"/>
              </a:rPr>
            </a:br>
            <a:r>
              <a:rPr lang="en-US" altLang="ja-JP" sz="2400" b="0" dirty="0">
                <a:latin typeface="Graphik" panose="020B0503030202060203" pitchFamily="34" charset="0"/>
              </a:rPr>
              <a:t>(May 2026 – Jul 2026)</a:t>
            </a:r>
            <a:endParaRPr lang="ja-JP" altLang="en-US" sz="2400" b="0" dirty="0">
              <a:latin typeface="Graphik" panose="020B0503030202060203" pitchFamily="34" charset="0"/>
            </a:endParaRPr>
          </a:p>
        </p:txBody>
      </p:sp>
      <p:sp>
        <p:nvSpPr>
          <p:cNvPr id="2" name="テキスト プレースホルダー 1">
            <a:extLst>
              <a:ext uri="{FF2B5EF4-FFF2-40B4-BE49-F238E27FC236}">
                <a16:creationId xmlns:a16="http://schemas.microsoft.com/office/drawing/2014/main" id="{62EA08AF-13FD-D51F-784D-367FA6616D99}"/>
              </a:ext>
            </a:extLst>
          </p:cNvPr>
          <p:cNvSpPr>
            <a:spLocks noGrp="1"/>
          </p:cNvSpPr>
          <p:nvPr>
            <p:ph type="body" sz="quarter" idx="12"/>
          </p:nvPr>
        </p:nvSpPr>
        <p:spPr/>
        <p:txBody>
          <a:bodyPr/>
          <a:lstStyle/>
          <a:p>
            <a:r>
              <a:rPr lang="ja-JP" altLang="en-US" sz="2400"/>
              <a:t>株式会社 三菱</a:t>
            </a:r>
            <a:r>
              <a:rPr lang="en-US" altLang="ja-JP" sz="2400"/>
              <a:t>UFJ</a:t>
            </a:r>
            <a:r>
              <a:rPr lang="ja-JP" altLang="en-US" sz="2400"/>
              <a:t>銀行 御中</a:t>
            </a:r>
          </a:p>
        </p:txBody>
      </p:sp>
      <p:sp>
        <p:nvSpPr>
          <p:cNvPr id="6" name="スライド番号プレースホルダー 5">
            <a:extLst>
              <a:ext uri="{FF2B5EF4-FFF2-40B4-BE49-F238E27FC236}">
                <a16:creationId xmlns:a16="http://schemas.microsoft.com/office/drawing/2014/main" id="{CAD05BE5-8BE0-C197-E449-43C39A450F00}"/>
              </a:ext>
            </a:extLst>
          </p:cNvPr>
          <p:cNvSpPr>
            <a:spLocks noGrp="1"/>
          </p:cNvSpPr>
          <p:nvPr>
            <p:ph type="sldNum" sz="quarter" idx="4294967295"/>
          </p:nvPr>
        </p:nvSpPr>
        <p:spPr>
          <a:xfrm>
            <a:off x="9023350" y="4425950"/>
            <a:ext cx="120650" cy="77788"/>
          </a:xfrm>
          <a:prstGeom prst="rect">
            <a:avLst/>
          </a:prstGeom>
        </p:spPr>
        <p:txBody>
          <a:bodyPr/>
          <a:lstStyle/>
          <a:p>
            <a:pPr algn="r" defTabSz="514350">
              <a:defRPr/>
            </a:pPr>
            <a:fld id="{77C61638-5E20-4DC6-BF5B-02A1B010636D}" type="slidenum">
              <a:rPr lang="en-GB" altLang="ja-JP" sz="450">
                <a:solidFill>
                  <a:srgbClr val="000000"/>
                </a:solidFill>
                <a:latin typeface="Arial"/>
                <a:ea typeface="ＭＳ Ｐゴシック" panose="020B0600070205080204" pitchFamily="50" charset="-128"/>
              </a:rPr>
              <a:pPr algn="r" defTabSz="514350">
                <a:defRPr/>
              </a:pPr>
              <a:t>0</a:t>
            </a:fld>
            <a:endParaRPr lang="en-GB" altLang="ja-JP" sz="450">
              <a:solidFill>
                <a:srgbClr val="000000"/>
              </a:solidFill>
              <a:latin typeface="Arial"/>
              <a:ea typeface="ＭＳ Ｐゴシック" panose="020B0600070205080204" pitchFamily="50" charset="-128"/>
            </a:endParaRPr>
          </a:p>
        </p:txBody>
      </p:sp>
    </p:spTree>
    <p:extLst>
      <p:ext uri="{BB962C8B-B14F-4D97-AF65-F5344CB8AC3E}">
        <p14:creationId xmlns:p14="http://schemas.microsoft.com/office/powerpoint/2010/main" val="1229855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314BF-2BB4-B669-1A3D-2511957F76F7}"/>
            </a:ext>
          </a:extLst>
        </p:cNvPr>
        <p:cNvGrpSpPr/>
        <p:nvPr/>
      </p:nvGrpSpPr>
      <p:grpSpPr>
        <a:xfrm>
          <a:off x="0" y="0"/>
          <a:ext cx="0" cy="0"/>
          <a:chOff x="0" y="0"/>
          <a:chExt cx="0" cy="0"/>
        </a:xfrm>
      </p:grpSpPr>
      <p:sp>
        <p:nvSpPr>
          <p:cNvPr id="11" name="タイトル 10">
            <a:extLst>
              <a:ext uri="{FF2B5EF4-FFF2-40B4-BE49-F238E27FC236}">
                <a16:creationId xmlns:a16="http://schemas.microsoft.com/office/drawing/2014/main" id="{5EEAF932-A1D0-3B3E-F792-EA300BC978C6}"/>
              </a:ext>
            </a:extLst>
          </p:cNvPr>
          <p:cNvSpPr>
            <a:spLocks noGrp="1"/>
          </p:cNvSpPr>
          <p:nvPr>
            <p:ph type="title"/>
          </p:nvPr>
        </p:nvSpPr>
        <p:spPr/>
        <p:txBody>
          <a:bodyPr>
            <a:normAutofit/>
          </a:bodyPr>
          <a:lstStyle/>
          <a:p>
            <a:r>
              <a:rPr lang="ja-JP" altLang="en-US" sz="2400"/>
              <a:t>目次 </a:t>
            </a:r>
            <a:r>
              <a:rPr lang="en-US" altLang="ja-JP" sz="2400"/>
              <a:t>(Agenda)</a:t>
            </a:r>
            <a:endParaRPr lang="ja-JP" altLang="en-US" sz="2400"/>
          </a:p>
        </p:txBody>
      </p:sp>
      <p:sp>
        <p:nvSpPr>
          <p:cNvPr id="6" name="テキスト ボックス 5">
            <a:extLst>
              <a:ext uri="{FF2B5EF4-FFF2-40B4-BE49-F238E27FC236}">
                <a16:creationId xmlns:a16="http://schemas.microsoft.com/office/drawing/2014/main" id="{0A165E3F-5C20-4336-8B5F-BBC0ED71E080}"/>
              </a:ext>
            </a:extLst>
          </p:cNvPr>
          <p:cNvSpPr txBox="1"/>
          <p:nvPr/>
        </p:nvSpPr>
        <p:spPr>
          <a:xfrm>
            <a:off x="1829907" y="1471709"/>
            <a:ext cx="5484186" cy="2200082"/>
          </a:xfrm>
          <a:prstGeom prst="rect">
            <a:avLst/>
          </a:prstGeom>
          <a:noFill/>
        </p:spPr>
        <p:txBody>
          <a:bodyPr wrap="square" lIns="144000" tIns="0" rIns="144000" bIns="0" rtlCol="0">
            <a:noAutofit/>
          </a:bodyPr>
          <a:lstStyle/>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背景・目的 </a:t>
            </a:r>
            <a:r>
              <a:rPr lang="en-US" altLang="ja-JP" sz="2000" b="1">
                <a:latin typeface="Meiryo UI" panose="020B0604030504040204" pitchFamily="50" charset="-128"/>
                <a:ea typeface="Meiryo UI" panose="020B0604030504040204" pitchFamily="50" charset="-128"/>
              </a:rPr>
              <a:t>(Background / Purpose)</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ご支援概要 </a:t>
            </a:r>
            <a:r>
              <a:rPr lang="en-US" altLang="ja-JP" sz="2000" b="1">
                <a:latin typeface="Meiryo UI" panose="020B0604030504040204" pitchFamily="50" charset="-128"/>
                <a:ea typeface="Meiryo UI" panose="020B0604030504040204" pitchFamily="50" charset="-128"/>
              </a:rPr>
              <a:t>(Approach)</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体制案 </a:t>
            </a:r>
            <a:r>
              <a:rPr lang="en-US" altLang="ja-JP" sz="2000" b="1">
                <a:latin typeface="Meiryo UI" panose="020B0604030504040204" pitchFamily="50" charset="-128"/>
                <a:ea typeface="Meiryo UI" panose="020B0604030504040204" pitchFamily="50" charset="-128"/>
              </a:rPr>
              <a:t>(Team Structure)</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報酬価格 </a:t>
            </a:r>
            <a:r>
              <a:rPr lang="en-US" altLang="ja-JP" sz="2000" b="1">
                <a:latin typeface="Meiryo UI" panose="020B0604030504040204" pitchFamily="50" charset="-128"/>
                <a:ea typeface="Meiryo UI" panose="020B0604030504040204" pitchFamily="50" charset="-128"/>
              </a:rPr>
              <a:t>(Commercials)</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統合支援実績 </a:t>
            </a:r>
            <a:r>
              <a:rPr lang="en-US" altLang="ja-JP" sz="2000" b="1">
                <a:latin typeface="Meiryo UI" panose="020B0604030504040204" pitchFamily="50" charset="-128"/>
                <a:ea typeface="Meiryo UI" panose="020B0604030504040204" pitchFamily="50" charset="-128"/>
              </a:rPr>
              <a:t>(Value Proposition)</a:t>
            </a:r>
            <a:endParaRPr lang="ja-JP" altLang="en-US" sz="2000" b="1">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074912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F6925-75B5-3D70-F335-B757385C895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1113576-62EE-C3B9-E313-9A6C4B8F2053}"/>
              </a:ext>
            </a:extLst>
          </p:cNvPr>
          <p:cNvSpPr/>
          <p:nvPr/>
        </p:nvSpPr>
        <p:spPr>
          <a:xfrm>
            <a:off x="1829907" y="1399359"/>
            <a:ext cx="5138706" cy="437322"/>
          </a:xfrm>
          <a:prstGeom prst="rect">
            <a:avLst/>
          </a:prstGeom>
          <a:solidFill>
            <a:srgbClr val="FFFFCC"/>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1000">
              <a:solidFill>
                <a:schemeClr val="tx1"/>
              </a:solidFill>
              <a:latin typeface="Meiryo UI" panose="020B0604030504040204" pitchFamily="50" charset="-128"/>
              <a:ea typeface="Meiryo UI" panose="020B0604030504040204" pitchFamily="50" charset="-128"/>
            </a:endParaRPr>
          </a:p>
        </p:txBody>
      </p:sp>
      <p:sp>
        <p:nvSpPr>
          <p:cNvPr id="11" name="タイトル 10">
            <a:extLst>
              <a:ext uri="{FF2B5EF4-FFF2-40B4-BE49-F238E27FC236}">
                <a16:creationId xmlns:a16="http://schemas.microsoft.com/office/drawing/2014/main" id="{1A07489C-D5C4-EE95-4299-EE2DAAEB0478}"/>
              </a:ext>
            </a:extLst>
          </p:cNvPr>
          <p:cNvSpPr>
            <a:spLocks noGrp="1"/>
          </p:cNvSpPr>
          <p:nvPr>
            <p:ph type="title"/>
          </p:nvPr>
        </p:nvSpPr>
        <p:spPr/>
        <p:txBody>
          <a:bodyPr>
            <a:normAutofit/>
          </a:bodyPr>
          <a:lstStyle/>
          <a:p>
            <a:r>
              <a:rPr lang="ja-JP" altLang="en-US" sz="2400"/>
              <a:t>目次 </a:t>
            </a:r>
            <a:r>
              <a:rPr lang="en-US" altLang="ja-JP" sz="2400"/>
              <a:t>(Agenda)</a:t>
            </a:r>
            <a:endParaRPr lang="ja-JP" altLang="en-US" sz="2400"/>
          </a:p>
        </p:txBody>
      </p:sp>
      <p:sp>
        <p:nvSpPr>
          <p:cNvPr id="6" name="テキスト ボックス 5">
            <a:extLst>
              <a:ext uri="{FF2B5EF4-FFF2-40B4-BE49-F238E27FC236}">
                <a16:creationId xmlns:a16="http://schemas.microsoft.com/office/drawing/2014/main" id="{F7541F8D-E93D-022F-6F3D-61BC65D59A45}"/>
              </a:ext>
            </a:extLst>
          </p:cNvPr>
          <p:cNvSpPr txBox="1"/>
          <p:nvPr/>
        </p:nvSpPr>
        <p:spPr>
          <a:xfrm>
            <a:off x="1829907" y="1471709"/>
            <a:ext cx="5484186" cy="2200082"/>
          </a:xfrm>
          <a:prstGeom prst="rect">
            <a:avLst/>
          </a:prstGeom>
          <a:noFill/>
        </p:spPr>
        <p:txBody>
          <a:bodyPr wrap="square" lIns="144000" tIns="0" rIns="144000" bIns="0" rtlCol="0">
            <a:noAutofit/>
          </a:bodyPr>
          <a:lstStyle/>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背景・目的 </a:t>
            </a:r>
            <a:r>
              <a:rPr lang="en-US" altLang="ja-JP" sz="2000" b="1">
                <a:latin typeface="Meiryo UI" panose="020B0604030504040204" pitchFamily="50" charset="-128"/>
                <a:ea typeface="Meiryo UI" panose="020B0604030504040204" pitchFamily="50" charset="-128"/>
              </a:rPr>
              <a:t>(Background / Purpose)</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ご支援概要 </a:t>
            </a:r>
            <a:r>
              <a:rPr lang="en-US" altLang="ja-JP" sz="2000" b="1">
                <a:latin typeface="Meiryo UI" panose="020B0604030504040204" pitchFamily="50" charset="-128"/>
                <a:ea typeface="Meiryo UI" panose="020B0604030504040204" pitchFamily="50" charset="-128"/>
              </a:rPr>
              <a:t>(Approach)</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体制案 </a:t>
            </a:r>
            <a:r>
              <a:rPr lang="en-US" altLang="ja-JP" sz="2000" b="1">
                <a:latin typeface="Meiryo UI" panose="020B0604030504040204" pitchFamily="50" charset="-128"/>
                <a:ea typeface="Meiryo UI" panose="020B0604030504040204" pitchFamily="50" charset="-128"/>
              </a:rPr>
              <a:t>(Team Structure)</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報酬価格 </a:t>
            </a:r>
            <a:r>
              <a:rPr lang="en-US" altLang="ja-JP" sz="2000" b="1">
                <a:latin typeface="Meiryo UI" panose="020B0604030504040204" pitchFamily="50" charset="-128"/>
                <a:ea typeface="Meiryo UI" panose="020B0604030504040204" pitchFamily="50" charset="-128"/>
              </a:rPr>
              <a:t>(Commercials)</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統合支援実績 </a:t>
            </a:r>
            <a:r>
              <a:rPr lang="en-US" altLang="ja-JP" sz="2000" b="1">
                <a:latin typeface="Meiryo UI" panose="020B0604030504040204" pitchFamily="50" charset="-128"/>
                <a:ea typeface="Meiryo UI" panose="020B0604030504040204" pitchFamily="50" charset="-128"/>
              </a:rPr>
              <a:t>(Value Proposition)</a:t>
            </a:r>
            <a:endParaRPr lang="ja-JP" altLang="en-US" sz="2000" b="1">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878554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A8D95-8B21-F0E3-5B14-00ACAE7446FA}"/>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14BFD0AE-0A8B-D4AC-F0B8-E7E700C0A112}"/>
              </a:ext>
            </a:extLst>
          </p:cNvPr>
          <p:cNvSpPr>
            <a:spLocks noGrp="1"/>
          </p:cNvSpPr>
          <p:nvPr>
            <p:ph type="body" sz="quarter" idx="37"/>
          </p:nvPr>
        </p:nvSpPr>
        <p:spPr>
          <a:xfrm>
            <a:off x="225584" y="729086"/>
            <a:ext cx="8532000" cy="215444"/>
          </a:xfrm>
        </p:spPr>
        <p:txBody>
          <a:bodyPr/>
          <a:lstStyle/>
          <a:p>
            <a:r>
              <a:rPr kumimoji="1" lang="en-US" altLang="ja-JP" sz="1400">
                <a:latin typeface="Graphik" panose="020B0503030202060203" pitchFamily="34" charset="0"/>
              </a:rPr>
              <a:t>Propose support for the Execution Phase in PMO and FA Support.</a:t>
            </a:r>
            <a:endParaRPr kumimoji="1" lang="ja-JP" altLang="en-US" sz="1400">
              <a:latin typeface="Graphik" panose="020B0503030202060203" pitchFamily="34" charset="0"/>
            </a:endParaRPr>
          </a:p>
        </p:txBody>
      </p:sp>
      <p:sp>
        <p:nvSpPr>
          <p:cNvPr id="3" name="テキスト プレースホルダー 2">
            <a:extLst>
              <a:ext uri="{FF2B5EF4-FFF2-40B4-BE49-F238E27FC236}">
                <a16:creationId xmlns:a16="http://schemas.microsoft.com/office/drawing/2014/main" id="{B6519E08-3A0C-3F55-B60E-D7FEE17009E3}"/>
              </a:ext>
            </a:extLst>
          </p:cNvPr>
          <p:cNvSpPr>
            <a:spLocks noGrp="1"/>
          </p:cNvSpPr>
          <p:nvPr>
            <p:ph type="body" sz="quarter" idx="36"/>
          </p:nvPr>
        </p:nvSpPr>
        <p:spPr>
          <a:xfrm>
            <a:off x="225584" y="87890"/>
            <a:ext cx="8532000" cy="215444"/>
          </a:xfrm>
        </p:spPr>
        <p:txBody>
          <a:bodyPr/>
          <a:lstStyle/>
          <a:p>
            <a:r>
              <a:rPr lang="en-US" altLang="ja-JP"/>
              <a:t>1. Background / Purpose</a:t>
            </a:r>
          </a:p>
        </p:txBody>
      </p:sp>
      <p:sp>
        <p:nvSpPr>
          <p:cNvPr id="4" name="タイトル 3">
            <a:extLst>
              <a:ext uri="{FF2B5EF4-FFF2-40B4-BE49-F238E27FC236}">
                <a16:creationId xmlns:a16="http://schemas.microsoft.com/office/drawing/2014/main" id="{FE881ECC-1B70-904D-BFCB-EA178CD68902}"/>
              </a:ext>
            </a:extLst>
          </p:cNvPr>
          <p:cNvSpPr>
            <a:spLocks noGrp="1"/>
          </p:cNvSpPr>
          <p:nvPr>
            <p:ph type="title"/>
          </p:nvPr>
        </p:nvSpPr>
        <p:spPr/>
        <p:txBody>
          <a:bodyPr/>
          <a:lstStyle/>
          <a:p>
            <a:r>
              <a:rPr lang="en-US" altLang="ja-JP">
                <a:latin typeface="Graphik" panose="020B0503030202060203" pitchFamily="34" charset="0"/>
              </a:rPr>
              <a:t>Our Understanding</a:t>
            </a:r>
            <a:endParaRPr kumimoji="1" lang="ja-JP" altLang="en-US">
              <a:latin typeface="Graphik" panose="020B0503030202060203" pitchFamily="34" charset="0"/>
            </a:endParaRPr>
          </a:p>
        </p:txBody>
      </p:sp>
      <p:sp>
        <p:nvSpPr>
          <p:cNvPr id="24" name="矢印: 五方向 31">
            <a:extLst>
              <a:ext uri="{FF2B5EF4-FFF2-40B4-BE49-F238E27FC236}">
                <a16:creationId xmlns:a16="http://schemas.microsoft.com/office/drawing/2014/main" id="{DBA6910E-7A1E-8423-5D55-35AACC7017A7}"/>
              </a:ext>
            </a:extLst>
          </p:cNvPr>
          <p:cNvSpPr/>
          <p:nvPr/>
        </p:nvSpPr>
        <p:spPr>
          <a:xfrm>
            <a:off x="198082" y="1094142"/>
            <a:ext cx="4663477" cy="3752822"/>
          </a:xfrm>
          <a:prstGeom prst="homePlate">
            <a:avLst>
              <a:gd name="adj" fmla="val 7060"/>
            </a:avLst>
          </a:prstGeom>
          <a:noFill/>
          <a:ln w="6350" cap="flat" cmpd="sng" algn="ctr">
            <a:solidFill>
              <a:schemeClr val="accent6"/>
            </a:solidFill>
            <a:prstDash val="solid"/>
            <a:miter lim="800000"/>
          </a:ln>
          <a:effectLst/>
        </p:spPr>
        <p:txBody>
          <a:bodyPr rot="0" spcFirstLastPara="0" vertOverflow="overflow" horzOverflow="overflow" vert="horz" wrap="square" lIns="54000" tIns="54000" rIns="54000" bIns="54000" numCol="1" spcCol="0" rtlCol="0" fromWordArt="0" anchor="t" anchorCtr="0" forceAA="0" compatLnSpc="1">
            <a:prstTxWarp prst="textNoShape">
              <a:avLst/>
            </a:prstTxWarp>
            <a:noAutofit/>
          </a:bodyPr>
          <a:lstStyle/>
          <a:p>
            <a:pPr defTabSz="685800">
              <a:spcBef>
                <a:spcPts val="450"/>
              </a:spcBef>
              <a:buClr>
                <a:prstClr val="black"/>
              </a:buClr>
              <a:tabLst>
                <a:tab pos="135731" algn="l"/>
              </a:tabLst>
              <a:defRPr/>
            </a:pPr>
            <a:endParaRPr lang="ja-JP" altLang="en-US" sz="1200" kern="0" err="1">
              <a:solidFill>
                <a:prstClr val="black"/>
              </a:solidFill>
              <a:latin typeface="Calibri" panose="020F0502020204030204" pitchFamily="34" charset="0"/>
              <a:ea typeface="Meiryo UI"/>
              <a:cs typeface="Calibri" panose="020F0502020204030204" pitchFamily="34" charset="0"/>
            </a:endParaRPr>
          </a:p>
        </p:txBody>
      </p:sp>
      <p:cxnSp>
        <p:nvCxnSpPr>
          <p:cNvPr id="25" name="直線コネクタ 33">
            <a:extLst>
              <a:ext uri="{FF2B5EF4-FFF2-40B4-BE49-F238E27FC236}">
                <a16:creationId xmlns:a16="http://schemas.microsoft.com/office/drawing/2014/main" id="{1B0AF8B6-BEA7-EAB6-83DB-6FB991F50E78}"/>
              </a:ext>
            </a:extLst>
          </p:cNvPr>
          <p:cNvCxnSpPr>
            <a:cxnSpLocks/>
          </p:cNvCxnSpPr>
          <p:nvPr/>
        </p:nvCxnSpPr>
        <p:spPr>
          <a:xfrm>
            <a:off x="333984" y="1378352"/>
            <a:ext cx="4127976" cy="0"/>
          </a:xfrm>
          <a:prstGeom prst="line">
            <a:avLst/>
          </a:prstGeom>
          <a:noFill/>
          <a:ln w="9525" cap="flat" cmpd="sng" algn="ctr">
            <a:solidFill>
              <a:srgbClr val="FFFFFF">
                <a:lumMod val="50000"/>
              </a:srgbClr>
            </a:solidFill>
            <a:prstDash val="solid"/>
          </a:ln>
          <a:effectLst/>
        </p:spPr>
      </p:cxnSp>
      <p:sp>
        <p:nvSpPr>
          <p:cNvPr id="26" name="コンテンツ プレースホルダー 2">
            <a:extLst>
              <a:ext uri="{FF2B5EF4-FFF2-40B4-BE49-F238E27FC236}">
                <a16:creationId xmlns:a16="http://schemas.microsoft.com/office/drawing/2014/main" id="{C4F46CF7-F687-C595-7E71-6A0F1DB391FB}"/>
              </a:ext>
            </a:extLst>
          </p:cNvPr>
          <p:cNvSpPr txBox="1">
            <a:spLocks/>
          </p:cNvSpPr>
          <p:nvPr/>
        </p:nvSpPr>
        <p:spPr bwMode="auto">
          <a:xfrm>
            <a:off x="333984" y="1184220"/>
            <a:ext cx="4127976" cy="158081"/>
          </a:xfrm>
          <a:prstGeom prst="rect">
            <a:avLst/>
          </a:prstGeom>
          <a:noFill/>
          <a:ln w="9525">
            <a:noFill/>
            <a:miter lim="800000"/>
            <a:headEnd/>
            <a:tailEnd/>
          </a:ln>
        </p:spPr>
        <p:txBody>
          <a:bodyPr vert="horz" wrap="square" lIns="68580" tIns="34290" rIns="68580" bIns="34290" numCol="1" anchor="ctr" anchorCtr="0" compatLnSpc="1">
            <a:prstTxWarp prst="textNoShape">
              <a:avLst/>
            </a:prstTxWarp>
          </a:bodyPr>
          <a:lstStyle>
            <a:lvl1pPr marL="0" indent="0" algn="l" rtl="0" eaLnBrk="1" fontAlgn="base" hangingPunct="1">
              <a:spcBef>
                <a:spcPct val="10000"/>
              </a:spcBef>
              <a:spcAft>
                <a:spcPct val="10000"/>
              </a:spcAft>
              <a:buClr>
                <a:schemeClr val="tx2"/>
              </a:buClr>
              <a:buFont typeface="Wingdings" pitchFamily="2" charset="2"/>
              <a:buNone/>
              <a:defRPr kumimoji="1" sz="1800" b="0" baseline="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666750" indent="-193675" algn="l" rtl="0" eaLnBrk="1" fontAlgn="base" hangingPunct="1">
              <a:spcBef>
                <a:spcPct val="10000"/>
              </a:spcBef>
              <a:spcAft>
                <a:spcPct val="10000"/>
              </a:spcAft>
              <a:buClr>
                <a:schemeClr val="tx2"/>
              </a:buClr>
              <a:buFont typeface="ＭＳ ゴシック" pitchFamily="49" charset="-128"/>
              <a:buChar char="‐"/>
              <a:defRPr kumimoji="1" sz="1200" b="0" baseline="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1143000" indent="-195263" algn="l" rtl="0" eaLnBrk="1" fontAlgn="base" hangingPunct="1">
              <a:spcBef>
                <a:spcPct val="10000"/>
              </a:spcBef>
              <a:spcAft>
                <a:spcPct val="10000"/>
              </a:spcAft>
              <a:buClr>
                <a:schemeClr val="tx2"/>
              </a:buClr>
              <a:buFont typeface="Wingdings" pitchFamily="2" charset="2"/>
              <a:buChar char="l"/>
              <a:defRPr kumimoji="1" sz="1100" b="0" baseline="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3pPr>
            <a:lvl4pPr marL="1514475" indent="-180975" algn="l" rtl="0" eaLnBrk="1" fontAlgn="base" hangingPunct="1">
              <a:spcBef>
                <a:spcPct val="10000"/>
              </a:spcBef>
              <a:spcAft>
                <a:spcPct val="10000"/>
              </a:spcAft>
              <a:buClr>
                <a:schemeClr val="tx2"/>
              </a:buClr>
              <a:buFont typeface="ＭＳ ゴシック" pitchFamily="49" charset="-128"/>
              <a:buChar char="‐"/>
              <a:defRPr kumimoji="1" sz="1100" b="0" baseline="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4pPr>
            <a:lvl5pPr marL="1897063" indent="-192088" algn="l" rtl="0" eaLnBrk="1" fontAlgn="base" hangingPunct="1">
              <a:spcBef>
                <a:spcPct val="10000"/>
              </a:spcBef>
              <a:spcAft>
                <a:spcPct val="10000"/>
              </a:spcAft>
              <a:buClr>
                <a:schemeClr val="tx2"/>
              </a:buClr>
              <a:buFont typeface="Wingdings" pitchFamily="2" charset="2"/>
              <a:buChar char="l"/>
              <a:defRPr kumimoji="1" sz="1050" b="0" baseline="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5pPr>
            <a:lvl6pPr marL="2354263" indent="-192088" algn="l" rtl="0" eaLnBrk="1" fontAlgn="base" hangingPunct="1">
              <a:spcBef>
                <a:spcPct val="10000"/>
              </a:spcBef>
              <a:spcAft>
                <a:spcPct val="10000"/>
              </a:spcAft>
              <a:buClr>
                <a:schemeClr val="tx2"/>
              </a:buClr>
              <a:buFont typeface="Wingdings" pitchFamily="2" charset="2"/>
              <a:buChar char="l"/>
              <a:defRPr kumimoji="1" sz="1400" b="1">
                <a:solidFill>
                  <a:schemeClr val="tx1"/>
                </a:solidFill>
                <a:latin typeface="+mn-lt"/>
                <a:ea typeface="+mn-ea"/>
              </a:defRPr>
            </a:lvl6pPr>
            <a:lvl7pPr marL="2811463" indent="-192088" algn="l" rtl="0" eaLnBrk="1" fontAlgn="base" hangingPunct="1">
              <a:spcBef>
                <a:spcPct val="10000"/>
              </a:spcBef>
              <a:spcAft>
                <a:spcPct val="10000"/>
              </a:spcAft>
              <a:buClr>
                <a:schemeClr val="tx2"/>
              </a:buClr>
              <a:buFont typeface="Wingdings" pitchFamily="2" charset="2"/>
              <a:buChar char="l"/>
              <a:defRPr kumimoji="1" sz="1400" b="1">
                <a:solidFill>
                  <a:schemeClr val="tx1"/>
                </a:solidFill>
                <a:latin typeface="+mn-lt"/>
                <a:ea typeface="+mn-ea"/>
              </a:defRPr>
            </a:lvl7pPr>
            <a:lvl8pPr marL="3268663" indent="-192088" algn="l" rtl="0" eaLnBrk="1" fontAlgn="base" hangingPunct="1">
              <a:spcBef>
                <a:spcPct val="10000"/>
              </a:spcBef>
              <a:spcAft>
                <a:spcPct val="10000"/>
              </a:spcAft>
              <a:buClr>
                <a:schemeClr val="tx2"/>
              </a:buClr>
              <a:buFont typeface="Wingdings" pitchFamily="2" charset="2"/>
              <a:buChar char="l"/>
              <a:defRPr kumimoji="1" sz="1400" b="1">
                <a:solidFill>
                  <a:schemeClr val="tx1"/>
                </a:solidFill>
                <a:latin typeface="+mn-lt"/>
                <a:ea typeface="+mn-ea"/>
              </a:defRPr>
            </a:lvl8pPr>
            <a:lvl9pPr marL="3725863" indent="-192088" algn="l" rtl="0" eaLnBrk="1" fontAlgn="base" hangingPunct="1">
              <a:spcBef>
                <a:spcPct val="10000"/>
              </a:spcBef>
              <a:spcAft>
                <a:spcPct val="10000"/>
              </a:spcAft>
              <a:buClr>
                <a:schemeClr val="tx2"/>
              </a:buClr>
              <a:buFont typeface="Wingdings" pitchFamily="2" charset="2"/>
              <a:buChar char="l"/>
              <a:defRPr kumimoji="1" sz="1400" b="1">
                <a:solidFill>
                  <a:schemeClr val="tx1"/>
                </a:solidFill>
                <a:latin typeface="+mn-lt"/>
                <a:ea typeface="+mn-ea"/>
              </a:defRPr>
            </a:lvl9pPr>
          </a:lstStyle>
          <a:p>
            <a:pPr algn="ctr" defTabSz="685800">
              <a:buClr>
                <a:srgbClr val="000000"/>
              </a:buClr>
              <a:defRPr/>
            </a:pPr>
            <a:r>
              <a:rPr lang="en-US" altLang="ja-JP" sz="1200" b="1" kern="0">
                <a:solidFill>
                  <a:srgbClr val="000000"/>
                </a:solidFill>
                <a:latin typeface="Calibri" panose="020F0502020204030204" pitchFamily="34" charset="0"/>
                <a:ea typeface="Calibri" panose="020F0502020204030204" pitchFamily="34" charset="0"/>
                <a:cs typeface="Calibri" panose="020F0502020204030204" pitchFamily="34" charset="0"/>
              </a:rPr>
              <a:t>Background</a:t>
            </a:r>
          </a:p>
        </p:txBody>
      </p:sp>
      <p:sp>
        <p:nvSpPr>
          <p:cNvPr id="27" name="正方形/長方形 35">
            <a:extLst>
              <a:ext uri="{FF2B5EF4-FFF2-40B4-BE49-F238E27FC236}">
                <a16:creationId xmlns:a16="http://schemas.microsoft.com/office/drawing/2014/main" id="{6BEA2951-0975-C89B-C2D4-8F1F6181C2F5}"/>
              </a:ext>
            </a:extLst>
          </p:cNvPr>
          <p:cNvSpPr/>
          <p:nvPr/>
        </p:nvSpPr>
        <p:spPr>
          <a:xfrm>
            <a:off x="333984" y="1432381"/>
            <a:ext cx="4127976" cy="3197306"/>
          </a:xfrm>
          <a:prstGeom prst="rect">
            <a:avLst/>
          </a:prstGeom>
          <a:noFill/>
          <a:ln w="6350" cap="flat" cmpd="sng" algn="ctr">
            <a:noFill/>
            <a:prstDash val="solid"/>
            <a:miter lim="800000"/>
          </a:ln>
          <a:effectLst/>
        </p:spPr>
        <p:txBody>
          <a:bodyPr rot="0" spcFirstLastPara="0" vertOverflow="overflow" horzOverflow="overflow" vert="horz" wrap="square" lIns="27000" tIns="54000" rIns="27000" bIns="54000" numCol="1" spcCol="0" rtlCol="0" fromWordArt="0" anchor="t" anchorCtr="0" forceAA="0" compatLnSpc="1">
            <a:prstTxWarp prst="textNoShape">
              <a:avLst/>
            </a:prstTxWarp>
            <a:noAutofit/>
          </a:bodyPr>
          <a:lstStyle/>
          <a:p>
            <a:pPr defTabSz="685800">
              <a:spcBef>
                <a:spcPts val="600"/>
              </a:spcBef>
              <a:buClr>
                <a:prstClr val="black"/>
              </a:buClr>
              <a:tabLst>
                <a:tab pos="135731" algn="l"/>
              </a:tabLst>
              <a:defRPr/>
            </a:pPr>
            <a:r>
              <a:rPr lang="en-US" altLang="ja-JP" sz="1200" kern="0">
                <a:solidFill>
                  <a:prstClr val="black"/>
                </a:solidFill>
                <a:effectLst/>
                <a:latin typeface="Calibri" panose="020F0502020204030204" pitchFamily="34" charset="0"/>
                <a:ea typeface="Calibri" panose="020F0502020204030204" pitchFamily="34" charset="0"/>
                <a:cs typeface="Calibri" panose="020F0502020204030204" pitchFamily="34" charset="0"/>
              </a:rPr>
              <a:t>At the Steering Committee and Executive Management Meeting in March 2026, it was agreed to move the project into the Execution Phase. Based on this, our understanding is that detailed execution planning </a:t>
            </a:r>
            <a:r>
              <a:rPr lang="en-US" altLang="ja-JP" sz="1200" kern="0">
                <a:solidFill>
                  <a:prstClr val="black"/>
                </a:solidFill>
                <a:latin typeface="Calibri" panose="020F0502020204030204" pitchFamily="34" charset="0"/>
                <a:ea typeface="Calibri" panose="020F0502020204030204" pitchFamily="34" charset="0"/>
                <a:cs typeface="Calibri" panose="020F0502020204030204" pitchFamily="34" charset="0"/>
              </a:rPr>
              <a:t>will be done </a:t>
            </a:r>
            <a:r>
              <a:rPr lang="en-US" altLang="ja-JP" sz="1200" kern="0">
                <a:solidFill>
                  <a:prstClr val="black"/>
                </a:solidFill>
                <a:effectLst/>
                <a:latin typeface="Calibri" panose="020F0502020204030204" pitchFamily="34" charset="0"/>
                <a:ea typeface="Calibri" panose="020F0502020204030204" pitchFamily="34" charset="0"/>
                <a:cs typeface="Calibri" panose="020F0502020204030204" pitchFamily="34" charset="0"/>
              </a:rPr>
              <a:t>between April and July 2026.</a:t>
            </a:r>
          </a:p>
          <a:p>
            <a:pPr marL="171450" indent="-171450" defTabSz="685800">
              <a:spcBef>
                <a:spcPts val="600"/>
              </a:spcBef>
              <a:buClr>
                <a:prstClr val="black"/>
              </a:buClr>
              <a:buFont typeface="Arial" panose="020B0604020202020204" pitchFamily="34" charset="0"/>
              <a:buChar char="•"/>
              <a:tabLst>
                <a:tab pos="135731" algn="l"/>
              </a:tabLst>
              <a:defRPr/>
            </a:pPr>
            <a:r>
              <a:rPr lang="en-US" altLang="ja-JP" sz="1200" b="1" kern="0">
                <a:solidFill>
                  <a:prstClr val="black"/>
                </a:solidFill>
                <a:effectLst/>
                <a:latin typeface="Calibri" panose="020F0502020204030204" pitchFamily="34" charset="0"/>
                <a:ea typeface="Calibri" panose="020F0502020204030204" pitchFamily="34" charset="0"/>
                <a:cs typeface="Calibri" panose="020F0502020204030204" pitchFamily="34" charset="0"/>
              </a:rPr>
              <a:t>Detailing of the Execution Plan </a:t>
            </a:r>
            <a:r>
              <a:rPr lang="en-US" altLang="ja-JP" sz="1200" kern="0">
                <a:solidFill>
                  <a:prstClr val="black"/>
                </a:solidFill>
                <a:effectLst/>
                <a:latin typeface="Calibri" panose="020F0502020204030204" pitchFamily="34" charset="0"/>
                <a:ea typeface="Calibri" panose="020F0502020204030204" pitchFamily="34" charset="0"/>
                <a:cs typeface="Calibri" panose="020F0502020204030204" pitchFamily="34" charset="0"/>
              </a:rPr>
              <a:t>– </a:t>
            </a:r>
            <a:r>
              <a:rPr lang="en-US" altLang="ja-JP" sz="1200" kern="0">
                <a:solidFill>
                  <a:prstClr val="black"/>
                </a:solidFill>
                <a:latin typeface="Calibri" panose="020F0502020204030204" pitchFamily="34" charset="0"/>
                <a:ea typeface="Calibri" panose="020F0502020204030204" pitchFamily="34" charset="0"/>
                <a:cs typeface="Calibri" panose="020F0502020204030204" pitchFamily="34" charset="0"/>
              </a:rPr>
              <a:t>the key objective is to refine project costs and finalize the master schedule prior to the Executive</a:t>
            </a:r>
            <a:r>
              <a:rPr lang="en-US" altLang="ja-JP" sz="1200" kern="0">
                <a:solidFill>
                  <a:prstClr val="black"/>
                </a:solidFill>
                <a:effectLst/>
                <a:latin typeface="Calibri" panose="020F0502020204030204" pitchFamily="34" charset="0"/>
                <a:ea typeface="Calibri" panose="020F0502020204030204" pitchFamily="34" charset="0"/>
                <a:cs typeface="Calibri" panose="020F0502020204030204" pitchFamily="34" charset="0"/>
              </a:rPr>
              <a:t> Management Meeting in July.</a:t>
            </a:r>
          </a:p>
          <a:p>
            <a:pPr marL="171450" indent="-171450" defTabSz="685800">
              <a:spcBef>
                <a:spcPts val="600"/>
              </a:spcBef>
              <a:buClr>
                <a:prstClr val="black"/>
              </a:buClr>
              <a:buFont typeface="Arial" panose="020B0604020202020204" pitchFamily="34" charset="0"/>
              <a:buChar char="•"/>
              <a:tabLst>
                <a:tab pos="135731" algn="l"/>
              </a:tabLst>
              <a:defRPr/>
            </a:pPr>
            <a:r>
              <a:rPr lang="en-US" altLang="ja-JP" sz="1200" b="1" kern="0">
                <a:solidFill>
                  <a:prstClr val="black"/>
                </a:solidFill>
                <a:effectLst/>
                <a:latin typeface="Calibri" panose="020F0502020204030204" pitchFamily="34" charset="0"/>
                <a:ea typeface="Calibri" panose="020F0502020204030204" pitchFamily="34" charset="0"/>
                <a:cs typeface="Calibri" panose="020F0502020204030204" pitchFamily="34" charset="0"/>
              </a:rPr>
              <a:t>Establishment of the Execution Phase structure </a:t>
            </a:r>
            <a:r>
              <a:rPr lang="en-US" altLang="ja-JP" sz="1200" kern="0">
                <a:solidFill>
                  <a:prstClr val="black"/>
                </a:solidFill>
                <a:effectLst/>
                <a:latin typeface="Calibri" panose="020F0502020204030204" pitchFamily="34" charset="0"/>
                <a:ea typeface="Calibri" panose="020F0502020204030204" pitchFamily="34" charset="0"/>
                <a:cs typeface="Calibri" panose="020F0502020204030204" pitchFamily="34" charset="0"/>
              </a:rPr>
              <a:t>– A voluntary disclosure is being planned for May. Following this, the project will shift to a structure that involves all employees of JKT Branch and BDI. In addition, from June, communications to customers and obtaining consent will commence. The project will move into a full-fledged Execution Phase structure involving both internal and external stakeholders.</a:t>
            </a:r>
            <a:endParaRPr lang="en-US" altLang="ja-JP" sz="1200" kern="0">
              <a:solidFill>
                <a:prstClr val="black"/>
              </a:solidFill>
              <a:latin typeface="Calibri" panose="020F0502020204030204" pitchFamily="34" charset="0"/>
              <a:ea typeface="Calibri" panose="020F0502020204030204" pitchFamily="34" charset="0"/>
              <a:cs typeface="Calibri" panose="020F0502020204030204" pitchFamily="34" charset="0"/>
            </a:endParaRPr>
          </a:p>
        </p:txBody>
      </p:sp>
      <p:grpSp>
        <p:nvGrpSpPr>
          <p:cNvPr id="28" name="Group 27">
            <a:extLst>
              <a:ext uri="{FF2B5EF4-FFF2-40B4-BE49-F238E27FC236}">
                <a16:creationId xmlns:a16="http://schemas.microsoft.com/office/drawing/2014/main" id="{3276D16B-B1A7-48C7-74DC-0D42E7D44270}"/>
              </a:ext>
            </a:extLst>
          </p:cNvPr>
          <p:cNvGrpSpPr/>
          <p:nvPr/>
        </p:nvGrpSpPr>
        <p:grpSpPr>
          <a:xfrm>
            <a:off x="5189220" y="1184220"/>
            <a:ext cx="3827798" cy="194132"/>
            <a:chOff x="4409366" y="1205369"/>
            <a:chExt cx="4042806" cy="194132"/>
          </a:xfrm>
        </p:grpSpPr>
        <p:cxnSp>
          <p:nvCxnSpPr>
            <p:cNvPr id="29" name="直線コネクタ 37">
              <a:extLst>
                <a:ext uri="{FF2B5EF4-FFF2-40B4-BE49-F238E27FC236}">
                  <a16:creationId xmlns:a16="http://schemas.microsoft.com/office/drawing/2014/main" id="{9AE08E7E-1999-BCE6-8963-48EE7488AB88}"/>
                </a:ext>
              </a:extLst>
            </p:cNvPr>
            <p:cNvCxnSpPr>
              <a:cxnSpLocks/>
            </p:cNvCxnSpPr>
            <p:nvPr/>
          </p:nvCxnSpPr>
          <p:spPr>
            <a:xfrm>
              <a:off x="4415284" y="1399501"/>
              <a:ext cx="4030164" cy="0"/>
            </a:xfrm>
            <a:prstGeom prst="line">
              <a:avLst/>
            </a:prstGeom>
            <a:noFill/>
            <a:ln w="9525" cap="flat" cmpd="sng" algn="ctr">
              <a:solidFill>
                <a:srgbClr val="FFFFFF">
                  <a:lumMod val="50000"/>
                </a:srgbClr>
              </a:solidFill>
              <a:prstDash val="solid"/>
            </a:ln>
            <a:effectLst/>
          </p:spPr>
        </p:cxnSp>
        <p:sp>
          <p:nvSpPr>
            <p:cNvPr id="30" name="コンテンツ プレースホルダー 2">
              <a:extLst>
                <a:ext uri="{FF2B5EF4-FFF2-40B4-BE49-F238E27FC236}">
                  <a16:creationId xmlns:a16="http://schemas.microsoft.com/office/drawing/2014/main" id="{3729A308-74F5-B412-A882-07BE817D7F5F}"/>
                </a:ext>
              </a:extLst>
            </p:cNvPr>
            <p:cNvSpPr txBox="1">
              <a:spLocks/>
            </p:cNvSpPr>
            <p:nvPr/>
          </p:nvSpPr>
          <p:spPr bwMode="auto">
            <a:xfrm>
              <a:off x="4409366" y="1205369"/>
              <a:ext cx="4042806" cy="158081"/>
            </a:xfrm>
            <a:prstGeom prst="rect">
              <a:avLst/>
            </a:prstGeom>
            <a:noFill/>
            <a:ln w="9525">
              <a:noFill/>
              <a:miter lim="800000"/>
              <a:headEnd/>
              <a:tailEnd/>
            </a:ln>
          </p:spPr>
          <p:txBody>
            <a:bodyPr vert="horz" wrap="square" lIns="68580" tIns="34290" rIns="68580" bIns="34290" numCol="1" anchor="ctr" anchorCtr="0" compatLnSpc="1">
              <a:prstTxWarp prst="textNoShape">
                <a:avLst/>
              </a:prstTxWarp>
            </a:bodyPr>
            <a:lstStyle>
              <a:lvl1pPr marL="0" indent="0" algn="l" rtl="0" eaLnBrk="1" fontAlgn="base" hangingPunct="1">
                <a:spcBef>
                  <a:spcPct val="10000"/>
                </a:spcBef>
                <a:spcAft>
                  <a:spcPct val="10000"/>
                </a:spcAft>
                <a:buClr>
                  <a:schemeClr val="tx2"/>
                </a:buClr>
                <a:buFont typeface="Wingdings" pitchFamily="2" charset="2"/>
                <a:buNone/>
                <a:defRPr kumimoji="1" sz="1800" b="0" baseline="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666750" indent="-193675" algn="l" rtl="0" eaLnBrk="1" fontAlgn="base" hangingPunct="1">
                <a:spcBef>
                  <a:spcPct val="10000"/>
                </a:spcBef>
                <a:spcAft>
                  <a:spcPct val="10000"/>
                </a:spcAft>
                <a:buClr>
                  <a:schemeClr val="tx2"/>
                </a:buClr>
                <a:buFont typeface="ＭＳ ゴシック" pitchFamily="49" charset="-128"/>
                <a:buChar char="‐"/>
                <a:defRPr kumimoji="1" sz="1200" b="0" baseline="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1143000" indent="-195263" algn="l" rtl="0" eaLnBrk="1" fontAlgn="base" hangingPunct="1">
                <a:spcBef>
                  <a:spcPct val="10000"/>
                </a:spcBef>
                <a:spcAft>
                  <a:spcPct val="10000"/>
                </a:spcAft>
                <a:buClr>
                  <a:schemeClr val="tx2"/>
                </a:buClr>
                <a:buFont typeface="Wingdings" pitchFamily="2" charset="2"/>
                <a:buChar char="l"/>
                <a:defRPr kumimoji="1" sz="1100" b="0" baseline="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3pPr>
              <a:lvl4pPr marL="1514475" indent="-180975" algn="l" rtl="0" eaLnBrk="1" fontAlgn="base" hangingPunct="1">
                <a:spcBef>
                  <a:spcPct val="10000"/>
                </a:spcBef>
                <a:spcAft>
                  <a:spcPct val="10000"/>
                </a:spcAft>
                <a:buClr>
                  <a:schemeClr val="tx2"/>
                </a:buClr>
                <a:buFont typeface="ＭＳ ゴシック" pitchFamily="49" charset="-128"/>
                <a:buChar char="‐"/>
                <a:defRPr kumimoji="1" sz="1100" b="0" baseline="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4pPr>
              <a:lvl5pPr marL="1897063" indent="-192088" algn="l" rtl="0" eaLnBrk="1" fontAlgn="base" hangingPunct="1">
                <a:spcBef>
                  <a:spcPct val="10000"/>
                </a:spcBef>
                <a:spcAft>
                  <a:spcPct val="10000"/>
                </a:spcAft>
                <a:buClr>
                  <a:schemeClr val="tx2"/>
                </a:buClr>
                <a:buFont typeface="Wingdings" pitchFamily="2" charset="2"/>
                <a:buChar char="l"/>
                <a:defRPr kumimoji="1" sz="1050" b="0" baseline="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5pPr>
              <a:lvl6pPr marL="2354263" indent="-192088" algn="l" rtl="0" eaLnBrk="1" fontAlgn="base" hangingPunct="1">
                <a:spcBef>
                  <a:spcPct val="10000"/>
                </a:spcBef>
                <a:spcAft>
                  <a:spcPct val="10000"/>
                </a:spcAft>
                <a:buClr>
                  <a:schemeClr val="tx2"/>
                </a:buClr>
                <a:buFont typeface="Wingdings" pitchFamily="2" charset="2"/>
                <a:buChar char="l"/>
                <a:defRPr kumimoji="1" sz="1400" b="1">
                  <a:solidFill>
                    <a:schemeClr val="tx1"/>
                  </a:solidFill>
                  <a:latin typeface="+mn-lt"/>
                  <a:ea typeface="+mn-ea"/>
                </a:defRPr>
              </a:lvl6pPr>
              <a:lvl7pPr marL="2811463" indent="-192088" algn="l" rtl="0" eaLnBrk="1" fontAlgn="base" hangingPunct="1">
                <a:spcBef>
                  <a:spcPct val="10000"/>
                </a:spcBef>
                <a:spcAft>
                  <a:spcPct val="10000"/>
                </a:spcAft>
                <a:buClr>
                  <a:schemeClr val="tx2"/>
                </a:buClr>
                <a:buFont typeface="Wingdings" pitchFamily="2" charset="2"/>
                <a:buChar char="l"/>
                <a:defRPr kumimoji="1" sz="1400" b="1">
                  <a:solidFill>
                    <a:schemeClr val="tx1"/>
                  </a:solidFill>
                  <a:latin typeface="+mn-lt"/>
                  <a:ea typeface="+mn-ea"/>
                </a:defRPr>
              </a:lvl7pPr>
              <a:lvl8pPr marL="3268663" indent="-192088" algn="l" rtl="0" eaLnBrk="1" fontAlgn="base" hangingPunct="1">
                <a:spcBef>
                  <a:spcPct val="10000"/>
                </a:spcBef>
                <a:spcAft>
                  <a:spcPct val="10000"/>
                </a:spcAft>
                <a:buClr>
                  <a:schemeClr val="tx2"/>
                </a:buClr>
                <a:buFont typeface="Wingdings" pitchFamily="2" charset="2"/>
                <a:buChar char="l"/>
                <a:defRPr kumimoji="1" sz="1400" b="1">
                  <a:solidFill>
                    <a:schemeClr val="tx1"/>
                  </a:solidFill>
                  <a:latin typeface="+mn-lt"/>
                  <a:ea typeface="+mn-ea"/>
                </a:defRPr>
              </a:lvl8pPr>
              <a:lvl9pPr marL="3725863" indent="-192088" algn="l" rtl="0" eaLnBrk="1" fontAlgn="base" hangingPunct="1">
                <a:spcBef>
                  <a:spcPct val="10000"/>
                </a:spcBef>
                <a:spcAft>
                  <a:spcPct val="10000"/>
                </a:spcAft>
                <a:buClr>
                  <a:schemeClr val="tx2"/>
                </a:buClr>
                <a:buFont typeface="Wingdings" pitchFamily="2" charset="2"/>
                <a:buChar char="l"/>
                <a:defRPr kumimoji="1" sz="1400" b="1">
                  <a:solidFill>
                    <a:schemeClr val="tx1"/>
                  </a:solidFill>
                  <a:latin typeface="+mn-lt"/>
                  <a:ea typeface="+mn-ea"/>
                </a:defRPr>
              </a:lvl9pPr>
            </a:lstStyle>
            <a:p>
              <a:pPr algn="ctr" defTabSz="685800">
                <a:buClr>
                  <a:srgbClr val="000000"/>
                </a:buClr>
                <a:defRPr/>
              </a:pPr>
              <a:r>
                <a:rPr lang="en-US" altLang="ja-JP" sz="1200" b="1" kern="0">
                  <a:solidFill>
                    <a:srgbClr val="000000"/>
                  </a:solidFill>
                  <a:latin typeface="Calibri" panose="020F0502020204030204" pitchFamily="34" charset="0"/>
                  <a:ea typeface="Calibri" panose="020F0502020204030204" pitchFamily="34" charset="0"/>
                  <a:cs typeface="Calibri" panose="020F0502020204030204" pitchFamily="34" charset="0"/>
                </a:rPr>
                <a:t>Proposed Support</a:t>
              </a:r>
            </a:p>
          </p:txBody>
        </p:sp>
      </p:grpSp>
      <p:sp>
        <p:nvSpPr>
          <p:cNvPr id="31" name="正方形/長方形 39">
            <a:extLst>
              <a:ext uri="{FF2B5EF4-FFF2-40B4-BE49-F238E27FC236}">
                <a16:creationId xmlns:a16="http://schemas.microsoft.com/office/drawing/2014/main" id="{0503D49F-7E07-07FD-22D2-DE14B5465132}"/>
              </a:ext>
            </a:extLst>
          </p:cNvPr>
          <p:cNvSpPr/>
          <p:nvPr/>
        </p:nvSpPr>
        <p:spPr>
          <a:xfrm>
            <a:off x="5189220" y="1432380"/>
            <a:ext cx="3827798" cy="3530599"/>
          </a:xfrm>
          <a:prstGeom prst="rect">
            <a:avLst/>
          </a:prstGeom>
          <a:noFill/>
          <a:ln w="6350" cap="flat" cmpd="sng" algn="ctr">
            <a:noFill/>
            <a:prstDash val="solid"/>
            <a:miter lim="800000"/>
          </a:ln>
          <a:effectLst/>
        </p:spPr>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defTabSz="685800">
              <a:buClr>
                <a:prstClr val="black"/>
              </a:buClr>
              <a:tabLst>
                <a:tab pos="0" algn="l"/>
              </a:tabLst>
              <a:defRPr/>
            </a:pPr>
            <a:r>
              <a:rPr lang="en-US" altLang="ja-JP" sz="1200" kern="0" dirty="0">
                <a:latin typeface="Calibri" panose="020F0502020204030204" pitchFamily="34" charset="0"/>
                <a:ea typeface="Calibri" panose="020F0502020204030204" pitchFamily="34" charset="0"/>
                <a:cs typeface="Calibri" panose="020F0502020204030204" pitchFamily="34" charset="0"/>
              </a:rPr>
              <a:t>We propose the following PMO/FA support for the Execution Phase from April 2026 to July 2026.
</a:t>
            </a:r>
          </a:p>
          <a:p>
            <a:pPr defTabSz="685800">
              <a:buClr>
                <a:prstClr val="black"/>
              </a:buClr>
              <a:tabLst>
                <a:tab pos="0" algn="l"/>
              </a:tabLst>
              <a:defRPr/>
            </a:pPr>
            <a:r>
              <a:rPr lang="en-US" altLang="ja-JP" sz="1200" kern="0" dirty="0">
                <a:latin typeface="Calibri" panose="020F0502020204030204" pitchFamily="34" charset="0"/>
                <a:ea typeface="Calibri" panose="020F0502020204030204" pitchFamily="34" charset="0"/>
                <a:cs typeface="Calibri" panose="020F0502020204030204" pitchFamily="34" charset="0"/>
              </a:rPr>
              <a:t>❶ </a:t>
            </a:r>
            <a:r>
              <a:rPr lang="en-US" altLang="ja-JP" sz="1200" b="1" kern="0" dirty="0">
                <a:latin typeface="Calibri" panose="020F0502020204030204" pitchFamily="34" charset="0"/>
                <a:ea typeface="Calibri" panose="020F0502020204030204" pitchFamily="34" charset="0"/>
                <a:cs typeface="Calibri" panose="020F0502020204030204" pitchFamily="34" charset="0"/>
              </a:rPr>
              <a:t>PMO Support</a:t>
            </a:r>
            <a:r>
              <a:rPr lang="en-US" altLang="ja-JP" sz="1200" kern="0" dirty="0">
                <a:latin typeface="Calibri" panose="020F0502020204030204" pitchFamily="34" charset="0"/>
                <a:ea typeface="Calibri" panose="020F0502020204030204" pitchFamily="34" charset="0"/>
                <a:cs typeface="Calibri" panose="020F0502020204030204" pitchFamily="34" charset="0"/>
              </a:rPr>
              <a:t>
</a:t>
            </a:r>
            <a:r>
              <a:rPr lang="en-US" altLang="ja-JP" sz="1200" b="1" kern="0" dirty="0">
                <a:latin typeface="Calibri" panose="020F0502020204030204" pitchFamily="34" charset="0"/>
                <a:ea typeface="Calibri" panose="020F0502020204030204" pitchFamily="34" charset="0"/>
                <a:cs typeface="Calibri" panose="020F0502020204030204" pitchFamily="34" charset="0"/>
              </a:rPr>
              <a:t>Overall PMO</a:t>
            </a:r>
            <a:r>
              <a:rPr lang="ja-JP" altLang="en-US" sz="1200" kern="0" dirty="0">
                <a:latin typeface="Calibri" panose="020F0502020204030204" pitchFamily="34" charset="0"/>
                <a:ea typeface="Calibri" panose="020F0502020204030204" pitchFamily="34" charset="0"/>
                <a:cs typeface="Calibri" panose="020F0502020204030204" pitchFamily="34" charset="0"/>
              </a:rPr>
              <a:t>：</a:t>
            </a:r>
            <a:r>
              <a:rPr lang="en-US" altLang="ja-JP" sz="1200" kern="0" dirty="0">
                <a:latin typeface="Calibri" panose="020F0502020204030204" pitchFamily="34" charset="0"/>
                <a:ea typeface="Calibri" panose="020F0502020204030204" pitchFamily="34" charset="0"/>
                <a:cs typeface="Calibri" panose="020F0502020204030204" pitchFamily="34" charset="0"/>
              </a:rPr>
              <a:t>Support the formulation of various execution plans and the establishment and ramp-up of the project structure toward the Executive Management Meeting in July.</a:t>
            </a:r>
          </a:p>
          <a:p>
            <a:pPr defTabSz="685800">
              <a:buClr>
                <a:prstClr val="black"/>
              </a:buClr>
              <a:tabLst>
                <a:tab pos="0" algn="l"/>
              </a:tabLst>
              <a:defRPr/>
            </a:pPr>
            <a:r>
              <a:rPr lang="en-US" altLang="ja-JP" sz="1200" b="1" kern="0" dirty="0">
                <a:latin typeface="Calibri" panose="020F0502020204030204" pitchFamily="34" charset="0"/>
                <a:ea typeface="Calibri" panose="020F0502020204030204" pitchFamily="34" charset="0"/>
                <a:cs typeface="Calibri" panose="020F0502020204030204" pitchFamily="34" charset="0"/>
              </a:rPr>
              <a:t>Local PMO Support</a:t>
            </a:r>
            <a:r>
              <a:rPr lang="ja-JP" altLang="en-US" sz="1200" kern="0" dirty="0">
                <a:latin typeface="Calibri" panose="020F0502020204030204" pitchFamily="34" charset="0"/>
                <a:ea typeface="Calibri" panose="020F0502020204030204" pitchFamily="34" charset="0"/>
                <a:cs typeface="Calibri" panose="020F0502020204030204" pitchFamily="34" charset="0"/>
              </a:rPr>
              <a:t>：</a:t>
            </a:r>
            <a:r>
              <a:rPr lang="en-US" altLang="ja-JP" sz="1200" kern="0" dirty="0">
                <a:latin typeface="Calibri" panose="020F0502020204030204" pitchFamily="34" charset="0"/>
                <a:ea typeface="Calibri" panose="020F0502020204030204" pitchFamily="34" charset="0"/>
                <a:cs typeface="Calibri" panose="020F0502020204030204" pitchFamily="34" charset="0"/>
              </a:rPr>
              <a:t>Based on the above overall direction, support the operation of WGs/FGs and the management of progress and issues.
</a:t>
            </a:r>
          </a:p>
          <a:p>
            <a:pPr defTabSz="685800">
              <a:buClr>
                <a:prstClr val="black"/>
              </a:buClr>
              <a:tabLst>
                <a:tab pos="0" algn="l"/>
              </a:tabLst>
              <a:defRPr/>
            </a:pPr>
            <a:r>
              <a:rPr lang="en-US" altLang="ja-JP" sz="1200" b="1" kern="0" dirty="0">
                <a:latin typeface="Calibri" panose="020F0502020204030204" pitchFamily="34" charset="0"/>
                <a:ea typeface="Calibri" panose="020F0502020204030204" pitchFamily="34" charset="0"/>
                <a:cs typeface="Calibri" panose="020F0502020204030204" pitchFamily="34" charset="0"/>
              </a:rPr>
              <a:t>❷ FA Support</a:t>
            </a:r>
            <a:r>
              <a:rPr lang="en-US" altLang="ja-JP" sz="1200" kern="0" dirty="0">
                <a:latin typeface="Calibri" panose="020F0502020204030204" pitchFamily="34" charset="0"/>
                <a:ea typeface="Calibri" panose="020F0502020204030204" pitchFamily="34" charset="0"/>
                <a:cs typeface="Calibri" panose="020F0502020204030204" pitchFamily="34" charset="0"/>
              </a:rPr>
              <a:t>
Support the preparation of documents to be submitted to the authorities and internal coordination items related to the integration.
Drive the delisting plan and detail out the operation and liquidation plan for remaining assets.</a:t>
            </a:r>
          </a:p>
        </p:txBody>
      </p:sp>
      <p:sp>
        <p:nvSpPr>
          <p:cNvPr id="5" name="正方形/長方形 4">
            <a:extLst>
              <a:ext uri="{FF2B5EF4-FFF2-40B4-BE49-F238E27FC236}">
                <a16:creationId xmlns:a16="http://schemas.microsoft.com/office/drawing/2014/main" id="{F4444854-6515-8607-0470-25E5FF011E94}"/>
              </a:ext>
            </a:extLst>
          </p:cNvPr>
          <p:cNvSpPr/>
          <p:nvPr/>
        </p:nvSpPr>
        <p:spPr>
          <a:xfrm>
            <a:off x="8318500" y="152400"/>
            <a:ext cx="615608" cy="324000"/>
          </a:xfrm>
          <a:prstGeom prst="rect">
            <a:avLst/>
          </a:prstGeom>
          <a:solidFill>
            <a:srgbClr val="FFFFCC"/>
          </a:solidFill>
          <a:ln w="6350">
            <a:solidFill>
              <a:schemeClr val="tx1"/>
            </a:solidFill>
          </a:ln>
          <a:effectLst/>
        </p:spPr>
        <p:style>
          <a:lnRef idx="1">
            <a:schemeClr val="accent1"/>
          </a:lnRef>
          <a:fillRef idx="3">
            <a:schemeClr val="accent1"/>
          </a:fillRef>
          <a:effectRef idx="2">
            <a:schemeClr val="accent1"/>
          </a:effectRef>
          <a:fontRef idx="minor">
            <a:schemeClr val="lt1"/>
          </a:fontRef>
        </p:style>
        <p:txBody>
          <a:bodyPr vert="horz" wrap="none" lIns="36000" rIns="36000" rtlCol="0" anchor="ctr">
            <a:noAutofit/>
          </a:bodyPr>
          <a:lstStyle/>
          <a:p>
            <a:pPr marL="0" marR="0" lvl="0" indent="0" algn="ctr" defTabSz="278600" rtl="0" eaLnBrk="1" fontAlgn="base" latinLnBrk="0" hangingPunct="1">
              <a:lnSpc>
                <a:spcPct val="100000"/>
              </a:lnSpc>
              <a:spcBef>
                <a:spcPct val="0"/>
              </a:spcBef>
              <a:spcAft>
                <a:spcPct val="0"/>
              </a:spcAft>
              <a:buClrTx/>
              <a:buSzTx/>
              <a:buFontTx/>
              <a:buNone/>
              <a:tabLst/>
              <a:defRPr/>
            </a:pPr>
            <a:r>
              <a:rPr lang="ja-JP" altLang="en-US" sz="1000" dirty="0">
                <a:solidFill>
                  <a:prstClr val="black"/>
                </a:solidFill>
                <a:latin typeface="Meiryo UI"/>
                <a:ea typeface="Meiryo UI"/>
                <a:cs typeface="Calibri" panose="020F0502020204030204" pitchFamily="34" charset="0"/>
              </a:rPr>
              <a:t>不変</a:t>
            </a:r>
            <a:endParaRPr kumimoji="1" lang="ja-JP" altLang="en-US" sz="1000" i="0" u="none" strike="noStrike" kern="1200" cap="none" spc="0" normalizeH="0" baseline="0" noProof="0" dirty="0">
              <a:ln>
                <a:noFill/>
              </a:ln>
              <a:solidFill>
                <a:prstClr val="black"/>
              </a:solidFill>
              <a:effectLst/>
              <a:uLnTx/>
              <a:uFillTx/>
              <a:latin typeface="Meiryo UI"/>
              <a:ea typeface="Meiryo UI"/>
              <a:cs typeface="Calibri" panose="020F0502020204030204" pitchFamily="34" charset="0"/>
            </a:endParaRPr>
          </a:p>
        </p:txBody>
      </p:sp>
    </p:spTree>
    <p:extLst>
      <p:ext uri="{BB962C8B-B14F-4D97-AF65-F5344CB8AC3E}">
        <p14:creationId xmlns:p14="http://schemas.microsoft.com/office/powerpoint/2010/main" val="3976346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37B7B-AF7C-7D3C-EDF9-900902DA26E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1D17E99-81A5-86DC-179F-250B317E6FF0}"/>
              </a:ext>
            </a:extLst>
          </p:cNvPr>
          <p:cNvSpPr/>
          <p:nvPr/>
        </p:nvSpPr>
        <p:spPr>
          <a:xfrm>
            <a:off x="1829907" y="1856559"/>
            <a:ext cx="5138706" cy="437322"/>
          </a:xfrm>
          <a:prstGeom prst="rect">
            <a:avLst/>
          </a:prstGeom>
          <a:solidFill>
            <a:srgbClr val="FFFFCC"/>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1000">
              <a:solidFill>
                <a:schemeClr val="tx1"/>
              </a:solidFill>
              <a:latin typeface="Meiryo UI" panose="020B0604030504040204" pitchFamily="50" charset="-128"/>
              <a:ea typeface="Meiryo UI" panose="020B0604030504040204" pitchFamily="50" charset="-128"/>
            </a:endParaRPr>
          </a:p>
        </p:txBody>
      </p:sp>
      <p:sp>
        <p:nvSpPr>
          <p:cNvPr id="11" name="タイトル 10">
            <a:extLst>
              <a:ext uri="{FF2B5EF4-FFF2-40B4-BE49-F238E27FC236}">
                <a16:creationId xmlns:a16="http://schemas.microsoft.com/office/drawing/2014/main" id="{AF7C53DB-F00B-75A6-D341-D68E72236DFC}"/>
              </a:ext>
            </a:extLst>
          </p:cNvPr>
          <p:cNvSpPr>
            <a:spLocks noGrp="1"/>
          </p:cNvSpPr>
          <p:nvPr>
            <p:ph type="title"/>
          </p:nvPr>
        </p:nvSpPr>
        <p:spPr/>
        <p:txBody>
          <a:bodyPr>
            <a:normAutofit/>
          </a:bodyPr>
          <a:lstStyle/>
          <a:p>
            <a:r>
              <a:rPr lang="ja-JP" altLang="en-US" sz="2400"/>
              <a:t>目次 </a:t>
            </a:r>
            <a:r>
              <a:rPr lang="en-US" altLang="ja-JP" sz="2400"/>
              <a:t>(Agenda)</a:t>
            </a:r>
            <a:endParaRPr lang="ja-JP" altLang="en-US" sz="2400"/>
          </a:p>
        </p:txBody>
      </p:sp>
      <p:sp>
        <p:nvSpPr>
          <p:cNvPr id="6" name="テキスト ボックス 5">
            <a:extLst>
              <a:ext uri="{FF2B5EF4-FFF2-40B4-BE49-F238E27FC236}">
                <a16:creationId xmlns:a16="http://schemas.microsoft.com/office/drawing/2014/main" id="{B45D6DC5-8DAF-A61C-662F-21BEF1F87977}"/>
              </a:ext>
            </a:extLst>
          </p:cNvPr>
          <p:cNvSpPr txBox="1"/>
          <p:nvPr/>
        </p:nvSpPr>
        <p:spPr>
          <a:xfrm>
            <a:off x="1829907" y="1471709"/>
            <a:ext cx="5484186" cy="2200082"/>
          </a:xfrm>
          <a:prstGeom prst="rect">
            <a:avLst/>
          </a:prstGeom>
          <a:noFill/>
        </p:spPr>
        <p:txBody>
          <a:bodyPr wrap="square" lIns="144000" tIns="0" rIns="144000" bIns="0" rtlCol="0">
            <a:noAutofit/>
          </a:bodyPr>
          <a:lstStyle/>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背景・目的 </a:t>
            </a:r>
            <a:r>
              <a:rPr lang="en-US" altLang="ja-JP" sz="2000" b="1">
                <a:latin typeface="Meiryo UI" panose="020B0604030504040204" pitchFamily="50" charset="-128"/>
                <a:ea typeface="Meiryo UI" panose="020B0604030504040204" pitchFamily="50" charset="-128"/>
              </a:rPr>
              <a:t>(Background / Purpose)</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ご支援概要 </a:t>
            </a:r>
            <a:r>
              <a:rPr lang="en-US" altLang="ja-JP" sz="2000" b="1">
                <a:latin typeface="Meiryo UI" panose="020B0604030504040204" pitchFamily="50" charset="-128"/>
                <a:ea typeface="Meiryo UI" panose="020B0604030504040204" pitchFamily="50" charset="-128"/>
              </a:rPr>
              <a:t>(Approach)</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体制案 </a:t>
            </a:r>
            <a:r>
              <a:rPr lang="en-US" altLang="ja-JP" sz="2000" b="1">
                <a:latin typeface="Meiryo UI" panose="020B0604030504040204" pitchFamily="50" charset="-128"/>
                <a:ea typeface="Meiryo UI" panose="020B0604030504040204" pitchFamily="50" charset="-128"/>
              </a:rPr>
              <a:t>(Team Structure)</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報酬価格 </a:t>
            </a:r>
            <a:r>
              <a:rPr lang="en-US" altLang="ja-JP" sz="2000" b="1">
                <a:latin typeface="Meiryo UI" panose="020B0604030504040204" pitchFamily="50" charset="-128"/>
                <a:ea typeface="Meiryo UI" panose="020B0604030504040204" pitchFamily="50" charset="-128"/>
              </a:rPr>
              <a:t>(Commercials)</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統合支援実績 </a:t>
            </a:r>
            <a:r>
              <a:rPr lang="en-US" altLang="ja-JP" sz="2000" b="1">
                <a:latin typeface="Meiryo UI" panose="020B0604030504040204" pitchFamily="50" charset="-128"/>
                <a:ea typeface="Meiryo UI" panose="020B0604030504040204" pitchFamily="50" charset="-128"/>
              </a:rPr>
              <a:t>(Value Proposition)</a:t>
            </a:r>
            <a:endParaRPr lang="ja-JP" altLang="en-US" sz="2000" b="1">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927963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81520-CD4A-58C4-A83B-1DCC33CF23F3}"/>
            </a:ext>
          </a:extLst>
        </p:cNvPr>
        <p:cNvGrpSpPr/>
        <p:nvPr/>
      </p:nvGrpSpPr>
      <p:grpSpPr>
        <a:xfrm>
          <a:off x="0" y="0"/>
          <a:ext cx="0" cy="0"/>
          <a:chOff x="0" y="0"/>
          <a:chExt cx="0" cy="0"/>
        </a:xfrm>
      </p:grpSpPr>
      <p:sp>
        <p:nvSpPr>
          <p:cNvPr id="5" name="テキスト プレースホルダー 19">
            <a:extLst>
              <a:ext uri="{FF2B5EF4-FFF2-40B4-BE49-F238E27FC236}">
                <a16:creationId xmlns:a16="http://schemas.microsoft.com/office/drawing/2014/main" id="{3CA0EB86-EE00-B242-365C-AE5CC3FAF288}"/>
              </a:ext>
            </a:extLst>
          </p:cNvPr>
          <p:cNvSpPr>
            <a:spLocks noGrp="1"/>
          </p:cNvSpPr>
          <p:nvPr>
            <p:ph type="body" sz="quarter" idx="37"/>
          </p:nvPr>
        </p:nvSpPr>
        <p:spPr>
          <a:xfrm>
            <a:off x="225584" y="729086"/>
            <a:ext cx="8532000" cy="246221"/>
          </a:xfrm>
        </p:spPr>
        <p:txBody>
          <a:bodyPr vert="horz" lIns="0" tIns="0" rIns="0" bIns="0" rtlCol="0" anchor="t">
            <a:spAutoFit/>
          </a:bodyPr>
          <a:lstStyle/>
          <a:p>
            <a:r>
              <a:rPr lang="en-US" altLang="ja-JP">
                <a:latin typeface="Graphik" panose="020B0503030202060203" pitchFamily="34" charset="0"/>
              </a:rPr>
              <a:t>Below are the PMO High Level Timeline.</a:t>
            </a:r>
            <a:endParaRPr lang="en-US" altLang="ja-JP">
              <a:latin typeface="Meiryo UI"/>
              <a:ea typeface="Meiryo UI"/>
            </a:endParaRPr>
          </a:p>
        </p:txBody>
      </p:sp>
      <p:sp>
        <p:nvSpPr>
          <p:cNvPr id="32" name="タイトル 3">
            <a:extLst>
              <a:ext uri="{FF2B5EF4-FFF2-40B4-BE49-F238E27FC236}">
                <a16:creationId xmlns:a16="http://schemas.microsoft.com/office/drawing/2014/main" id="{C30608D9-D2AA-5CB5-F936-BFAB111399AF}"/>
              </a:ext>
            </a:extLst>
          </p:cNvPr>
          <p:cNvSpPr>
            <a:spLocks noGrp="1"/>
          </p:cNvSpPr>
          <p:nvPr>
            <p:ph type="title"/>
          </p:nvPr>
        </p:nvSpPr>
        <p:spPr>
          <a:xfrm>
            <a:off x="225584" y="369598"/>
            <a:ext cx="8532000" cy="324000"/>
          </a:xfrm>
        </p:spPr>
        <p:txBody>
          <a:bodyPr/>
          <a:lstStyle/>
          <a:p>
            <a:r>
              <a:rPr lang="en-US" altLang="ja-JP">
                <a:latin typeface="Graphik" panose="020B0503030202060203" pitchFamily="34" charset="0"/>
              </a:rPr>
              <a:t>Timeline</a:t>
            </a:r>
            <a:r>
              <a:rPr lang="ja-JP" altLang="en-US">
                <a:latin typeface="Graphik" panose="020B0503030202060203" pitchFamily="34" charset="0"/>
              </a:rPr>
              <a:t>　</a:t>
            </a:r>
            <a:r>
              <a:rPr lang="en-US" altLang="ja-JP">
                <a:latin typeface="Graphik" panose="020B0503030202060203" pitchFamily="34" charset="0"/>
              </a:rPr>
              <a:t>PMO</a:t>
            </a:r>
            <a:endParaRPr kumimoji="1" lang="ja-JP" altLang="en-US"/>
          </a:p>
        </p:txBody>
      </p:sp>
      <p:sp>
        <p:nvSpPr>
          <p:cNvPr id="70" name="テキスト プレースホルダー 69">
            <a:extLst>
              <a:ext uri="{FF2B5EF4-FFF2-40B4-BE49-F238E27FC236}">
                <a16:creationId xmlns:a16="http://schemas.microsoft.com/office/drawing/2014/main" id="{D7AE5A6F-29C4-5242-28DB-234CB0A01BC2}"/>
              </a:ext>
            </a:extLst>
          </p:cNvPr>
          <p:cNvSpPr>
            <a:spLocks noGrp="1"/>
          </p:cNvSpPr>
          <p:nvPr>
            <p:ph type="body" sz="quarter" idx="36"/>
          </p:nvPr>
        </p:nvSpPr>
        <p:spPr>
          <a:xfrm>
            <a:off x="225584" y="87891"/>
            <a:ext cx="8532000" cy="215444"/>
          </a:xfrm>
        </p:spPr>
        <p:txBody>
          <a:bodyPr/>
          <a:lstStyle/>
          <a:p>
            <a:r>
              <a:rPr lang="en-US" altLang="ja-JP">
                <a:solidFill>
                  <a:srgbClr val="460073"/>
                </a:solidFill>
              </a:rPr>
              <a:t>2. </a:t>
            </a:r>
            <a:r>
              <a:rPr lang="ja-JP" altLang="en-US">
                <a:solidFill>
                  <a:srgbClr val="460073"/>
                </a:solidFill>
              </a:rPr>
              <a:t>ご支援概要 </a:t>
            </a:r>
            <a:r>
              <a:rPr lang="en-US" altLang="ja-JP">
                <a:solidFill>
                  <a:srgbClr val="460073"/>
                </a:solidFill>
              </a:rPr>
              <a:t>(Approach)</a:t>
            </a:r>
            <a:endParaRPr lang="zh-TW" altLang="en-US">
              <a:solidFill>
                <a:srgbClr val="460073"/>
              </a:solidFill>
            </a:endParaRPr>
          </a:p>
        </p:txBody>
      </p:sp>
      <p:cxnSp>
        <p:nvCxnSpPr>
          <p:cNvPr id="2" name="直線コネクタ 1">
            <a:extLst>
              <a:ext uri="{FF2B5EF4-FFF2-40B4-BE49-F238E27FC236}">
                <a16:creationId xmlns:a16="http://schemas.microsoft.com/office/drawing/2014/main" id="{14C1D9A2-9287-AC89-B502-D7348384E46F}"/>
              </a:ext>
            </a:extLst>
          </p:cNvPr>
          <p:cNvCxnSpPr>
            <a:cxnSpLocks/>
          </p:cNvCxnSpPr>
          <p:nvPr/>
        </p:nvCxnSpPr>
        <p:spPr>
          <a:xfrm>
            <a:off x="4526234" y="1954364"/>
            <a:ext cx="0" cy="3012837"/>
          </a:xfrm>
          <a:prstGeom prst="line">
            <a:avLst/>
          </a:prstGeom>
          <a:ln w="12700">
            <a:solidFill>
              <a:srgbClr val="FF0000"/>
            </a:solidFill>
            <a:headEnd type="none"/>
            <a:tailEnd type="none"/>
          </a:ln>
          <a:effectLst/>
        </p:spPr>
        <p:style>
          <a:lnRef idx="2">
            <a:schemeClr val="accent1"/>
          </a:lnRef>
          <a:fillRef idx="0">
            <a:schemeClr val="accent1"/>
          </a:fillRef>
          <a:effectRef idx="1">
            <a:schemeClr val="accent1"/>
          </a:effectRef>
          <a:fontRef idx="minor">
            <a:schemeClr val="tx1"/>
          </a:fontRef>
        </p:style>
      </p:cxnSp>
      <p:graphicFrame>
        <p:nvGraphicFramePr>
          <p:cNvPr id="3" name="表 2">
            <a:extLst>
              <a:ext uri="{FF2B5EF4-FFF2-40B4-BE49-F238E27FC236}">
                <a16:creationId xmlns:a16="http://schemas.microsoft.com/office/drawing/2014/main" id="{6FE973C6-1CB7-9010-D673-79D03561C398}"/>
              </a:ext>
            </a:extLst>
          </p:cNvPr>
          <p:cNvGraphicFramePr>
            <a:graphicFrameLocks noGrp="1"/>
          </p:cNvGraphicFramePr>
          <p:nvPr>
            <p:extLst>
              <p:ext uri="{D42A27DB-BD31-4B8C-83A1-F6EECF244321}">
                <p14:modId xmlns:p14="http://schemas.microsoft.com/office/powerpoint/2010/main" val="2727897203"/>
              </p:ext>
            </p:extLst>
          </p:nvPr>
        </p:nvGraphicFramePr>
        <p:xfrm>
          <a:off x="250807" y="1087602"/>
          <a:ext cx="8283414" cy="3894301"/>
        </p:xfrm>
        <a:graphic>
          <a:graphicData uri="http://schemas.openxmlformats.org/drawingml/2006/table">
            <a:tbl>
              <a:tblPr firstRow="1" bandRow="1">
                <a:tableStyleId>{5C22544A-7EE6-4342-B048-85BDC9FD1C3A}</a:tableStyleId>
              </a:tblPr>
              <a:tblGrid>
                <a:gridCol w="112270">
                  <a:extLst>
                    <a:ext uri="{9D8B030D-6E8A-4147-A177-3AD203B41FA5}">
                      <a16:colId xmlns:a16="http://schemas.microsoft.com/office/drawing/2014/main" val="2081151629"/>
                    </a:ext>
                  </a:extLst>
                </a:gridCol>
                <a:gridCol w="1598832">
                  <a:extLst>
                    <a:ext uri="{9D8B030D-6E8A-4147-A177-3AD203B41FA5}">
                      <a16:colId xmlns:a16="http://schemas.microsoft.com/office/drawing/2014/main" val="1306761200"/>
                    </a:ext>
                  </a:extLst>
                </a:gridCol>
                <a:gridCol w="301607">
                  <a:extLst>
                    <a:ext uri="{9D8B030D-6E8A-4147-A177-3AD203B41FA5}">
                      <a16:colId xmlns:a16="http://schemas.microsoft.com/office/drawing/2014/main" val="663429906"/>
                    </a:ext>
                  </a:extLst>
                </a:gridCol>
                <a:gridCol w="298605">
                  <a:extLst>
                    <a:ext uri="{9D8B030D-6E8A-4147-A177-3AD203B41FA5}">
                      <a16:colId xmlns:a16="http://schemas.microsoft.com/office/drawing/2014/main" val="2463136699"/>
                    </a:ext>
                  </a:extLst>
                </a:gridCol>
                <a:gridCol w="298605">
                  <a:extLst>
                    <a:ext uri="{9D8B030D-6E8A-4147-A177-3AD203B41FA5}">
                      <a16:colId xmlns:a16="http://schemas.microsoft.com/office/drawing/2014/main" val="1758789144"/>
                    </a:ext>
                  </a:extLst>
                </a:gridCol>
                <a:gridCol w="298605">
                  <a:extLst>
                    <a:ext uri="{9D8B030D-6E8A-4147-A177-3AD203B41FA5}">
                      <a16:colId xmlns:a16="http://schemas.microsoft.com/office/drawing/2014/main" val="3520261305"/>
                    </a:ext>
                  </a:extLst>
                </a:gridCol>
                <a:gridCol w="298605">
                  <a:extLst>
                    <a:ext uri="{9D8B030D-6E8A-4147-A177-3AD203B41FA5}">
                      <a16:colId xmlns:a16="http://schemas.microsoft.com/office/drawing/2014/main" val="3698008760"/>
                    </a:ext>
                  </a:extLst>
                </a:gridCol>
                <a:gridCol w="298605">
                  <a:extLst>
                    <a:ext uri="{9D8B030D-6E8A-4147-A177-3AD203B41FA5}">
                      <a16:colId xmlns:a16="http://schemas.microsoft.com/office/drawing/2014/main" val="2922431400"/>
                    </a:ext>
                  </a:extLst>
                </a:gridCol>
                <a:gridCol w="298605">
                  <a:extLst>
                    <a:ext uri="{9D8B030D-6E8A-4147-A177-3AD203B41FA5}">
                      <a16:colId xmlns:a16="http://schemas.microsoft.com/office/drawing/2014/main" val="2584084171"/>
                    </a:ext>
                  </a:extLst>
                </a:gridCol>
                <a:gridCol w="298605">
                  <a:extLst>
                    <a:ext uri="{9D8B030D-6E8A-4147-A177-3AD203B41FA5}">
                      <a16:colId xmlns:a16="http://schemas.microsoft.com/office/drawing/2014/main" val="2027512896"/>
                    </a:ext>
                  </a:extLst>
                </a:gridCol>
                <a:gridCol w="298605">
                  <a:extLst>
                    <a:ext uri="{9D8B030D-6E8A-4147-A177-3AD203B41FA5}">
                      <a16:colId xmlns:a16="http://schemas.microsoft.com/office/drawing/2014/main" val="2082969183"/>
                    </a:ext>
                  </a:extLst>
                </a:gridCol>
                <a:gridCol w="298605">
                  <a:extLst>
                    <a:ext uri="{9D8B030D-6E8A-4147-A177-3AD203B41FA5}">
                      <a16:colId xmlns:a16="http://schemas.microsoft.com/office/drawing/2014/main" val="736367808"/>
                    </a:ext>
                  </a:extLst>
                </a:gridCol>
                <a:gridCol w="298605">
                  <a:extLst>
                    <a:ext uri="{9D8B030D-6E8A-4147-A177-3AD203B41FA5}">
                      <a16:colId xmlns:a16="http://schemas.microsoft.com/office/drawing/2014/main" val="3406089322"/>
                    </a:ext>
                  </a:extLst>
                </a:gridCol>
                <a:gridCol w="298605">
                  <a:extLst>
                    <a:ext uri="{9D8B030D-6E8A-4147-A177-3AD203B41FA5}">
                      <a16:colId xmlns:a16="http://schemas.microsoft.com/office/drawing/2014/main" val="2667233405"/>
                    </a:ext>
                  </a:extLst>
                </a:gridCol>
                <a:gridCol w="298605">
                  <a:extLst>
                    <a:ext uri="{9D8B030D-6E8A-4147-A177-3AD203B41FA5}">
                      <a16:colId xmlns:a16="http://schemas.microsoft.com/office/drawing/2014/main" val="881949834"/>
                    </a:ext>
                  </a:extLst>
                </a:gridCol>
                <a:gridCol w="298605">
                  <a:extLst>
                    <a:ext uri="{9D8B030D-6E8A-4147-A177-3AD203B41FA5}">
                      <a16:colId xmlns:a16="http://schemas.microsoft.com/office/drawing/2014/main" val="647343570"/>
                    </a:ext>
                  </a:extLst>
                </a:gridCol>
                <a:gridCol w="298605">
                  <a:extLst>
                    <a:ext uri="{9D8B030D-6E8A-4147-A177-3AD203B41FA5}">
                      <a16:colId xmlns:a16="http://schemas.microsoft.com/office/drawing/2014/main" val="1597961972"/>
                    </a:ext>
                  </a:extLst>
                </a:gridCol>
                <a:gridCol w="298605">
                  <a:extLst>
                    <a:ext uri="{9D8B030D-6E8A-4147-A177-3AD203B41FA5}">
                      <a16:colId xmlns:a16="http://schemas.microsoft.com/office/drawing/2014/main" val="1001018805"/>
                    </a:ext>
                  </a:extLst>
                </a:gridCol>
                <a:gridCol w="298605">
                  <a:extLst>
                    <a:ext uri="{9D8B030D-6E8A-4147-A177-3AD203B41FA5}">
                      <a16:colId xmlns:a16="http://schemas.microsoft.com/office/drawing/2014/main" val="627492718"/>
                    </a:ext>
                  </a:extLst>
                </a:gridCol>
                <a:gridCol w="298605">
                  <a:extLst>
                    <a:ext uri="{9D8B030D-6E8A-4147-A177-3AD203B41FA5}">
                      <a16:colId xmlns:a16="http://schemas.microsoft.com/office/drawing/2014/main" val="590088234"/>
                    </a:ext>
                  </a:extLst>
                </a:gridCol>
                <a:gridCol w="298605">
                  <a:extLst>
                    <a:ext uri="{9D8B030D-6E8A-4147-A177-3AD203B41FA5}">
                      <a16:colId xmlns:a16="http://schemas.microsoft.com/office/drawing/2014/main" val="3310374239"/>
                    </a:ext>
                  </a:extLst>
                </a:gridCol>
                <a:gridCol w="298605">
                  <a:extLst>
                    <a:ext uri="{9D8B030D-6E8A-4147-A177-3AD203B41FA5}">
                      <a16:colId xmlns:a16="http://schemas.microsoft.com/office/drawing/2014/main" val="2036227099"/>
                    </a:ext>
                  </a:extLst>
                </a:gridCol>
                <a:gridCol w="298605">
                  <a:extLst>
                    <a:ext uri="{9D8B030D-6E8A-4147-A177-3AD203B41FA5}">
                      <a16:colId xmlns:a16="http://schemas.microsoft.com/office/drawing/2014/main" val="1245404028"/>
                    </a:ext>
                  </a:extLst>
                </a:gridCol>
                <a:gridCol w="298605">
                  <a:extLst>
                    <a:ext uri="{9D8B030D-6E8A-4147-A177-3AD203B41FA5}">
                      <a16:colId xmlns:a16="http://schemas.microsoft.com/office/drawing/2014/main" val="427424135"/>
                    </a:ext>
                  </a:extLst>
                </a:gridCol>
              </a:tblGrid>
              <a:tr h="360371">
                <a:tc rowSpan="2">
                  <a:txBody>
                    <a:bodyPr/>
                    <a:lstStyle/>
                    <a:p>
                      <a:pPr algn="r"/>
                      <a:endParaRPr kumimoji="1" lang="ja-JP" altLang="en-US" sz="7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rowSpan="2">
                  <a:txBody>
                    <a:bodyPr/>
                    <a:lstStyle/>
                    <a:p>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gridSpan="5">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FY2025</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gridSpan="12">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FY2026</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gridSpan="5">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FY2027</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900" b="0">
                        <a:solidFill>
                          <a:schemeClr val="tx1"/>
                        </a:solidFill>
                      </a:endParaRPr>
                    </a:p>
                  </a:txBody>
                  <a:tcPr marL="18000" marR="18000" marT="18000" marB="18000" anchor="ctr">
                    <a:lnL w="6350" cap="flat" cmpd="sng" algn="ctr">
                      <a:solidFill>
                        <a:schemeClr val="bg1">
                          <a:lumMod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63055677"/>
                  </a:ext>
                </a:extLst>
              </a:tr>
              <a:tr h="160110">
                <a:tc vMerge="1">
                  <a:txBody>
                    <a:bodyPr/>
                    <a:lstStyle/>
                    <a:p>
                      <a:endParaRPr kumimoji="1" lang="ja-JP" altLang="en-US" sz="900" b="0">
                        <a:solidFill>
                          <a:schemeClr val="tx1"/>
                        </a:solidFill>
                      </a:endParaRPr>
                    </a:p>
                  </a:txBody>
                  <a:tcPr marL="18000" marR="18000" marT="18000" marB="18000" anchor="ctr">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vMerge="1">
                  <a:txBody>
                    <a:bodyPr/>
                    <a:lstStyle/>
                    <a:p>
                      <a:endParaRPr kumimoji="1" lang="ja-JP" altLang="en-US"/>
                    </a:p>
                  </a:txBody>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11</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12</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1</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2</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3</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4</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5</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6</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7</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8</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9</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10</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11</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12</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1</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2</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3</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4</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5</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6</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7</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800" b="0">
                          <a:solidFill>
                            <a:schemeClr val="bg1"/>
                          </a:solidFill>
                          <a:latin typeface="Calibri" panose="020F0502020204030204" pitchFamily="34" charset="0"/>
                          <a:ea typeface="Calibri" panose="020F0502020204030204" pitchFamily="34" charset="0"/>
                          <a:cs typeface="Calibri" panose="020F0502020204030204" pitchFamily="34" charset="0"/>
                        </a:rPr>
                        <a:t>8</a:t>
                      </a:r>
                      <a:endParaRPr kumimoji="1" lang="ja-JP" altLang="en-US" sz="800" b="0">
                        <a:solidFill>
                          <a:schemeClr val="bg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264872176"/>
                  </a:ext>
                </a:extLst>
              </a:tr>
              <a:tr h="197035">
                <a:tc>
                  <a:txBody>
                    <a:bodyPr/>
                    <a:lstStyle/>
                    <a:p>
                      <a:pPr algn="r"/>
                      <a:endParaRPr kumimoji="1" lang="ja-JP" altLang="en-US" sz="7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a:r>
                        <a:rPr kumimoji="1" lang="en-US" altLang="ja-JP" sz="800" b="0">
                          <a:solidFill>
                            <a:schemeClr val="tx1"/>
                          </a:solidFill>
                          <a:latin typeface="Calibri" panose="020F0502020204030204" pitchFamily="34" charset="0"/>
                          <a:ea typeface="Calibri" panose="020F0502020204030204" pitchFamily="34" charset="0"/>
                          <a:cs typeface="Calibri" panose="020F0502020204030204" pitchFamily="34" charset="0"/>
                        </a:rPr>
                        <a:t>Phase</a:t>
                      </a:r>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28164805"/>
                  </a:ext>
                </a:extLst>
              </a:tr>
              <a:tr h="402054">
                <a:tc>
                  <a:txBody>
                    <a:bodyPr/>
                    <a:lstStyle/>
                    <a:p>
                      <a:pPr algn="r"/>
                      <a:endParaRPr kumimoji="1" lang="ja-JP" altLang="en-US" sz="7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a:r>
                        <a:rPr kumimoji="1" lang="en-US" altLang="ja-JP" sz="800" b="0">
                          <a:solidFill>
                            <a:schemeClr val="tx1"/>
                          </a:solidFill>
                          <a:latin typeface="Calibri" panose="020F0502020204030204" pitchFamily="34" charset="0"/>
                          <a:ea typeface="Calibri" panose="020F0502020204030204" pitchFamily="34" charset="0"/>
                          <a:cs typeface="Calibri" panose="020F0502020204030204" pitchFamily="34" charset="0"/>
                        </a:rPr>
                        <a:t>Milestones</a:t>
                      </a:r>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135873815"/>
                  </a:ext>
                </a:extLst>
              </a:tr>
              <a:tr h="338682">
                <a:tc>
                  <a:txBody>
                    <a:bodyPr/>
                    <a:lstStyle/>
                    <a:p>
                      <a:pPr algn="r"/>
                      <a:endParaRPr kumimoji="1" lang="ja-JP" altLang="en-US" sz="7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a:r>
                        <a:rPr kumimoji="1" lang="en-US" altLang="ja-JP" sz="800" b="0">
                          <a:solidFill>
                            <a:schemeClr val="tx1"/>
                          </a:solidFill>
                          <a:latin typeface="Calibri" panose="020F0502020204030204" pitchFamily="34" charset="0"/>
                          <a:ea typeface="Calibri" panose="020F0502020204030204" pitchFamily="34" charset="0"/>
                          <a:cs typeface="Calibri" panose="020F0502020204030204" pitchFamily="34" charset="0"/>
                        </a:rPr>
                        <a:t>Integration Plan /</a:t>
                      </a:r>
                      <a:br>
                        <a:rPr kumimoji="1" lang="en-US" altLang="ja-JP" sz="800" b="0">
                          <a:solidFill>
                            <a:schemeClr val="tx1"/>
                          </a:solidFill>
                          <a:latin typeface="Calibri" panose="020F0502020204030204" pitchFamily="34" charset="0"/>
                          <a:ea typeface="Calibri" panose="020F0502020204030204" pitchFamily="34" charset="0"/>
                          <a:cs typeface="Calibri" panose="020F0502020204030204" pitchFamily="34" charset="0"/>
                        </a:rPr>
                      </a:br>
                      <a:r>
                        <a:rPr kumimoji="1" lang="en-US" altLang="ja-JP" sz="800" b="0">
                          <a:solidFill>
                            <a:schemeClr val="tx1"/>
                          </a:solidFill>
                          <a:latin typeface="Calibri" panose="020F0502020204030204" pitchFamily="34" charset="0"/>
                          <a:ea typeface="Calibri" panose="020F0502020204030204" pitchFamily="34" charset="0"/>
                          <a:cs typeface="Calibri" panose="020F0502020204030204" pitchFamily="34" charset="0"/>
                        </a:rPr>
                        <a:t>Regulatory Negotiations</a:t>
                      </a:r>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180994551"/>
                  </a:ext>
                </a:extLst>
              </a:tr>
              <a:tr h="701842">
                <a:tc>
                  <a:txBody>
                    <a:bodyPr/>
                    <a:lstStyle/>
                    <a:p>
                      <a:pPr algn="r"/>
                      <a:endParaRPr kumimoji="1" lang="ja-JP" altLang="en-US" sz="7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a:r>
                        <a:rPr kumimoji="1" lang="en-US" altLang="ja-JP" sz="800" b="0">
                          <a:solidFill>
                            <a:schemeClr val="tx1"/>
                          </a:solidFill>
                          <a:latin typeface="Calibri" panose="020F0502020204030204" pitchFamily="34" charset="0"/>
                          <a:ea typeface="Calibri" panose="020F0502020204030204" pitchFamily="34" charset="0"/>
                          <a:cs typeface="Calibri" panose="020F0502020204030204" pitchFamily="34" charset="0"/>
                        </a:rPr>
                        <a:t>Business and Operation Design</a:t>
                      </a:r>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631200155"/>
                  </a:ext>
                </a:extLst>
              </a:tr>
              <a:tr h="359454">
                <a:tc>
                  <a:txBody>
                    <a:bodyPr/>
                    <a:lstStyle/>
                    <a:p>
                      <a:pPr algn="r"/>
                      <a:endParaRPr kumimoji="1" lang="ja-JP" altLang="en-US" sz="7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a:r>
                        <a:rPr kumimoji="1" lang="en-US" altLang="ja-JP" sz="800" b="0">
                          <a:solidFill>
                            <a:schemeClr val="tx1"/>
                          </a:solidFill>
                          <a:latin typeface="Calibri" panose="020F0502020204030204" pitchFamily="34" charset="0"/>
                          <a:ea typeface="Calibri" panose="020F0502020204030204" pitchFamily="34" charset="0"/>
                          <a:cs typeface="Calibri" panose="020F0502020204030204" pitchFamily="34" charset="0"/>
                        </a:rPr>
                        <a:t>Communications</a:t>
                      </a:r>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569908391"/>
                  </a:ext>
                </a:extLst>
              </a:tr>
              <a:tr h="687377">
                <a:tc>
                  <a:txBody>
                    <a:bodyPr/>
                    <a:lstStyle/>
                    <a:p>
                      <a:pPr algn="r"/>
                      <a:endParaRPr kumimoji="1" lang="ja-JP" altLang="en-US" sz="7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a:r>
                        <a:rPr kumimoji="1" lang="en-US" altLang="ja-JP" sz="800" b="0">
                          <a:solidFill>
                            <a:schemeClr val="tx1"/>
                          </a:solidFill>
                          <a:latin typeface="Calibri" panose="020F0502020204030204" pitchFamily="34" charset="0"/>
                          <a:ea typeface="Calibri" panose="020F0502020204030204" pitchFamily="34" charset="0"/>
                          <a:cs typeface="Calibri" panose="020F0502020204030204" pitchFamily="34" charset="0"/>
                        </a:rPr>
                        <a:t>Organization and Facility</a:t>
                      </a:r>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7590309"/>
                  </a:ext>
                </a:extLst>
              </a:tr>
              <a:tr h="687376">
                <a:tc>
                  <a:txBody>
                    <a:bodyPr/>
                    <a:lstStyle/>
                    <a:p>
                      <a:pPr algn="r"/>
                      <a:endParaRPr kumimoji="1" lang="ja-JP" altLang="en-US" sz="7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a:r>
                        <a:rPr kumimoji="1" lang="en-US" altLang="ja-JP" sz="800" b="0">
                          <a:solidFill>
                            <a:schemeClr val="tx1"/>
                          </a:solidFill>
                          <a:latin typeface="Calibri" panose="020F0502020204030204" pitchFamily="34" charset="0"/>
                          <a:ea typeface="Calibri" panose="020F0502020204030204" pitchFamily="34" charset="0"/>
                          <a:cs typeface="Calibri" panose="020F0502020204030204" pitchFamily="34" charset="0"/>
                        </a:rPr>
                        <a:t>Transition Preparation</a:t>
                      </a:r>
                      <a:br>
                        <a:rPr kumimoji="1" lang="en-US" altLang="ja-JP" sz="800" b="0">
                          <a:solidFill>
                            <a:schemeClr val="tx1"/>
                          </a:solidFill>
                          <a:latin typeface="Calibri" panose="020F0502020204030204" pitchFamily="34" charset="0"/>
                          <a:ea typeface="Calibri" panose="020F0502020204030204" pitchFamily="34" charset="0"/>
                          <a:cs typeface="Calibri" panose="020F0502020204030204" pitchFamily="34" charset="0"/>
                        </a:rPr>
                      </a:br>
                      <a:r>
                        <a:rPr kumimoji="1" lang="en-US" altLang="ja-JP" sz="800" b="0">
                          <a:solidFill>
                            <a:schemeClr val="tx1"/>
                          </a:solidFill>
                          <a:latin typeface="Calibri" panose="020F0502020204030204" pitchFamily="34" charset="0"/>
                          <a:ea typeface="Calibri" panose="020F0502020204030204" pitchFamily="34" charset="0"/>
                          <a:cs typeface="Calibri" panose="020F0502020204030204" pitchFamily="34" charset="0"/>
                        </a:rPr>
                        <a:t>(Training, UAT)</a:t>
                      </a:r>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endParaRPr kumimoji="1" lang="ja-JP" altLang="en-US" sz="800" b="0">
                        <a:solidFill>
                          <a:schemeClr val="tx1"/>
                        </a:solidFill>
                        <a:latin typeface="Calibri" panose="020F0502020204030204" pitchFamily="34" charset="0"/>
                        <a:cs typeface="Calibri" panose="020F0502020204030204" pitchFamily="34" charset="0"/>
                      </a:endParaRPr>
                    </a:p>
                  </a:txBody>
                  <a:tcPr marL="13500" marR="13500" marT="13500" marB="135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098725354"/>
                  </a:ext>
                </a:extLst>
              </a:tr>
            </a:tbl>
          </a:graphicData>
        </a:graphic>
      </p:graphicFrame>
      <p:sp>
        <p:nvSpPr>
          <p:cNvPr id="4" name="正方形/長方形 3">
            <a:extLst>
              <a:ext uri="{FF2B5EF4-FFF2-40B4-BE49-F238E27FC236}">
                <a16:creationId xmlns:a16="http://schemas.microsoft.com/office/drawing/2014/main" id="{41EE53EA-BD0E-A1B0-B310-C45B572B5F21}"/>
              </a:ext>
            </a:extLst>
          </p:cNvPr>
          <p:cNvSpPr/>
          <p:nvPr/>
        </p:nvSpPr>
        <p:spPr>
          <a:xfrm>
            <a:off x="8120246" y="2018321"/>
            <a:ext cx="696408" cy="180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lnSpc>
                <a:spcPts val="600"/>
              </a:lnSpc>
            </a:pPr>
            <a:r>
              <a:rPr lang="en-US" altLang="ja-JP" sz="550" b="1">
                <a:solidFill>
                  <a:srgbClr val="FF0000"/>
                </a:solidFill>
              </a:rPr>
              <a:t>▼ [Tentative]</a:t>
            </a:r>
          </a:p>
          <a:p>
            <a:pPr algn="ctr">
              <a:lnSpc>
                <a:spcPts val="600"/>
              </a:lnSpc>
            </a:pPr>
            <a:r>
              <a:rPr lang="en-US" altLang="ja-JP" sz="550" b="1">
                <a:solidFill>
                  <a:srgbClr val="FF0000"/>
                </a:solidFill>
              </a:rPr>
              <a:t>Day 1</a:t>
            </a:r>
            <a:endParaRPr lang="ja-JP" altLang="en-US" sz="550" b="1">
              <a:solidFill>
                <a:srgbClr val="FF0000"/>
              </a:solidFill>
            </a:endParaRPr>
          </a:p>
        </p:txBody>
      </p:sp>
      <p:sp>
        <p:nvSpPr>
          <p:cNvPr id="6" name="正方形/長方形 5">
            <a:extLst>
              <a:ext uri="{FF2B5EF4-FFF2-40B4-BE49-F238E27FC236}">
                <a16:creationId xmlns:a16="http://schemas.microsoft.com/office/drawing/2014/main" id="{9EFBACDF-9FD4-5A7A-DA16-4F27AF756A91}"/>
              </a:ext>
            </a:extLst>
          </p:cNvPr>
          <p:cNvSpPr/>
          <p:nvPr/>
        </p:nvSpPr>
        <p:spPr>
          <a:xfrm>
            <a:off x="2857557" y="1987577"/>
            <a:ext cx="428645" cy="180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lnSpc>
                <a:spcPts val="600"/>
              </a:lnSpc>
            </a:pPr>
            <a:r>
              <a:rPr lang="en-US" altLang="ja-JP" sz="550">
                <a:solidFill>
                  <a:schemeClr val="tx1"/>
                </a:solidFill>
              </a:rPr>
              <a:t>5th Steering Committee</a:t>
            </a:r>
          </a:p>
          <a:p>
            <a:pPr algn="ctr">
              <a:lnSpc>
                <a:spcPts val="600"/>
              </a:lnSpc>
            </a:pPr>
            <a:r>
              <a:rPr lang="en-US" altLang="ja-JP" sz="550">
                <a:solidFill>
                  <a:schemeClr val="tx1"/>
                </a:solidFill>
              </a:rPr>
              <a:t>▼</a:t>
            </a:r>
            <a:endParaRPr lang="ja-JP" altLang="en-US" sz="550">
              <a:solidFill>
                <a:schemeClr val="tx1"/>
              </a:solidFill>
            </a:endParaRPr>
          </a:p>
        </p:txBody>
      </p:sp>
      <p:sp>
        <p:nvSpPr>
          <p:cNvPr id="7" name="正方形/長方形 6">
            <a:extLst>
              <a:ext uri="{FF2B5EF4-FFF2-40B4-BE49-F238E27FC236}">
                <a16:creationId xmlns:a16="http://schemas.microsoft.com/office/drawing/2014/main" id="{4AB15CD7-A1A6-3157-BF0E-34F05A26B1CB}"/>
              </a:ext>
            </a:extLst>
          </p:cNvPr>
          <p:cNvSpPr/>
          <p:nvPr/>
        </p:nvSpPr>
        <p:spPr>
          <a:xfrm>
            <a:off x="3242796" y="1930427"/>
            <a:ext cx="755856" cy="180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nSpc>
                <a:spcPts val="600"/>
              </a:lnSpc>
            </a:pPr>
            <a:r>
              <a:rPr lang="en-US" altLang="ja-JP" sz="550">
                <a:solidFill>
                  <a:schemeClr val="tx1"/>
                </a:solidFill>
              </a:rPr>
              <a:t>▼ Executive</a:t>
            </a:r>
          </a:p>
          <a:p>
            <a:pPr>
              <a:lnSpc>
                <a:spcPts val="600"/>
              </a:lnSpc>
            </a:pPr>
            <a:r>
              <a:rPr lang="en-US" altLang="ja-JP" sz="550">
                <a:solidFill>
                  <a:schemeClr val="tx1"/>
                </a:solidFill>
              </a:rPr>
              <a:t>    Management</a:t>
            </a:r>
          </a:p>
          <a:p>
            <a:pPr>
              <a:lnSpc>
                <a:spcPts val="600"/>
              </a:lnSpc>
            </a:pPr>
            <a:r>
              <a:rPr lang="en-US" altLang="ja-JP" sz="550">
                <a:solidFill>
                  <a:schemeClr val="tx1"/>
                </a:solidFill>
              </a:rPr>
              <a:t>    Meeting</a:t>
            </a:r>
          </a:p>
        </p:txBody>
      </p:sp>
      <p:sp>
        <p:nvSpPr>
          <p:cNvPr id="8" name="正方形/長方形 7">
            <a:extLst>
              <a:ext uri="{FF2B5EF4-FFF2-40B4-BE49-F238E27FC236}">
                <a16:creationId xmlns:a16="http://schemas.microsoft.com/office/drawing/2014/main" id="{0C202830-8A63-D324-8DC3-F9B299B835C5}"/>
              </a:ext>
            </a:extLst>
          </p:cNvPr>
          <p:cNvSpPr/>
          <p:nvPr/>
        </p:nvSpPr>
        <p:spPr>
          <a:xfrm>
            <a:off x="2002419" y="1621477"/>
            <a:ext cx="1441117" cy="174760"/>
          </a:xfrm>
          <a:prstGeom prst="rect">
            <a:avLst/>
          </a:prstGeom>
          <a:solidFill>
            <a:schemeClr val="tx1">
              <a:lumMod val="50000"/>
              <a:lumOff val="50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75">
                <a:solidFill>
                  <a:schemeClr val="bg1"/>
                </a:solidFill>
              </a:rPr>
              <a:t>Integration Planning Period (Planning Phase)</a:t>
            </a:r>
            <a:endParaRPr lang="ja-JP" altLang="en-US" sz="675">
              <a:solidFill>
                <a:schemeClr val="bg1"/>
              </a:solidFill>
            </a:endParaRPr>
          </a:p>
        </p:txBody>
      </p:sp>
      <p:sp>
        <p:nvSpPr>
          <p:cNvPr id="9" name="正方形/長方形 8">
            <a:extLst>
              <a:ext uri="{FF2B5EF4-FFF2-40B4-BE49-F238E27FC236}">
                <a16:creationId xmlns:a16="http://schemas.microsoft.com/office/drawing/2014/main" id="{BEBD7B80-7982-D722-C9B4-9AF869E4F2B4}"/>
              </a:ext>
            </a:extLst>
          </p:cNvPr>
          <p:cNvSpPr/>
          <p:nvPr/>
        </p:nvSpPr>
        <p:spPr>
          <a:xfrm>
            <a:off x="4054289" y="1987577"/>
            <a:ext cx="459025" cy="180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lnSpc>
                <a:spcPts val="600"/>
              </a:lnSpc>
            </a:pPr>
            <a:r>
              <a:rPr lang="en-US" altLang="ja-JP" sz="550">
                <a:solidFill>
                  <a:schemeClr val="tx1"/>
                </a:solidFill>
              </a:rPr>
              <a:t>6th Steering Committee</a:t>
            </a:r>
          </a:p>
          <a:p>
            <a:pPr algn="ctr">
              <a:lnSpc>
                <a:spcPts val="600"/>
              </a:lnSpc>
            </a:pPr>
            <a:r>
              <a:rPr lang="en-US" altLang="ja-JP" sz="550">
                <a:solidFill>
                  <a:schemeClr val="tx1"/>
                </a:solidFill>
              </a:rPr>
              <a:t>▼</a:t>
            </a:r>
            <a:endParaRPr lang="ja-JP" altLang="en-US" sz="550">
              <a:solidFill>
                <a:schemeClr val="tx1"/>
              </a:solidFill>
            </a:endParaRPr>
          </a:p>
        </p:txBody>
      </p:sp>
      <p:sp>
        <p:nvSpPr>
          <p:cNvPr id="10" name="正方形/長方形 9">
            <a:extLst>
              <a:ext uri="{FF2B5EF4-FFF2-40B4-BE49-F238E27FC236}">
                <a16:creationId xmlns:a16="http://schemas.microsoft.com/office/drawing/2014/main" id="{58407DF6-7AD3-1FAF-AE82-2CBEDA78AE7B}"/>
              </a:ext>
            </a:extLst>
          </p:cNvPr>
          <p:cNvSpPr/>
          <p:nvPr/>
        </p:nvSpPr>
        <p:spPr>
          <a:xfrm>
            <a:off x="7645583" y="1984402"/>
            <a:ext cx="525104" cy="180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lnSpc>
                <a:spcPts val="600"/>
              </a:lnSpc>
            </a:pPr>
            <a:r>
              <a:rPr lang="en-US" altLang="ja-JP" sz="550" b="1">
                <a:solidFill>
                  <a:srgbClr val="FF0000"/>
                </a:solidFill>
              </a:rPr>
              <a:t>9th Steering Committee</a:t>
            </a:r>
          </a:p>
          <a:p>
            <a:pPr algn="ctr">
              <a:lnSpc>
                <a:spcPts val="600"/>
              </a:lnSpc>
            </a:pPr>
            <a:r>
              <a:rPr lang="en-US" altLang="ja-JP" sz="550" b="1">
                <a:solidFill>
                  <a:srgbClr val="FF0000"/>
                </a:solidFill>
              </a:rPr>
              <a:t>▼</a:t>
            </a:r>
            <a:endParaRPr lang="ja-JP" altLang="en-US" sz="550" b="1">
              <a:solidFill>
                <a:srgbClr val="FF0000"/>
              </a:solidFill>
            </a:endParaRPr>
          </a:p>
        </p:txBody>
      </p:sp>
      <p:sp>
        <p:nvSpPr>
          <p:cNvPr id="11" name="正方形/長方形 10">
            <a:extLst>
              <a:ext uri="{FF2B5EF4-FFF2-40B4-BE49-F238E27FC236}">
                <a16:creationId xmlns:a16="http://schemas.microsoft.com/office/drawing/2014/main" id="{0EEF962E-0924-CE70-9194-2C6A25D678BA}"/>
              </a:ext>
            </a:extLst>
          </p:cNvPr>
          <p:cNvSpPr/>
          <p:nvPr/>
        </p:nvSpPr>
        <p:spPr>
          <a:xfrm>
            <a:off x="6708977" y="1987577"/>
            <a:ext cx="512667" cy="180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lnSpc>
                <a:spcPts val="600"/>
              </a:lnSpc>
            </a:pPr>
            <a:r>
              <a:rPr lang="en-US" altLang="ja-JP" sz="550">
                <a:solidFill>
                  <a:schemeClr val="tx1"/>
                </a:solidFill>
              </a:rPr>
              <a:t>8th Steering Committee</a:t>
            </a:r>
          </a:p>
          <a:p>
            <a:pPr algn="ctr">
              <a:lnSpc>
                <a:spcPts val="600"/>
              </a:lnSpc>
            </a:pPr>
            <a:r>
              <a:rPr lang="en-US" altLang="ja-JP" sz="550">
                <a:solidFill>
                  <a:schemeClr val="tx1"/>
                </a:solidFill>
              </a:rPr>
              <a:t>▼</a:t>
            </a:r>
            <a:endParaRPr lang="ja-JP" altLang="en-US" sz="550">
              <a:solidFill>
                <a:schemeClr val="tx1"/>
              </a:solidFill>
            </a:endParaRPr>
          </a:p>
        </p:txBody>
      </p:sp>
      <p:sp>
        <p:nvSpPr>
          <p:cNvPr id="12" name="正方形/長方形 11">
            <a:extLst>
              <a:ext uri="{FF2B5EF4-FFF2-40B4-BE49-F238E27FC236}">
                <a16:creationId xmlns:a16="http://schemas.microsoft.com/office/drawing/2014/main" id="{DB363861-7F53-D9DD-35DF-35F5CC23896C}"/>
              </a:ext>
            </a:extLst>
          </p:cNvPr>
          <p:cNvSpPr/>
          <p:nvPr/>
        </p:nvSpPr>
        <p:spPr>
          <a:xfrm>
            <a:off x="5785867" y="1981227"/>
            <a:ext cx="516955" cy="180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lnSpc>
                <a:spcPts val="600"/>
              </a:lnSpc>
            </a:pPr>
            <a:r>
              <a:rPr lang="en-US" altLang="ja-JP" sz="550">
                <a:solidFill>
                  <a:schemeClr val="tx1"/>
                </a:solidFill>
              </a:rPr>
              <a:t>7th Steering Committee</a:t>
            </a:r>
          </a:p>
          <a:p>
            <a:pPr algn="ctr">
              <a:lnSpc>
                <a:spcPts val="600"/>
              </a:lnSpc>
            </a:pPr>
            <a:r>
              <a:rPr lang="en-US" altLang="ja-JP" sz="550">
                <a:solidFill>
                  <a:schemeClr val="tx1"/>
                </a:solidFill>
              </a:rPr>
              <a:t>▼</a:t>
            </a:r>
            <a:endParaRPr lang="ja-JP" altLang="en-US" sz="550">
              <a:solidFill>
                <a:schemeClr val="tx1"/>
              </a:solidFill>
            </a:endParaRPr>
          </a:p>
        </p:txBody>
      </p:sp>
      <p:sp>
        <p:nvSpPr>
          <p:cNvPr id="13" name="正方形/長方形 12">
            <a:extLst>
              <a:ext uri="{FF2B5EF4-FFF2-40B4-BE49-F238E27FC236}">
                <a16:creationId xmlns:a16="http://schemas.microsoft.com/office/drawing/2014/main" id="{5C028C17-1A27-AA6A-6532-95D9ED6D2D8C}"/>
              </a:ext>
            </a:extLst>
          </p:cNvPr>
          <p:cNvSpPr/>
          <p:nvPr/>
        </p:nvSpPr>
        <p:spPr>
          <a:xfrm>
            <a:off x="5096458" y="1990752"/>
            <a:ext cx="787096" cy="16510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lnSpc>
                <a:spcPts val="600"/>
              </a:lnSpc>
            </a:pPr>
            <a:r>
              <a:rPr lang="en-US" altLang="ja-JP" sz="550">
                <a:solidFill>
                  <a:schemeClr val="tx1"/>
                </a:solidFill>
              </a:rPr>
              <a:t>BoC / </a:t>
            </a:r>
          </a:p>
          <a:p>
            <a:pPr algn="ctr">
              <a:lnSpc>
                <a:spcPts val="600"/>
              </a:lnSpc>
            </a:pPr>
            <a:r>
              <a:rPr lang="en-US" altLang="ja-JP" sz="550">
                <a:solidFill>
                  <a:schemeClr val="tx1"/>
                </a:solidFill>
              </a:rPr>
              <a:t>BoD (BDI) ▼</a:t>
            </a:r>
            <a:endParaRPr lang="ja-JP" altLang="en-US" sz="550">
              <a:solidFill>
                <a:schemeClr val="tx1"/>
              </a:solidFill>
            </a:endParaRPr>
          </a:p>
        </p:txBody>
      </p:sp>
      <p:sp>
        <p:nvSpPr>
          <p:cNvPr id="14" name="正方形/長方形 13">
            <a:extLst>
              <a:ext uri="{FF2B5EF4-FFF2-40B4-BE49-F238E27FC236}">
                <a16:creationId xmlns:a16="http://schemas.microsoft.com/office/drawing/2014/main" id="{44443F2B-775A-32BB-4AD3-E5181ED86CC3}"/>
              </a:ext>
            </a:extLst>
          </p:cNvPr>
          <p:cNvSpPr/>
          <p:nvPr/>
        </p:nvSpPr>
        <p:spPr>
          <a:xfrm>
            <a:off x="3166012" y="1766431"/>
            <a:ext cx="1043416" cy="180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nSpc>
                <a:spcPts val="600"/>
              </a:lnSpc>
            </a:pPr>
            <a:r>
              <a:rPr lang="en-US" altLang="ja-JP" sz="550">
                <a:solidFill>
                  <a:schemeClr val="tx1"/>
                </a:solidFill>
              </a:rPr>
              <a:t>Voluntary Announcement ▼</a:t>
            </a:r>
          </a:p>
        </p:txBody>
      </p:sp>
      <p:sp>
        <p:nvSpPr>
          <p:cNvPr id="15" name="正方形/長方形 14">
            <a:extLst>
              <a:ext uri="{FF2B5EF4-FFF2-40B4-BE49-F238E27FC236}">
                <a16:creationId xmlns:a16="http://schemas.microsoft.com/office/drawing/2014/main" id="{025E75A3-59E7-E318-90E2-ED190CC38B56}"/>
              </a:ext>
            </a:extLst>
          </p:cNvPr>
          <p:cNvSpPr/>
          <p:nvPr/>
        </p:nvSpPr>
        <p:spPr>
          <a:xfrm>
            <a:off x="6232096" y="1769562"/>
            <a:ext cx="1003744" cy="180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nSpc>
                <a:spcPts val="600"/>
              </a:lnSpc>
            </a:pPr>
            <a:r>
              <a:rPr lang="en-US" altLang="ja-JP" sz="550">
                <a:solidFill>
                  <a:schemeClr val="tx1"/>
                </a:solidFill>
              </a:rPr>
              <a:t>Official Public Disclosure ▼</a:t>
            </a:r>
          </a:p>
        </p:txBody>
      </p:sp>
      <p:sp>
        <p:nvSpPr>
          <p:cNvPr id="16" name="正方形/長方形 15">
            <a:extLst>
              <a:ext uri="{FF2B5EF4-FFF2-40B4-BE49-F238E27FC236}">
                <a16:creationId xmlns:a16="http://schemas.microsoft.com/office/drawing/2014/main" id="{C909900C-E174-DBCB-BCD4-62441901B98C}"/>
              </a:ext>
            </a:extLst>
          </p:cNvPr>
          <p:cNvSpPr/>
          <p:nvPr/>
        </p:nvSpPr>
        <p:spPr>
          <a:xfrm>
            <a:off x="7395441" y="1769562"/>
            <a:ext cx="1062758" cy="180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nSpc>
                <a:spcPts val="600"/>
              </a:lnSpc>
            </a:pPr>
            <a:r>
              <a:rPr lang="en-US" altLang="ja-JP" sz="550">
                <a:solidFill>
                  <a:schemeClr val="tx1"/>
                </a:solidFill>
              </a:rPr>
              <a:t>▼ BDI Shareholders’ Meeting</a:t>
            </a:r>
          </a:p>
        </p:txBody>
      </p:sp>
      <p:cxnSp>
        <p:nvCxnSpPr>
          <p:cNvPr id="17" name="直線コネクタ 16">
            <a:extLst>
              <a:ext uri="{FF2B5EF4-FFF2-40B4-BE49-F238E27FC236}">
                <a16:creationId xmlns:a16="http://schemas.microsoft.com/office/drawing/2014/main" id="{3445C460-5C74-A5E7-58B0-6DD55BE1D166}"/>
              </a:ext>
            </a:extLst>
          </p:cNvPr>
          <p:cNvCxnSpPr>
            <a:cxnSpLocks/>
          </p:cNvCxnSpPr>
          <p:nvPr/>
        </p:nvCxnSpPr>
        <p:spPr>
          <a:xfrm>
            <a:off x="8247341" y="2083596"/>
            <a:ext cx="0" cy="2866917"/>
          </a:xfrm>
          <a:prstGeom prst="line">
            <a:avLst/>
          </a:prstGeom>
          <a:ln w="12700">
            <a:solidFill>
              <a:srgbClr val="FF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3642D660-DA17-1E61-700B-D2751A511DD3}"/>
              </a:ext>
            </a:extLst>
          </p:cNvPr>
          <p:cNvSpPr/>
          <p:nvPr/>
        </p:nvSpPr>
        <p:spPr>
          <a:xfrm>
            <a:off x="4489202" y="1936777"/>
            <a:ext cx="672795" cy="180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nSpc>
                <a:spcPts val="600"/>
              </a:lnSpc>
            </a:pPr>
            <a:r>
              <a:rPr lang="en-US" altLang="ja-JP" sz="550" b="1">
                <a:solidFill>
                  <a:srgbClr val="FF0000"/>
                </a:solidFill>
              </a:rPr>
              <a:t>▼ Executive</a:t>
            </a:r>
          </a:p>
          <a:p>
            <a:pPr>
              <a:lnSpc>
                <a:spcPts val="600"/>
              </a:lnSpc>
            </a:pPr>
            <a:r>
              <a:rPr lang="en-US" altLang="ja-JP" sz="550" b="1">
                <a:solidFill>
                  <a:srgbClr val="FF0000"/>
                </a:solidFill>
              </a:rPr>
              <a:t>    Management</a:t>
            </a:r>
          </a:p>
          <a:p>
            <a:pPr>
              <a:lnSpc>
                <a:spcPts val="600"/>
              </a:lnSpc>
            </a:pPr>
            <a:r>
              <a:rPr lang="en-US" altLang="ja-JP" sz="550" b="1">
                <a:solidFill>
                  <a:srgbClr val="FF0000"/>
                </a:solidFill>
              </a:rPr>
              <a:t>    Meeting</a:t>
            </a:r>
          </a:p>
        </p:txBody>
      </p:sp>
      <p:sp>
        <p:nvSpPr>
          <p:cNvPr id="19" name="正方形/長方形 18">
            <a:extLst>
              <a:ext uri="{FF2B5EF4-FFF2-40B4-BE49-F238E27FC236}">
                <a16:creationId xmlns:a16="http://schemas.microsoft.com/office/drawing/2014/main" id="{4548EF33-ED36-0493-671A-A3D08CEFB0FB}"/>
              </a:ext>
            </a:extLst>
          </p:cNvPr>
          <p:cNvSpPr/>
          <p:nvPr/>
        </p:nvSpPr>
        <p:spPr>
          <a:xfrm>
            <a:off x="3469219" y="1621477"/>
            <a:ext cx="3546223" cy="174760"/>
          </a:xfrm>
          <a:prstGeom prst="rect">
            <a:avLst/>
          </a:prstGeom>
          <a:solidFill>
            <a:schemeClr val="tx1">
              <a:lumMod val="50000"/>
              <a:lumOff val="50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75">
                <a:solidFill>
                  <a:schemeClr val="bg1"/>
                </a:solidFill>
              </a:rPr>
              <a:t>Integration Execution Period (Execution Phase)</a:t>
            </a:r>
            <a:endParaRPr lang="ja-JP" altLang="en-US" sz="675">
              <a:solidFill>
                <a:schemeClr val="bg1"/>
              </a:solidFill>
            </a:endParaRPr>
          </a:p>
        </p:txBody>
      </p:sp>
      <p:sp>
        <p:nvSpPr>
          <p:cNvPr id="20" name="吹き出し: 四角形 19">
            <a:extLst>
              <a:ext uri="{FF2B5EF4-FFF2-40B4-BE49-F238E27FC236}">
                <a16:creationId xmlns:a16="http://schemas.microsoft.com/office/drawing/2014/main" id="{816EA9FE-5F7A-40E1-71E3-386608C4AFD9}"/>
              </a:ext>
            </a:extLst>
          </p:cNvPr>
          <p:cNvSpPr/>
          <p:nvPr/>
        </p:nvSpPr>
        <p:spPr bwMode="gray">
          <a:xfrm>
            <a:off x="4489202" y="4958848"/>
            <a:ext cx="4335057" cy="168627"/>
          </a:xfrm>
          <a:prstGeom prst="wedgeRectCallout">
            <a:avLst>
              <a:gd name="adj1" fmla="val -57381"/>
              <a:gd name="adj2" fmla="val 96913"/>
            </a:avLst>
          </a:prstGeom>
          <a:noFill/>
          <a:ln w="6350">
            <a:noFill/>
            <a:miter lim="800000"/>
            <a:headEnd/>
            <a:tailEnd/>
          </a:ln>
          <a:effectLst/>
        </p:spPr>
        <p:txBody>
          <a:bodyPr vert="horz" wrap="square" lIns="36000" tIns="72000" rIns="36000" bIns="72000" numCol="1" rtlCol="0" anchor="ctr" anchorCtr="0" compatLnSpc="1">
            <a:prstTxWarp prst="textNoShape">
              <a:avLst/>
            </a:prstTxWarp>
            <a:noAutofit/>
          </a:bodyPr>
          <a:lstStyle/>
          <a:p>
            <a:pPr marR="0" algn="l" defTabSz="278593" rtl="0" eaLnBrk="1" fontAlgn="base" latinLnBrk="0" hangingPunct="1">
              <a:lnSpc>
                <a:spcPct val="100000"/>
              </a:lnSpc>
              <a:spcBef>
                <a:spcPct val="0"/>
              </a:spcBef>
              <a:spcAft>
                <a:spcPct val="0"/>
              </a:spcAft>
              <a:buClrTx/>
              <a:buSzTx/>
              <a:tabLst/>
            </a:pPr>
            <a:r>
              <a:rPr kumimoji="1" lang="en-US" altLang="ja-JP" sz="700" i="1"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 Including platform (segmentation, credit rating) and Tail Management operations.</a:t>
            </a:r>
            <a:endParaRPr kumimoji="1" lang="ja-JP" altLang="en-US" sz="700" i="1" u="none" strike="noStrike" kern="120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endParaRPr>
          </a:p>
        </p:txBody>
      </p:sp>
      <p:sp>
        <p:nvSpPr>
          <p:cNvPr id="21" name="正方形/長方形 20">
            <a:extLst>
              <a:ext uri="{FF2B5EF4-FFF2-40B4-BE49-F238E27FC236}">
                <a16:creationId xmlns:a16="http://schemas.microsoft.com/office/drawing/2014/main" id="{DF2BA5C9-1234-844C-370B-2714FAAC304C}"/>
              </a:ext>
            </a:extLst>
          </p:cNvPr>
          <p:cNvSpPr/>
          <p:nvPr/>
        </p:nvSpPr>
        <p:spPr>
          <a:xfrm>
            <a:off x="7050087" y="1619943"/>
            <a:ext cx="1180927" cy="174760"/>
          </a:xfrm>
          <a:prstGeom prst="rect">
            <a:avLst/>
          </a:prstGeom>
          <a:solidFill>
            <a:schemeClr val="tx1">
              <a:lumMod val="50000"/>
              <a:lumOff val="50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75">
                <a:solidFill>
                  <a:schemeClr val="bg1"/>
                </a:solidFill>
              </a:rPr>
              <a:t>Transition Preparation Period (Execution Phase)</a:t>
            </a:r>
            <a:endParaRPr lang="ja-JP" altLang="en-US" sz="675">
              <a:solidFill>
                <a:schemeClr val="bg1"/>
              </a:solidFill>
            </a:endParaRPr>
          </a:p>
        </p:txBody>
      </p:sp>
      <p:cxnSp>
        <p:nvCxnSpPr>
          <p:cNvPr id="22" name="直線コネクタ 21">
            <a:extLst>
              <a:ext uri="{FF2B5EF4-FFF2-40B4-BE49-F238E27FC236}">
                <a16:creationId xmlns:a16="http://schemas.microsoft.com/office/drawing/2014/main" id="{46A87B5D-3328-2162-EEC5-5DE131AAB640}"/>
              </a:ext>
            </a:extLst>
          </p:cNvPr>
          <p:cNvCxnSpPr>
            <a:cxnSpLocks/>
          </p:cNvCxnSpPr>
          <p:nvPr/>
        </p:nvCxnSpPr>
        <p:spPr>
          <a:xfrm>
            <a:off x="7910485" y="2178715"/>
            <a:ext cx="0" cy="2790716"/>
          </a:xfrm>
          <a:prstGeom prst="line">
            <a:avLst/>
          </a:prstGeom>
          <a:ln w="12700">
            <a:solidFill>
              <a:srgbClr val="FF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矢印: 五方向 22">
            <a:extLst>
              <a:ext uri="{FF2B5EF4-FFF2-40B4-BE49-F238E27FC236}">
                <a16:creationId xmlns:a16="http://schemas.microsoft.com/office/drawing/2014/main" id="{17AAD4B3-3831-CBBF-E38A-ACDA1750E58D}"/>
              </a:ext>
            </a:extLst>
          </p:cNvPr>
          <p:cNvSpPr/>
          <p:nvPr/>
        </p:nvSpPr>
        <p:spPr>
          <a:xfrm>
            <a:off x="7938233" y="2243648"/>
            <a:ext cx="292781" cy="2723553"/>
          </a:xfrm>
          <a:prstGeom prst="homePlate">
            <a:avLst>
              <a:gd name="adj" fmla="val 19006"/>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vert="vert270" lIns="0" tIns="0" rIns="0" bIns="0" rtlCol="0" anchor="ctr" anchorCtr="0"/>
          <a:lstStyle/>
          <a:p>
            <a:pPr algn="ctr"/>
            <a:r>
              <a:rPr lang="en-US" altLang="ja-JP" sz="600">
                <a:solidFill>
                  <a:schemeClr val="tx1"/>
                </a:solidFill>
              </a:rPr>
              <a:t>Final Decision</a:t>
            </a:r>
            <a:endParaRPr lang="ja-JP" altLang="en-US" sz="600">
              <a:solidFill>
                <a:schemeClr val="tx1"/>
              </a:solidFill>
            </a:endParaRPr>
          </a:p>
        </p:txBody>
      </p:sp>
      <p:sp>
        <p:nvSpPr>
          <p:cNvPr id="24" name="矢印: 五方向 23">
            <a:extLst>
              <a:ext uri="{FF2B5EF4-FFF2-40B4-BE49-F238E27FC236}">
                <a16:creationId xmlns:a16="http://schemas.microsoft.com/office/drawing/2014/main" id="{27F33CE5-6725-5B6C-F237-12933B1E3EA2}"/>
              </a:ext>
            </a:extLst>
          </p:cNvPr>
          <p:cNvSpPr/>
          <p:nvPr/>
        </p:nvSpPr>
        <p:spPr>
          <a:xfrm>
            <a:off x="2002420" y="2234621"/>
            <a:ext cx="927735" cy="2732580"/>
          </a:xfrm>
          <a:prstGeom prst="homePlate">
            <a:avLst>
              <a:gd name="adj" fmla="val 25782"/>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Identify key changes for the execution phase</a:t>
            </a:r>
            <a:endParaRPr lang="ja-JP" altLang="en-US" sz="600">
              <a:solidFill>
                <a:schemeClr val="tx1"/>
              </a:solidFill>
            </a:endParaRPr>
          </a:p>
        </p:txBody>
      </p:sp>
      <p:sp>
        <p:nvSpPr>
          <p:cNvPr id="25" name="矢印: 五方向 24">
            <a:extLst>
              <a:ext uri="{FF2B5EF4-FFF2-40B4-BE49-F238E27FC236}">
                <a16:creationId xmlns:a16="http://schemas.microsoft.com/office/drawing/2014/main" id="{7C3F47E4-2877-00CD-C43F-9394D80F4951}"/>
              </a:ext>
            </a:extLst>
          </p:cNvPr>
          <p:cNvSpPr/>
          <p:nvPr/>
        </p:nvSpPr>
        <p:spPr>
          <a:xfrm>
            <a:off x="2952918" y="2234621"/>
            <a:ext cx="490620" cy="2732580"/>
          </a:xfrm>
          <a:prstGeom prst="homePlate">
            <a:avLst>
              <a:gd name="adj" fmla="val 31883"/>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nchorCtr="0"/>
          <a:lstStyle/>
          <a:p>
            <a:pPr algn="ctr"/>
            <a:r>
              <a:rPr lang="en-US" altLang="ja-JP" sz="600">
                <a:solidFill>
                  <a:schemeClr val="tx1"/>
                </a:solidFill>
              </a:rPr>
              <a:t>Define </a:t>
            </a:r>
            <a:br>
              <a:rPr lang="en-US" altLang="ja-JP" sz="600">
                <a:solidFill>
                  <a:schemeClr val="tx1"/>
                </a:solidFill>
              </a:rPr>
            </a:br>
            <a:r>
              <a:rPr lang="en-US" altLang="ja-JP" sz="600">
                <a:solidFill>
                  <a:schemeClr val="tx1"/>
                </a:solidFill>
              </a:rPr>
              <a:t>WBS and</a:t>
            </a:r>
          </a:p>
          <a:p>
            <a:pPr algn="ctr"/>
            <a:r>
              <a:rPr lang="en-US" altLang="ja-JP" sz="600">
                <a:solidFill>
                  <a:schemeClr val="tx1"/>
                </a:solidFill>
              </a:rPr>
              <a:t>Schedule</a:t>
            </a:r>
            <a:endParaRPr lang="ja-JP" altLang="en-US" sz="600">
              <a:solidFill>
                <a:schemeClr val="tx1"/>
              </a:solidFill>
            </a:endParaRPr>
          </a:p>
        </p:txBody>
      </p:sp>
      <p:sp>
        <p:nvSpPr>
          <p:cNvPr id="26" name="矢印: 五方向 25">
            <a:extLst>
              <a:ext uri="{FF2B5EF4-FFF2-40B4-BE49-F238E27FC236}">
                <a16:creationId xmlns:a16="http://schemas.microsoft.com/office/drawing/2014/main" id="{00E45446-6FD6-E46B-16A2-39EF74619829}"/>
              </a:ext>
            </a:extLst>
          </p:cNvPr>
          <p:cNvSpPr/>
          <p:nvPr/>
        </p:nvSpPr>
        <p:spPr>
          <a:xfrm>
            <a:off x="3482432" y="2573778"/>
            <a:ext cx="1756560" cy="292032"/>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nchorCtr="0"/>
          <a:lstStyle/>
          <a:p>
            <a:pPr algn="ctr"/>
            <a:r>
              <a:rPr lang="en-US" altLang="ja-JP" sz="600">
                <a:solidFill>
                  <a:schemeClr val="tx1"/>
                </a:solidFill>
              </a:rPr>
              <a:t>Detail New Banking</a:t>
            </a:r>
            <a:br>
              <a:rPr lang="en-US" altLang="ja-JP" sz="600">
                <a:solidFill>
                  <a:schemeClr val="tx1"/>
                </a:solidFill>
              </a:rPr>
            </a:br>
            <a:r>
              <a:rPr lang="en-US" altLang="ja-JP" sz="600">
                <a:solidFill>
                  <a:schemeClr val="tx1"/>
                </a:solidFill>
              </a:rPr>
              <a:t>Operations and Processes</a:t>
            </a:r>
            <a:r>
              <a:rPr lang="en-US" altLang="ja-JP" sz="600" b="1">
                <a:solidFill>
                  <a:srgbClr val="FF0000"/>
                </a:solidFill>
              </a:rPr>
              <a:t>*</a:t>
            </a:r>
            <a:endParaRPr lang="ja-JP" altLang="en-US" sz="600" b="1">
              <a:solidFill>
                <a:srgbClr val="FF0000"/>
              </a:solidFill>
            </a:endParaRPr>
          </a:p>
        </p:txBody>
      </p:sp>
      <p:sp>
        <p:nvSpPr>
          <p:cNvPr id="27" name="矢印: 五方向 26">
            <a:extLst>
              <a:ext uri="{FF2B5EF4-FFF2-40B4-BE49-F238E27FC236}">
                <a16:creationId xmlns:a16="http://schemas.microsoft.com/office/drawing/2014/main" id="{B39660A8-4BB8-1C7B-8863-3CBB20C225C5}"/>
              </a:ext>
            </a:extLst>
          </p:cNvPr>
          <p:cNvSpPr/>
          <p:nvPr/>
        </p:nvSpPr>
        <p:spPr>
          <a:xfrm>
            <a:off x="5259738" y="2584730"/>
            <a:ext cx="1756560" cy="292032"/>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Update Procedure, Manuals and Rules</a:t>
            </a:r>
            <a:endParaRPr lang="ja-JP" altLang="en-US" sz="600">
              <a:solidFill>
                <a:schemeClr val="tx1"/>
              </a:solidFill>
            </a:endParaRPr>
          </a:p>
        </p:txBody>
      </p:sp>
      <p:sp>
        <p:nvSpPr>
          <p:cNvPr id="28" name="矢印: 五方向 27">
            <a:extLst>
              <a:ext uri="{FF2B5EF4-FFF2-40B4-BE49-F238E27FC236}">
                <a16:creationId xmlns:a16="http://schemas.microsoft.com/office/drawing/2014/main" id="{41DF0AE2-636D-3AE9-1070-1B0CA2DB3AC4}"/>
              </a:ext>
            </a:extLst>
          </p:cNvPr>
          <p:cNvSpPr/>
          <p:nvPr/>
        </p:nvSpPr>
        <p:spPr>
          <a:xfrm>
            <a:off x="7062317" y="2243647"/>
            <a:ext cx="867438" cy="2378998"/>
          </a:xfrm>
          <a:prstGeom prst="homePlate">
            <a:avLst>
              <a:gd name="adj" fmla="val 19006"/>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Prepare for Integration Transition</a:t>
            </a:r>
            <a:endParaRPr lang="ja-JP" altLang="en-US" sz="600">
              <a:solidFill>
                <a:schemeClr val="tx1"/>
              </a:solidFill>
            </a:endParaRPr>
          </a:p>
        </p:txBody>
      </p:sp>
      <p:sp>
        <p:nvSpPr>
          <p:cNvPr id="29" name="矢印: 五方向 28">
            <a:extLst>
              <a:ext uri="{FF2B5EF4-FFF2-40B4-BE49-F238E27FC236}">
                <a16:creationId xmlns:a16="http://schemas.microsoft.com/office/drawing/2014/main" id="{14CFC1FF-A594-F6D4-4B30-41CEB358D438}"/>
              </a:ext>
            </a:extLst>
          </p:cNvPr>
          <p:cNvSpPr/>
          <p:nvPr/>
        </p:nvSpPr>
        <p:spPr>
          <a:xfrm>
            <a:off x="3482431" y="3981437"/>
            <a:ext cx="1756559" cy="292032"/>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Design Organization </a:t>
            </a:r>
            <a:br>
              <a:rPr lang="en-US" altLang="ja-JP" sz="600">
                <a:solidFill>
                  <a:schemeClr val="tx1"/>
                </a:solidFill>
              </a:rPr>
            </a:br>
            <a:r>
              <a:rPr lang="en-US" altLang="ja-JP" sz="600">
                <a:solidFill>
                  <a:schemeClr val="tx1"/>
                </a:solidFill>
              </a:rPr>
              <a:t>and HR Schemes &lt;HR&gt;</a:t>
            </a:r>
            <a:endParaRPr lang="ja-JP" altLang="en-US" sz="600">
              <a:solidFill>
                <a:schemeClr val="tx1"/>
              </a:solidFill>
            </a:endParaRPr>
          </a:p>
        </p:txBody>
      </p:sp>
      <p:sp>
        <p:nvSpPr>
          <p:cNvPr id="30" name="矢印: 五方向 29">
            <a:extLst>
              <a:ext uri="{FF2B5EF4-FFF2-40B4-BE49-F238E27FC236}">
                <a16:creationId xmlns:a16="http://schemas.microsoft.com/office/drawing/2014/main" id="{EAB323AD-A2B1-D95E-642E-C74274BC7F12}"/>
              </a:ext>
            </a:extLst>
          </p:cNvPr>
          <p:cNvSpPr/>
          <p:nvPr/>
        </p:nvSpPr>
        <p:spPr>
          <a:xfrm>
            <a:off x="5259737" y="3981437"/>
            <a:ext cx="1756559" cy="292032"/>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Design Detailed Organization</a:t>
            </a:r>
            <a:br>
              <a:rPr lang="en-US" altLang="ja-JP" sz="600">
                <a:solidFill>
                  <a:schemeClr val="tx1"/>
                </a:solidFill>
              </a:rPr>
            </a:br>
            <a:r>
              <a:rPr lang="en-US" altLang="ja-JP" sz="600">
                <a:solidFill>
                  <a:schemeClr val="tx1"/>
                </a:solidFill>
              </a:rPr>
              <a:t>Structure &lt;each WG&gt;</a:t>
            </a:r>
            <a:endParaRPr lang="ja-JP" altLang="en-US" sz="600">
              <a:solidFill>
                <a:schemeClr val="tx1"/>
              </a:solidFill>
            </a:endParaRPr>
          </a:p>
        </p:txBody>
      </p:sp>
      <p:sp>
        <p:nvSpPr>
          <p:cNvPr id="31" name="矢印: 五方向 30">
            <a:extLst>
              <a:ext uri="{FF2B5EF4-FFF2-40B4-BE49-F238E27FC236}">
                <a16:creationId xmlns:a16="http://schemas.microsoft.com/office/drawing/2014/main" id="{1770C202-0E35-8F5E-3555-85849E85C042}"/>
              </a:ext>
            </a:extLst>
          </p:cNvPr>
          <p:cNvSpPr/>
          <p:nvPr/>
        </p:nvSpPr>
        <p:spPr>
          <a:xfrm>
            <a:off x="5258885" y="4332795"/>
            <a:ext cx="875984" cy="292032"/>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Develop Training Plan</a:t>
            </a:r>
            <a:endParaRPr lang="ja-JP" altLang="en-US" sz="600">
              <a:solidFill>
                <a:schemeClr val="tx1"/>
              </a:solidFill>
            </a:endParaRPr>
          </a:p>
        </p:txBody>
      </p:sp>
      <p:sp>
        <p:nvSpPr>
          <p:cNvPr id="33" name="矢印: 五方向 32">
            <a:extLst>
              <a:ext uri="{FF2B5EF4-FFF2-40B4-BE49-F238E27FC236}">
                <a16:creationId xmlns:a16="http://schemas.microsoft.com/office/drawing/2014/main" id="{8A34380F-9701-B433-43A5-3DE202AF9868}"/>
              </a:ext>
            </a:extLst>
          </p:cNvPr>
          <p:cNvSpPr/>
          <p:nvPr/>
        </p:nvSpPr>
        <p:spPr>
          <a:xfrm>
            <a:off x="6149448" y="4330613"/>
            <a:ext cx="875984" cy="292032"/>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Execute Training</a:t>
            </a:r>
            <a:endParaRPr lang="ja-JP" altLang="en-US" sz="600">
              <a:solidFill>
                <a:schemeClr val="tx1"/>
              </a:solidFill>
            </a:endParaRPr>
          </a:p>
        </p:txBody>
      </p:sp>
      <p:sp>
        <p:nvSpPr>
          <p:cNvPr id="34" name="矢印: 五方向 33">
            <a:extLst>
              <a:ext uri="{FF2B5EF4-FFF2-40B4-BE49-F238E27FC236}">
                <a16:creationId xmlns:a16="http://schemas.microsoft.com/office/drawing/2014/main" id="{4D66B157-B85E-E4FE-8948-22465C5F28CA}"/>
              </a:ext>
            </a:extLst>
          </p:cNvPr>
          <p:cNvSpPr/>
          <p:nvPr/>
        </p:nvSpPr>
        <p:spPr>
          <a:xfrm>
            <a:off x="6748462" y="4679788"/>
            <a:ext cx="603251" cy="292032"/>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Plan and Prepare UAT</a:t>
            </a:r>
            <a:endParaRPr lang="ja-JP" altLang="en-US" sz="600">
              <a:solidFill>
                <a:schemeClr val="tx1"/>
              </a:solidFill>
            </a:endParaRPr>
          </a:p>
        </p:txBody>
      </p:sp>
      <p:sp>
        <p:nvSpPr>
          <p:cNvPr id="35" name="矢印: 五方向 34">
            <a:extLst>
              <a:ext uri="{FF2B5EF4-FFF2-40B4-BE49-F238E27FC236}">
                <a16:creationId xmlns:a16="http://schemas.microsoft.com/office/drawing/2014/main" id="{5A6E49D1-BB2A-387B-CF06-117ACDD58532}"/>
              </a:ext>
            </a:extLst>
          </p:cNvPr>
          <p:cNvSpPr/>
          <p:nvPr/>
        </p:nvSpPr>
        <p:spPr>
          <a:xfrm>
            <a:off x="7351714" y="4679788"/>
            <a:ext cx="578042" cy="292032"/>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Execute UAT</a:t>
            </a:r>
            <a:endParaRPr lang="ja-JP" altLang="en-US" sz="600">
              <a:solidFill>
                <a:schemeClr val="tx1"/>
              </a:solidFill>
            </a:endParaRPr>
          </a:p>
        </p:txBody>
      </p:sp>
      <p:sp>
        <p:nvSpPr>
          <p:cNvPr id="36" name="矢印: 五方向 35">
            <a:extLst>
              <a:ext uri="{FF2B5EF4-FFF2-40B4-BE49-F238E27FC236}">
                <a16:creationId xmlns:a16="http://schemas.microsoft.com/office/drawing/2014/main" id="{C6E4D668-F555-7093-3C8D-63FAD885EF58}"/>
              </a:ext>
            </a:extLst>
          </p:cNvPr>
          <p:cNvSpPr/>
          <p:nvPr/>
        </p:nvSpPr>
        <p:spPr>
          <a:xfrm>
            <a:off x="3482433" y="3283085"/>
            <a:ext cx="571856" cy="292032"/>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nchorCtr="0"/>
          <a:lstStyle/>
          <a:p>
            <a:pPr algn="ctr"/>
            <a:r>
              <a:rPr lang="en-US" altLang="ja-JP" sz="600">
                <a:solidFill>
                  <a:schemeClr val="tx1"/>
                </a:solidFill>
              </a:rPr>
              <a:t>Prepare for</a:t>
            </a:r>
            <a:br>
              <a:rPr lang="en-US" altLang="ja-JP" sz="600">
                <a:solidFill>
                  <a:schemeClr val="tx1"/>
                </a:solidFill>
              </a:rPr>
            </a:br>
            <a:r>
              <a:rPr lang="en-US" altLang="ja-JP" sz="600">
                <a:solidFill>
                  <a:schemeClr val="tx1"/>
                </a:solidFill>
              </a:rPr>
              <a:t>Voluntary</a:t>
            </a:r>
            <a:br>
              <a:rPr lang="en-US" altLang="ja-JP" sz="600">
                <a:solidFill>
                  <a:schemeClr val="tx1"/>
                </a:solidFill>
              </a:rPr>
            </a:br>
            <a:r>
              <a:rPr lang="en-US" altLang="ja-JP" sz="600">
                <a:solidFill>
                  <a:schemeClr val="tx1"/>
                </a:solidFill>
              </a:rPr>
              <a:t>Announcement</a:t>
            </a:r>
            <a:endParaRPr lang="ja-JP" altLang="en-US" sz="600">
              <a:solidFill>
                <a:schemeClr val="tx1"/>
              </a:solidFill>
            </a:endParaRPr>
          </a:p>
        </p:txBody>
      </p:sp>
      <p:sp>
        <p:nvSpPr>
          <p:cNvPr id="37" name="矢印: 五方向 36">
            <a:extLst>
              <a:ext uri="{FF2B5EF4-FFF2-40B4-BE49-F238E27FC236}">
                <a16:creationId xmlns:a16="http://schemas.microsoft.com/office/drawing/2014/main" id="{8766463B-06E7-E8F0-2EC2-842EC81399C6}"/>
              </a:ext>
            </a:extLst>
          </p:cNvPr>
          <p:cNvSpPr/>
          <p:nvPr/>
        </p:nvSpPr>
        <p:spPr>
          <a:xfrm>
            <a:off x="4070410" y="3283085"/>
            <a:ext cx="2945885" cy="135132"/>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Customer Explanation and Consent Acquisition /</a:t>
            </a:r>
            <a:br>
              <a:rPr lang="en-US" altLang="ja-JP" sz="600">
                <a:solidFill>
                  <a:schemeClr val="tx1"/>
                </a:solidFill>
              </a:rPr>
            </a:br>
            <a:r>
              <a:rPr lang="en-US" altLang="ja-JP" sz="600">
                <a:solidFill>
                  <a:schemeClr val="tx1"/>
                </a:solidFill>
              </a:rPr>
              <a:t>Internal Communications</a:t>
            </a:r>
            <a:endParaRPr lang="ja-JP" altLang="en-US" sz="600">
              <a:solidFill>
                <a:schemeClr val="tx1"/>
              </a:solidFill>
            </a:endParaRPr>
          </a:p>
        </p:txBody>
      </p:sp>
      <p:sp>
        <p:nvSpPr>
          <p:cNvPr id="38" name="矢印: 五方向 37">
            <a:extLst>
              <a:ext uri="{FF2B5EF4-FFF2-40B4-BE49-F238E27FC236}">
                <a16:creationId xmlns:a16="http://schemas.microsoft.com/office/drawing/2014/main" id="{B7A43262-9F3C-4A30-C1FB-F012138C8E5E}"/>
              </a:ext>
            </a:extLst>
          </p:cNvPr>
          <p:cNvSpPr/>
          <p:nvPr/>
        </p:nvSpPr>
        <p:spPr>
          <a:xfrm>
            <a:off x="3482433" y="3632262"/>
            <a:ext cx="1756557" cy="292032"/>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Plan for Re-location and Vendor Arrangements &lt;PMO&gt;</a:t>
            </a:r>
            <a:endParaRPr lang="ja-JP" altLang="en-US" sz="600">
              <a:solidFill>
                <a:schemeClr val="tx1"/>
              </a:solidFill>
            </a:endParaRPr>
          </a:p>
        </p:txBody>
      </p:sp>
      <p:sp>
        <p:nvSpPr>
          <p:cNvPr id="39" name="矢印: 五方向 38">
            <a:extLst>
              <a:ext uri="{FF2B5EF4-FFF2-40B4-BE49-F238E27FC236}">
                <a16:creationId xmlns:a16="http://schemas.microsoft.com/office/drawing/2014/main" id="{9B0DC4A3-B598-F948-1DDE-ACF1BD59A91F}"/>
              </a:ext>
            </a:extLst>
          </p:cNvPr>
          <p:cNvSpPr/>
          <p:nvPr/>
        </p:nvSpPr>
        <p:spPr>
          <a:xfrm>
            <a:off x="5258885" y="3632262"/>
            <a:ext cx="1756557" cy="292032"/>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Detail Migration Tasks and Operational Design for Locations</a:t>
            </a:r>
            <a:endParaRPr lang="ja-JP" altLang="en-US" sz="600">
              <a:solidFill>
                <a:schemeClr val="tx1"/>
              </a:solidFill>
            </a:endParaRPr>
          </a:p>
        </p:txBody>
      </p:sp>
      <p:sp>
        <p:nvSpPr>
          <p:cNvPr id="40" name="矢印: 五方向 39">
            <a:extLst>
              <a:ext uri="{FF2B5EF4-FFF2-40B4-BE49-F238E27FC236}">
                <a16:creationId xmlns:a16="http://schemas.microsoft.com/office/drawing/2014/main" id="{8C3263B9-3D76-1035-5B49-EA687C4AC52F}"/>
              </a:ext>
            </a:extLst>
          </p:cNvPr>
          <p:cNvSpPr/>
          <p:nvPr/>
        </p:nvSpPr>
        <p:spPr>
          <a:xfrm>
            <a:off x="3477784" y="2234620"/>
            <a:ext cx="1470983" cy="292032"/>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nchorCtr="0"/>
          <a:lstStyle/>
          <a:p>
            <a:pPr algn="ctr"/>
            <a:r>
              <a:rPr lang="en-US" altLang="ja-JP" sz="600">
                <a:solidFill>
                  <a:schemeClr val="tx1"/>
                </a:solidFill>
              </a:rPr>
              <a:t>Prepare Integration Plan Draft</a:t>
            </a:r>
            <a:endParaRPr lang="ja-JP" altLang="en-US" sz="600">
              <a:solidFill>
                <a:schemeClr val="tx1"/>
              </a:solidFill>
            </a:endParaRPr>
          </a:p>
        </p:txBody>
      </p:sp>
      <p:sp>
        <p:nvSpPr>
          <p:cNvPr id="41" name="矢印: 五方向 40">
            <a:extLst>
              <a:ext uri="{FF2B5EF4-FFF2-40B4-BE49-F238E27FC236}">
                <a16:creationId xmlns:a16="http://schemas.microsoft.com/office/drawing/2014/main" id="{FF274EE3-5E15-437A-2849-BA4D79445B63}"/>
              </a:ext>
            </a:extLst>
          </p:cNvPr>
          <p:cNvSpPr/>
          <p:nvPr/>
        </p:nvSpPr>
        <p:spPr>
          <a:xfrm>
            <a:off x="4965094" y="2404284"/>
            <a:ext cx="2046556" cy="133321"/>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Pre‑negotiation on Integration Plan and</a:t>
            </a:r>
            <a:br>
              <a:rPr lang="en-US" altLang="ja-JP" sz="600">
                <a:solidFill>
                  <a:schemeClr val="tx1"/>
                </a:solidFill>
              </a:rPr>
            </a:br>
            <a:r>
              <a:rPr lang="en-US" altLang="ja-JP" sz="600">
                <a:solidFill>
                  <a:schemeClr val="tx1"/>
                </a:solidFill>
              </a:rPr>
              <a:t>Detail Integration Content</a:t>
            </a:r>
            <a:endParaRPr lang="ja-JP" altLang="en-US" sz="600">
              <a:solidFill>
                <a:schemeClr val="tx1"/>
              </a:solidFill>
            </a:endParaRPr>
          </a:p>
        </p:txBody>
      </p:sp>
      <p:sp>
        <p:nvSpPr>
          <p:cNvPr id="44" name="矢印: 五方向 43">
            <a:extLst>
              <a:ext uri="{FF2B5EF4-FFF2-40B4-BE49-F238E27FC236}">
                <a16:creationId xmlns:a16="http://schemas.microsoft.com/office/drawing/2014/main" id="{8B79C576-9436-CBEA-77A0-ECE4682A13B5}"/>
              </a:ext>
            </a:extLst>
          </p:cNvPr>
          <p:cNvSpPr/>
          <p:nvPr/>
        </p:nvSpPr>
        <p:spPr>
          <a:xfrm>
            <a:off x="4965091" y="2247232"/>
            <a:ext cx="889119" cy="133321"/>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1</a:t>
            </a:r>
            <a:r>
              <a:rPr lang="en-US" altLang="ja-JP" sz="600" baseline="30000">
                <a:solidFill>
                  <a:schemeClr val="tx1"/>
                </a:solidFill>
              </a:rPr>
              <a:t>st</a:t>
            </a:r>
            <a:r>
              <a:rPr lang="en-US" altLang="ja-JP" sz="600">
                <a:solidFill>
                  <a:schemeClr val="tx1"/>
                </a:solidFill>
              </a:rPr>
              <a:t> Finalization</a:t>
            </a:r>
            <a:endParaRPr lang="ja-JP" altLang="en-US" sz="600">
              <a:solidFill>
                <a:schemeClr val="tx1"/>
              </a:solidFill>
            </a:endParaRPr>
          </a:p>
        </p:txBody>
      </p:sp>
      <p:sp>
        <p:nvSpPr>
          <p:cNvPr id="45" name="矢印: 五方向 44">
            <a:extLst>
              <a:ext uri="{FF2B5EF4-FFF2-40B4-BE49-F238E27FC236}">
                <a16:creationId xmlns:a16="http://schemas.microsoft.com/office/drawing/2014/main" id="{280C1E5D-8CF2-5A88-E9A9-294CAD5EF3C4}"/>
              </a:ext>
            </a:extLst>
          </p:cNvPr>
          <p:cNvSpPr/>
          <p:nvPr/>
        </p:nvSpPr>
        <p:spPr>
          <a:xfrm>
            <a:off x="5859344" y="2247232"/>
            <a:ext cx="585906" cy="133321"/>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2</a:t>
            </a:r>
            <a:r>
              <a:rPr lang="en-US" altLang="ja-JP" sz="600" baseline="30000">
                <a:solidFill>
                  <a:schemeClr val="tx1"/>
                </a:solidFill>
              </a:rPr>
              <a:t>nd</a:t>
            </a:r>
            <a:r>
              <a:rPr lang="en-US" altLang="ja-JP" sz="600">
                <a:solidFill>
                  <a:schemeClr val="tx1"/>
                </a:solidFill>
              </a:rPr>
              <a:t> Finalization</a:t>
            </a:r>
            <a:endParaRPr lang="ja-JP" altLang="en-US" sz="600">
              <a:solidFill>
                <a:schemeClr val="tx1"/>
              </a:solidFill>
            </a:endParaRPr>
          </a:p>
        </p:txBody>
      </p:sp>
      <p:sp>
        <p:nvSpPr>
          <p:cNvPr id="46" name="矢印: 五方向 45">
            <a:extLst>
              <a:ext uri="{FF2B5EF4-FFF2-40B4-BE49-F238E27FC236}">
                <a16:creationId xmlns:a16="http://schemas.microsoft.com/office/drawing/2014/main" id="{F2BC26A6-DD0E-A991-2661-D8D8A9CBB32C}"/>
              </a:ext>
            </a:extLst>
          </p:cNvPr>
          <p:cNvSpPr/>
          <p:nvPr/>
        </p:nvSpPr>
        <p:spPr>
          <a:xfrm>
            <a:off x="6450214" y="2247232"/>
            <a:ext cx="561432" cy="133321"/>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Final Version</a:t>
            </a:r>
            <a:endParaRPr lang="ja-JP" altLang="en-US" sz="600">
              <a:solidFill>
                <a:schemeClr val="tx1"/>
              </a:solidFill>
            </a:endParaRPr>
          </a:p>
        </p:txBody>
      </p:sp>
      <p:sp>
        <p:nvSpPr>
          <p:cNvPr id="47" name="矢印: 五方向 46">
            <a:extLst>
              <a:ext uri="{FF2B5EF4-FFF2-40B4-BE49-F238E27FC236}">
                <a16:creationId xmlns:a16="http://schemas.microsoft.com/office/drawing/2014/main" id="{8853E0D3-BDCC-3352-AED0-6AC648CF479E}"/>
              </a:ext>
            </a:extLst>
          </p:cNvPr>
          <p:cNvSpPr/>
          <p:nvPr/>
        </p:nvSpPr>
        <p:spPr>
          <a:xfrm>
            <a:off x="3488926" y="2933907"/>
            <a:ext cx="2346843" cy="292032"/>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Formulate Next‑Fiscal‑Year Plan and Cascade to WG</a:t>
            </a:r>
            <a:br>
              <a:rPr lang="en-US" altLang="ja-JP" sz="600">
                <a:solidFill>
                  <a:schemeClr val="tx1"/>
                </a:solidFill>
              </a:rPr>
            </a:br>
            <a:r>
              <a:rPr lang="en-US" altLang="ja-JP" sz="600">
                <a:solidFill>
                  <a:schemeClr val="tx1"/>
                </a:solidFill>
              </a:rPr>
              <a:t>(subject to further discussions)</a:t>
            </a:r>
            <a:endParaRPr lang="ja-JP" altLang="en-US" sz="600">
              <a:solidFill>
                <a:schemeClr val="tx1"/>
              </a:solidFill>
            </a:endParaRPr>
          </a:p>
        </p:txBody>
      </p:sp>
      <p:sp>
        <p:nvSpPr>
          <p:cNvPr id="48" name="矢印: 五方向 47">
            <a:extLst>
              <a:ext uri="{FF2B5EF4-FFF2-40B4-BE49-F238E27FC236}">
                <a16:creationId xmlns:a16="http://schemas.microsoft.com/office/drawing/2014/main" id="{0CA8546F-ABDC-CAC8-2AA1-29C86628A116}"/>
              </a:ext>
            </a:extLst>
          </p:cNvPr>
          <p:cNvSpPr/>
          <p:nvPr/>
        </p:nvSpPr>
        <p:spPr>
          <a:xfrm>
            <a:off x="5854212" y="2933907"/>
            <a:ext cx="1171220" cy="292032"/>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Define KPI</a:t>
            </a:r>
            <a:br>
              <a:rPr lang="en-US" altLang="ja-JP" sz="600">
                <a:solidFill>
                  <a:schemeClr val="tx1"/>
                </a:solidFill>
              </a:rPr>
            </a:br>
            <a:r>
              <a:rPr lang="en-US" altLang="ja-JP" sz="600">
                <a:solidFill>
                  <a:schemeClr val="tx1"/>
                </a:solidFill>
              </a:rPr>
              <a:t>&lt;Each WG&gt;</a:t>
            </a:r>
            <a:endParaRPr lang="ja-JP" altLang="en-US" sz="600">
              <a:solidFill>
                <a:schemeClr val="tx1"/>
              </a:solidFill>
            </a:endParaRPr>
          </a:p>
        </p:txBody>
      </p:sp>
      <p:sp>
        <p:nvSpPr>
          <p:cNvPr id="49" name="矢印: 五方向 48">
            <a:extLst>
              <a:ext uri="{FF2B5EF4-FFF2-40B4-BE49-F238E27FC236}">
                <a16:creationId xmlns:a16="http://schemas.microsoft.com/office/drawing/2014/main" id="{CD7B2912-E369-5DDE-61F4-ADAB1BD85D60}"/>
              </a:ext>
            </a:extLst>
          </p:cNvPr>
          <p:cNvSpPr/>
          <p:nvPr/>
        </p:nvSpPr>
        <p:spPr>
          <a:xfrm>
            <a:off x="5854210" y="3441797"/>
            <a:ext cx="1156175" cy="133321"/>
          </a:xfrm>
          <a:prstGeom prst="homePlate">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r>
              <a:rPr lang="en-US" altLang="ja-JP" sz="600">
                <a:solidFill>
                  <a:schemeClr val="tx1"/>
                </a:solidFill>
              </a:rPr>
              <a:t>Prepare for Public Disclosure</a:t>
            </a:r>
            <a:endParaRPr lang="ja-JP" altLang="en-US" sz="600">
              <a:solidFill>
                <a:schemeClr val="tx1"/>
              </a:solidFill>
            </a:endParaRPr>
          </a:p>
        </p:txBody>
      </p:sp>
      <p:sp>
        <p:nvSpPr>
          <p:cNvPr id="143" name="正方形/長方形 142">
            <a:extLst>
              <a:ext uri="{FF2B5EF4-FFF2-40B4-BE49-F238E27FC236}">
                <a16:creationId xmlns:a16="http://schemas.microsoft.com/office/drawing/2014/main" id="{BA9B3558-73F1-1D05-8E49-64CB7A322DF2}"/>
              </a:ext>
            </a:extLst>
          </p:cNvPr>
          <p:cNvSpPr/>
          <p:nvPr/>
        </p:nvSpPr>
        <p:spPr>
          <a:xfrm>
            <a:off x="3475948" y="1445964"/>
            <a:ext cx="1188924" cy="351923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D0C7CF30-DCC9-DB33-29A6-D3BD1D93089C}"/>
              </a:ext>
            </a:extLst>
          </p:cNvPr>
          <p:cNvSpPr/>
          <p:nvPr/>
        </p:nvSpPr>
        <p:spPr>
          <a:xfrm>
            <a:off x="8318500" y="152400"/>
            <a:ext cx="615608" cy="324000"/>
          </a:xfrm>
          <a:prstGeom prst="rect">
            <a:avLst/>
          </a:prstGeom>
          <a:solidFill>
            <a:srgbClr val="FFFFCC"/>
          </a:solidFill>
          <a:ln w="6350">
            <a:solidFill>
              <a:schemeClr val="tx1"/>
            </a:solidFill>
          </a:ln>
          <a:effectLst/>
        </p:spPr>
        <p:style>
          <a:lnRef idx="1">
            <a:schemeClr val="accent1"/>
          </a:lnRef>
          <a:fillRef idx="3">
            <a:schemeClr val="accent1"/>
          </a:fillRef>
          <a:effectRef idx="2">
            <a:schemeClr val="accent1"/>
          </a:effectRef>
          <a:fontRef idx="minor">
            <a:schemeClr val="lt1"/>
          </a:fontRef>
        </p:style>
        <p:txBody>
          <a:bodyPr vert="horz" wrap="none" lIns="36000" rIns="36000" rtlCol="0" anchor="ctr">
            <a:noAutofit/>
          </a:bodyPr>
          <a:lstStyle/>
          <a:p>
            <a:pPr marL="0" marR="0" lvl="0" indent="0" algn="ctr" defTabSz="278600" rtl="0" eaLnBrk="1" fontAlgn="base" latinLnBrk="0" hangingPunct="1">
              <a:lnSpc>
                <a:spcPct val="100000"/>
              </a:lnSpc>
              <a:spcBef>
                <a:spcPct val="0"/>
              </a:spcBef>
              <a:spcAft>
                <a:spcPct val="0"/>
              </a:spcAft>
              <a:buClrTx/>
              <a:buSzTx/>
              <a:buFontTx/>
              <a:buNone/>
              <a:tabLst/>
              <a:defRPr/>
            </a:pPr>
            <a:r>
              <a:rPr lang="ja-JP" altLang="en-US" sz="1000" dirty="0">
                <a:solidFill>
                  <a:prstClr val="black"/>
                </a:solidFill>
                <a:latin typeface="Meiryo UI"/>
                <a:ea typeface="Meiryo UI"/>
                <a:cs typeface="Calibri" panose="020F0502020204030204" pitchFamily="34" charset="0"/>
              </a:rPr>
              <a:t>不変</a:t>
            </a:r>
            <a:endParaRPr kumimoji="1" lang="ja-JP" altLang="en-US" sz="1000" i="0" u="none" strike="noStrike" kern="1200" cap="none" spc="0" normalizeH="0" baseline="0" noProof="0" dirty="0">
              <a:ln>
                <a:noFill/>
              </a:ln>
              <a:solidFill>
                <a:prstClr val="black"/>
              </a:solidFill>
              <a:effectLst/>
              <a:uLnTx/>
              <a:uFillTx/>
              <a:latin typeface="Meiryo UI"/>
              <a:ea typeface="Meiryo UI"/>
              <a:cs typeface="Calibri" panose="020F0502020204030204" pitchFamily="34" charset="0"/>
            </a:endParaRPr>
          </a:p>
        </p:txBody>
      </p:sp>
    </p:spTree>
    <p:extLst>
      <p:ext uri="{BB962C8B-B14F-4D97-AF65-F5344CB8AC3E}">
        <p14:creationId xmlns:p14="http://schemas.microsoft.com/office/powerpoint/2010/main" val="2198843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B6BB8-3228-EA20-F22E-35EB1E3027AD}"/>
            </a:ext>
          </a:extLst>
        </p:cNvPr>
        <p:cNvGrpSpPr/>
        <p:nvPr/>
      </p:nvGrpSpPr>
      <p:grpSpPr>
        <a:xfrm>
          <a:off x="0" y="0"/>
          <a:ext cx="0" cy="0"/>
          <a:chOff x="0" y="0"/>
          <a:chExt cx="0" cy="0"/>
        </a:xfrm>
      </p:grpSpPr>
      <p:sp>
        <p:nvSpPr>
          <p:cNvPr id="5" name="テキスト プレースホルダー 19">
            <a:extLst>
              <a:ext uri="{FF2B5EF4-FFF2-40B4-BE49-F238E27FC236}">
                <a16:creationId xmlns:a16="http://schemas.microsoft.com/office/drawing/2014/main" id="{EC04A72D-F9E2-22A5-49E1-E936EB55FCB9}"/>
              </a:ext>
            </a:extLst>
          </p:cNvPr>
          <p:cNvSpPr>
            <a:spLocks noGrp="1"/>
          </p:cNvSpPr>
          <p:nvPr>
            <p:ph type="body" sz="quarter" idx="37"/>
          </p:nvPr>
        </p:nvSpPr>
        <p:spPr>
          <a:xfrm>
            <a:off x="225584" y="729086"/>
            <a:ext cx="8532000" cy="246221"/>
          </a:xfrm>
        </p:spPr>
        <p:txBody>
          <a:bodyPr vert="horz" lIns="0" tIns="0" rIns="0" bIns="0" rtlCol="0" anchor="t">
            <a:spAutoFit/>
          </a:bodyPr>
          <a:lstStyle/>
          <a:p>
            <a:r>
              <a:rPr lang="en-US" altLang="ja-JP">
                <a:latin typeface="Graphik" panose="020B0503030202060203" pitchFamily="34" charset="0"/>
              </a:rPr>
              <a:t>Below are the FA High Level Timeline.</a:t>
            </a:r>
            <a:endParaRPr lang="en-US" altLang="ja-JP">
              <a:latin typeface="Meiryo UI"/>
              <a:ea typeface="Meiryo UI"/>
            </a:endParaRPr>
          </a:p>
        </p:txBody>
      </p:sp>
      <p:sp>
        <p:nvSpPr>
          <p:cNvPr id="32" name="タイトル 3">
            <a:extLst>
              <a:ext uri="{FF2B5EF4-FFF2-40B4-BE49-F238E27FC236}">
                <a16:creationId xmlns:a16="http://schemas.microsoft.com/office/drawing/2014/main" id="{32A8BB7C-E98E-F819-8138-BCF7C87F340F}"/>
              </a:ext>
            </a:extLst>
          </p:cNvPr>
          <p:cNvSpPr>
            <a:spLocks noGrp="1"/>
          </p:cNvSpPr>
          <p:nvPr>
            <p:ph type="title"/>
          </p:nvPr>
        </p:nvSpPr>
        <p:spPr>
          <a:xfrm>
            <a:off x="225584" y="369598"/>
            <a:ext cx="8532000" cy="324000"/>
          </a:xfrm>
        </p:spPr>
        <p:txBody>
          <a:bodyPr/>
          <a:lstStyle/>
          <a:p>
            <a:r>
              <a:rPr lang="en-US" altLang="ja-JP">
                <a:latin typeface="Graphik" panose="020B0503030202060203" pitchFamily="34" charset="0"/>
              </a:rPr>
              <a:t>Timeline</a:t>
            </a:r>
            <a:r>
              <a:rPr lang="ja-JP" altLang="en-US">
                <a:latin typeface="Graphik" panose="020B0503030202060203" pitchFamily="34" charset="0"/>
              </a:rPr>
              <a:t>　</a:t>
            </a:r>
            <a:r>
              <a:rPr lang="en-US" altLang="ja-JP">
                <a:latin typeface="Graphik" panose="020B0503030202060203" pitchFamily="34" charset="0"/>
              </a:rPr>
              <a:t>FA - Structure</a:t>
            </a:r>
            <a:endParaRPr kumimoji="1" lang="ja-JP" altLang="en-US"/>
          </a:p>
        </p:txBody>
      </p:sp>
      <p:sp>
        <p:nvSpPr>
          <p:cNvPr id="70" name="テキスト プレースホルダー 69">
            <a:extLst>
              <a:ext uri="{FF2B5EF4-FFF2-40B4-BE49-F238E27FC236}">
                <a16:creationId xmlns:a16="http://schemas.microsoft.com/office/drawing/2014/main" id="{6943C1EF-D9CC-9B79-74E4-A32F159E2B0A}"/>
              </a:ext>
            </a:extLst>
          </p:cNvPr>
          <p:cNvSpPr>
            <a:spLocks noGrp="1"/>
          </p:cNvSpPr>
          <p:nvPr>
            <p:ph type="body" sz="quarter" idx="36"/>
          </p:nvPr>
        </p:nvSpPr>
        <p:spPr>
          <a:xfrm>
            <a:off x="225584" y="87891"/>
            <a:ext cx="8532000" cy="215444"/>
          </a:xfrm>
        </p:spPr>
        <p:txBody>
          <a:bodyPr/>
          <a:lstStyle/>
          <a:p>
            <a:r>
              <a:rPr lang="en-US" altLang="ja-JP" dirty="0">
                <a:solidFill>
                  <a:srgbClr val="460073"/>
                </a:solidFill>
              </a:rPr>
              <a:t>2. </a:t>
            </a:r>
            <a:r>
              <a:rPr lang="ja-JP" altLang="en-US" dirty="0">
                <a:solidFill>
                  <a:srgbClr val="460073"/>
                </a:solidFill>
              </a:rPr>
              <a:t>ご支援概要 </a:t>
            </a:r>
            <a:r>
              <a:rPr lang="en-US" altLang="ja-JP" dirty="0">
                <a:solidFill>
                  <a:srgbClr val="460073"/>
                </a:solidFill>
              </a:rPr>
              <a:t>(Approach)</a:t>
            </a:r>
            <a:endParaRPr lang="zh-TW" altLang="en-US" dirty="0">
              <a:solidFill>
                <a:srgbClr val="460073"/>
              </a:solidFill>
            </a:endParaRPr>
          </a:p>
        </p:txBody>
      </p:sp>
      <p:sp>
        <p:nvSpPr>
          <p:cNvPr id="2" name="正方形/長方形 4">
            <a:extLst>
              <a:ext uri="{FF2B5EF4-FFF2-40B4-BE49-F238E27FC236}">
                <a16:creationId xmlns:a16="http://schemas.microsoft.com/office/drawing/2014/main" id="{5A393501-87E4-3697-114E-B2920307C7E2}"/>
              </a:ext>
            </a:extLst>
          </p:cNvPr>
          <p:cNvSpPr/>
          <p:nvPr/>
        </p:nvSpPr>
        <p:spPr bwMode="gray">
          <a:xfrm>
            <a:off x="374924" y="1394945"/>
            <a:ext cx="867375" cy="364661"/>
          </a:xfrm>
          <a:prstGeom prst="rect">
            <a:avLst/>
          </a:prstGeom>
          <a:solidFill>
            <a:schemeClr val="tx1"/>
          </a:solidFill>
          <a:ln w="6350">
            <a:noFill/>
            <a:miter lim="800000"/>
            <a:headEnd/>
            <a:tailEnd/>
          </a:ln>
          <a:effectLst/>
        </p:spPr>
        <p:txBody>
          <a:bodyPr vert="horz" wrap="square" lIns="72000" tIns="72000" rIns="72000" bIns="72000" numCol="1" rtlCol="0" anchor="ctr" anchorCtr="0" compatLnSpc="1">
            <a:prstTxWarp prst="textNoShape">
              <a:avLst/>
            </a:prstTxWarp>
            <a:noAutofit/>
          </a:bodyPr>
          <a:lstStyle/>
          <a:p>
            <a:pPr algn="ctr" defTabSz="603472">
              <a:defRPr/>
            </a:pPr>
            <a:r>
              <a:rPr kumimoji="0" lang="en-US" altLang="ja-JP" sz="900" b="1" kern="0">
                <a:solidFill>
                  <a:prstClr val="white"/>
                </a:solidFill>
                <a:latin typeface="Graphik" panose="020B0503030202060203" pitchFamily="34" charset="0"/>
                <a:ea typeface="Meiryo UI" panose="020B0604030504040204" pitchFamily="50" charset="-128"/>
                <a:cs typeface="Calibri" panose="020F0502020204030204" pitchFamily="34" charset="0"/>
              </a:rPr>
              <a:t>Miles</a:t>
            </a:r>
            <a:r>
              <a:rPr kumimoji="0" lang="en-US" altLang="zh-CN" sz="900" b="1" kern="0">
                <a:solidFill>
                  <a:prstClr val="white"/>
                </a:solidFill>
                <a:latin typeface="Graphik" panose="020B0503030202060203" pitchFamily="34" charset="0"/>
                <a:ea typeface="Meiryo UI" panose="020B0604030504040204" pitchFamily="50" charset="-128"/>
                <a:cs typeface="Calibri" panose="020F0502020204030204" pitchFamily="34" charset="0"/>
              </a:rPr>
              <a:t>tone</a:t>
            </a:r>
            <a:endParaRPr lang="ja-JP" altLang="en-US" sz="900" b="1" kern="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cxnSp>
        <p:nvCxnSpPr>
          <p:cNvPr id="3" name="直線コネクタ 34">
            <a:extLst>
              <a:ext uri="{FF2B5EF4-FFF2-40B4-BE49-F238E27FC236}">
                <a16:creationId xmlns:a16="http://schemas.microsoft.com/office/drawing/2014/main" id="{07DC8155-5122-640D-9127-39ED41C67674}"/>
              </a:ext>
            </a:extLst>
          </p:cNvPr>
          <p:cNvCxnSpPr>
            <a:cxnSpLocks/>
          </p:cNvCxnSpPr>
          <p:nvPr/>
        </p:nvCxnSpPr>
        <p:spPr>
          <a:xfrm>
            <a:off x="373087" y="1787293"/>
            <a:ext cx="8452437" cy="0"/>
          </a:xfrm>
          <a:prstGeom prst="line">
            <a:avLst/>
          </a:prstGeom>
          <a:noFill/>
          <a:ln w="9525" cap="flat" cmpd="sng" algn="ctr">
            <a:solidFill>
              <a:sysClr val="window" lastClr="FFFFFF">
                <a:lumMod val="65000"/>
              </a:sysClr>
            </a:solidFill>
            <a:prstDash val="dash"/>
          </a:ln>
          <a:effectLst/>
        </p:spPr>
      </p:cxnSp>
      <p:sp>
        <p:nvSpPr>
          <p:cNvPr id="4" name="テキスト ボックス 3">
            <a:extLst>
              <a:ext uri="{FF2B5EF4-FFF2-40B4-BE49-F238E27FC236}">
                <a16:creationId xmlns:a16="http://schemas.microsoft.com/office/drawing/2014/main" id="{4CD93681-5601-AFB8-8A01-BFDA61E9055A}"/>
              </a:ext>
            </a:extLst>
          </p:cNvPr>
          <p:cNvSpPr txBox="1"/>
          <p:nvPr/>
        </p:nvSpPr>
        <p:spPr>
          <a:xfrm>
            <a:off x="8318500" y="1451296"/>
            <a:ext cx="293359" cy="115930"/>
          </a:xfrm>
          <a:prstGeom prst="rect">
            <a:avLst/>
          </a:prstGeom>
          <a:noFill/>
        </p:spPr>
        <p:txBody>
          <a:bodyPr wrap="none" rtlCol="0" anchor="t" anchorCtr="0">
            <a:noAutofit/>
          </a:bodyPr>
          <a:lstStyle>
            <a:defPPr>
              <a:defRPr lang="ja-JP"/>
            </a:defPPr>
            <a:lvl1pPr>
              <a:defRPr sz="788" b="1">
                <a:latin typeface="Meiryo UI" panose="020B0604030504040204" pitchFamily="50" charset="-128"/>
                <a:ea typeface="Meiryo UI" panose="020B0604030504040204" pitchFamily="50" charset="-128"/>
              </a:defRPr>
            </a:lvl1pPr>
          </a:lstStyle>
          <a:p>
            <a:pPr defTabSz="685738">
              <a:lnSpc>
                <a:spcPts val="525"/>
              </a:lnSpc>
              <a:defRPr/>
            </a:pPr>
            <a:r>
              <a:rPr lang="en-US" altLang="ja-JP" sz="700">
                <a:solidFill>
                  <a:srgbClr val="FF0000"/>
                </a:solidFill>
                <a:latin typeface="Graphik" panose="020B0503030202060203" pitchFamily="34" charset="0"/>
                <a:cs typeface="Calibri" panose="020F0502020204030204" pitchFamily="34" charset="0"/>
              </a:rPr>
              <a:t> LD1</a:t>
            </a:r>
            <a:endParaRPr lang="ja-JP" altLang="en-US" sz="700">
              <a:solidFill>
                <a:srgbClr val="FF0000"/>
              </a:solidFill>
              <a:latin typeface="Graphik" panose="020B0503030202060203" pitchFamily="34" charset="0"/>
              <a:cs typeface="Calibri" panose="020F0502020204030204" pitchFamily="34" charset="0"/>
            </a:endParaRPr>
          </a:p>
        </p:txBody>
      </p:sp>
      <p:sp>
        <p:nvSpPr>
          <p:cNvPr id="6" name="テキスト ボックス 5">
            <a:extLst>
              <a:ext uri="{FF2B5EF4-FFF2-40B4-BE49-F238E27FC236}">
                <a16:creationId xmlns:a16="http://schemas.microsoft.com/office/drawing/2014/main" id="{20D7929B-B9F8-AE4E-7DC3-49D857E3C7F6}"/>
              </a:ext>
            </a:extLst>
          </p:cNvPr>
          <p:cNvSpPr txBox="1"/>
          <p:nvPr/>
        </p:nvSpPr>
        <p:spPr>
          <a:xfrm>
            <a:off x="1460072" y="1451296"/>
            <a:ext cx="293359" cy="115930"/>
          </a:xfrm>
          <a:prstGeom prst="rect">
            <a:avLst/>
          </a:prstGeom>
          <a:noFill/>
        </p:spPr>
        <p:txBody>
          <a:bodyPr wrap="none" rtlCol="0" anchor="t" anchorCtr="0">
            <a:noAutofit/>
          </a:bodyPr>
          <a:lstStyle>
            <a:defPPr>
              <a:defRPr lang="ja-JP"/>
            </a:defPPr>
            <a:lvl1pPr>
              <a:defRPr sz="788" b="1">
                <a:latin typeface="Meiryo UI" panose="020B0604030504040204" pitchFamily="50" charset="-128"/>
                <a:ea typeface="Meiryo UI" panose="020B0604030504040204" pitchFamily="50" charset="-128"/>
              </a:defRPr>
            </a:lvl1pPr>
          </a:lstStyle>
          <a:p>
            <a:pPr defTabSz="685738">
              <a:lnSpc>
                <a:spcPts val="525"/>
              </a:lnSpc>
              <a:defRPr/>
            </a:pPr>
            <a:r>
              <a:rPr lang="en-US" altLang="ja-JP" sz="700">
                <a:solidFill>
                  <a:prstClr val="black"/>
                </a:solidFill>
                <a:latin typeface="Graphik" panose="020B0503030202060203" pitchFamily="34" charset="0"/>
                <a:cs typeface="Calibri" panose="020F0502020204030204" pitchFamily="34" charset="0"/>
              </a:rPr>
              <a:t>5</a:t>
            </a:r>
            <a:r>
              <a:rPr lang="en-US" altLang="zh-CN" sz="700" baseline="30000">
                <a:solidFill>
                  <a:prstClr val="black"/>
                </a:solidFill>
                <a:latin typeface="Graphik" panose="020B0503030202060203" pitchFamily="34" charset="0"/>
                <a:cs typeface="Calibri" panose="020F0502020204030204" pitchFamily="34" charset="0"/>
              </a:rPr>
              <a:t>th</a:t>
            </a:r>
            <a:r>
              <a:rPr lang="en-US" altLang="zh-CN" sz="700">
                <a:solidFill>
                  <a:prstClr val="black"/>
                </a:solidFill>
                <a:latin typeface="Graphik" panose="020B0503030202060203" pitchFamily="34" charset="0"/>
                <a:cs typeface="Calibri" panose="020F0502020204030204" pitchFamily="34" charset="0"/>
              </a:rPr>
              <a:t> Steer Co.</a:t>
            </a:r>
            <a:endParaRPr lang="ja-JP" altLang="en-US" sz="700">
              <a:solidFill>
                <a:prstClr val="black"/>
              </a:solidFill>
              <a:latin typeface="Graphik" panose="020B0503030202060203" pitchFamily="34" charset="0"/>
              <a:cs typeface="Calibri" panose="020F0502020204030204" pitchFamily="34" charset="0"/>
            </a:endParaRPr>
          </a:p>
        </p:txBody>
      </p:sp>
      <p:sp>
        <p:nvSpPr>
          <p:cNvPr id="7" name="二等辺三角形 6">
            <a:extLst>
              <a:ext uri="{FF2B5EF4-FFF2-40B4-BE49-F238E27FC236}">
                <a16:creationId xmlns:a16="http://schemas.microsoft.com/office/drawing/2014/main" id="{EC625111-4791-7BDA-85DA-740AB65085A5}"/>
              </a:ext>
            </a:extLst>
          </p:cNvPr>
          <p:cNvSpPr/>
          <p:nvPr/>
        </p:nvSpPr>
        <p:spPr>
          <a:xfrm rot="10800000">
            <a:off x="2351016" y="1394945"/>
            <a:ext cx="68275" cy="74433"/>
          </a:xfrm>
          <a:prstGeom prst="triangle">
            <a:avLst/>
          </a:prstGeom>
          <a:solidFill>
            <a:schemeClr val="tx1"/>
          </a:solidFill>
          <a:ln w="6350"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685738">
              <a:lnSpc>
                <a:spcPts val="525"/>
              </a:lnSpc>
              <a:spcBef>
                <a:spcPts val="600"/>
              </a:spcBef>
              <a:buClr>
                <a:prstClr val="black"/>
              </a:buClr>
              <a:tabLst>
                <a:tab pos="180959" algn="l"/>
              </a:tabLst>
              <a:defRPr/>
            </a:pPr>
            <a:endParaRPr lang="ja-JP" altLang="en-US" sz="400" kern="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8" name="テキスト ボックス 7">
            <a:extLst>
              <a:ext uri="{FF2B5EF4-FFF2-40B4-BE49-F238E27FC236}">
                <a16:creationId xmlns:a16="http://schemas.microsoft.com/office/drawing/2014/main" id="{7DD26045-CDA7-D1AD-A1DE-1D88502CB008}"/>
              </a:ext>
            </a:extLst>
          </p:cNvPr>
          <p:cNvSpPr txBox="1"/>
          <p:nvPr/>
        </p:nvSpPr>
        <p:spPr>
          <a:xfrm>
            <a:off x="2252281" y="1443278"/>
            <a:ext cx="293359" cy="115930"/>
          </a:xfrm>
          <a:prstGeom prst="rect">
            <a:avLst/>
          </a:prstGeom>
          <a:noFill/>
        </p:spPr>
        <p:txBody>
          <a:bodyPr wrap="none" rtlCol="0" anchor="t" anchorCtr="0">
            <a:noAutofit/>
          </a:bodyPr>
          <a:lstStyle>
            <a:defPPr>
              <a:defRPr lang="ja-JP"/>
            </a:defPPr>
            <a:lvl1pPr>
              <a:defRPr sz="788" b="1">
                <a:latin typeface="Meiryo UI" panose="020B0604030504040204" pitchFamily="50" charset="-128"/>
                <a:ea typeface="Meiryo UI" panose="020B0604030504040204" pitchFamily="50" charset="-128"/>
              </a:defRPr>
            </a:lvl1pPr>
          </a:lstStyle>
          <a:p>
            <a:pPr algn="ctr" defTabSz="685738">
              <a:lnSpc>
                <a:spcPts val="525"/>
              </a:lnSpc>
              <a:defRPr/>
            </a:pPr>
            <a:r>
              <a:rPr lang="en-US" altLang="ja-JP" sz="700">
                <a:solidFill>
                  <a:prstClr val="black"/>
                </a:solidFill>
                <a:latin typeface="Graphik" panose="020B0503030202060203" pitchFamily="34" charset="0"/>
                <a:cs typeface="Calibri" panose="020F0502020204030204" pitchFamily="34" charset="0"/>
              </a:rPr>
              <a:t> Executive</a:t>
            </a:r>
          </a:p>
          <a:p>
            <a:pPr algn="ctr" defTabSz="685738">
              <a:lnSpc>
                <a:spcPts val="525"/>
              </a:lnSpc>
              <a:defRPr/>
            </a:pPr>
            <a:r>
              <a:rPr lang="en-US" altLang="ja-JP" sz="700">
                <a:solidFill>
                  <a:prstClr val="black"/>
                </a:solidFill>
                <a:latin typeface="Graphik" panose="020B0503030202060203" pitchFamily="34" charset="0"/>
                <a:cs typeface="Calibri" panose="020F0502020204030204" pitchFamily="34" charset="0"/>
              </a:rPr>
              <a:t>    Management</a:t>
            </a:r>
          </a:p>
          <a:p>
            <a:pPr algn="ctr" defTabSz="685738">
              <a:lnSpc>
                <a:spcPts val="525"/>
              </a:lnSpc>
              <a:defRPr/>
            </a:pPr>
            <a:r>
              <a:rPr lang="en-US" altLang="ja-JP" sz="700">
                <a:solidFill>
                  <a:prstClr val="black"/>
                </a:solidFill>
                <a:latin typeface="Graphik" panose="020B0503030202060203" pitchFamily="34" charset="0"/>
                <a:cs typeface="Calibri" panose="020F0502020204030204" pitchFamily="34" charset="0"/>
              </a:rPr>
              <a:t>    Meeting</a:t>
            </a:r>
          </a:p>
        </p:txBody>
      </p:sp>
      <p:sp>
        <p:nvSpPr>
          <p:cNvPr id="9" name="正方形/長方形 8">
            <a:extLst>
              <a:ext uri="{FF2B5EF4-FFF2-40B4-BE49-F238E27FC236}">
                <a16:creationId xmlns:a16="http://schemas.microsoft.com/office/drawing/2014/main" id="{B5285B39-A5DC-C9BF-21B4-4E5D67A69AEC}"/>
              </a:ext>
            </a:extLst>
          </p:cNvPr>
          <p:cNvSpPr/>
          <p:nvPr/>
        </p:nvSpPr>
        <p:spPr>
          <a:xfrm>
            <a:off x="1331950" y="992608"/>
            <a:ext cx="4500000" cy="186411"/>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 2026</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10" name="正方形/長方形 9">
            <a:extLst>
              <a:ext uri="{FF2B5EF4-FFF2-40B4-BE49-F238E27FC236}">
                <a16:creationId xmlns:a16="http://schemas.microsoft.com/office/drawing/2014/main" id="{6BCD434C-37B4-036F-6EF0-5E998B2BBF7D}"/>
              </a:ext>
            </a:extLst>
          </p:cNvPr>
          <p:cNvSpPr/>
          <p:nvPr/>
        </p:nvSpPr>
        <p:spPr>
          <a:xfrm>
            <a:off x="5839427" y="992608"/>
            <a:ext cx="2988000" cy="186411"/>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 2027</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11" name="二等辺三角形 10">
            <a:extLst>
              <a:ext uri="{FF2B5EF4-FFF2-40B4-BE49-F238E27FC236}">
                <a16:creationId xmlns:a16="http://schemas.microsoft.com/office/drawing/2014/main" id="{CBC7F4AB-DBBE-54BC-7BAF-2C67A5F9E512}"/>
              </a:ext>
            </a:extLst>
          </p:cNvPr>
          <p:cNvSpPr/>
          <p:nvPr/>
        </p:nvSpPr>
        <p:spPr>
          <a:xfrm rot="10800000">
            <a:off x="8310787" y="1676782"/>
            <a:ext cx="68275" cy="74433"/>
          </a:xfrm>
          <a:prstGeom prst="triangle">
            <a:avLst/>
          </a:prstGeom>
          <a:solidFill>
            <a:schemeClr val="tx1"/>
          </a:solidFill>
          <a:ln w="6350"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defTabSz="685738">
              <a:lnSpc>
                <a:spcPts val="500"/>
              </a:lnSpc>
              <a:spcBef>
                <a:spcPts val="600"/>
              </a:spcBef>
              <a:buClr>
                <a:prstClr val="black"/>
              </a:buClr>
              <a:tabLst>
                <a:tab pos="180959" algn="l"/>
              </a:tabLst>
              <a:defRPr/>
            </a:pPr>
            <a:endParaRPr lang="ja-JP" altLang="en-US" sz="600" kern="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12" name="テキスト ボックス 11">
            <a:extLst>
              <a:ext uri="{FF2B5EF4-FFF2-40B4-BE49-F238E27FC236}">
                <a16:creationId xmlns:a16="http://schemas.microsoft.com/office/drawing/2014/main" id="{8AA6AD77-230A-6A76-0854-8853C87F3E8F}"/>
              </a:ext>
            </a:extLst>
          </p:cNvPr>
          <p:cNvSpPr txBox="1"/>
          <p:nvPr/>
        </p:nvSpPr>
        <p:spPr>
          <a:xfrm>
            <a:off x="8306925" y="1588924"/>
            <a:ext cx="727539" cy="223298"/>
          </a:xfrm>
          <a:prstGeom prst="rect">
            <a:avLst/>
          </a:prstGeom>
          <a:noFill/>
        </p:spPr>
        <p:txBody>
          <a:bodyPr wrap="square" lIns="36000" rtlCol="0" anchor="t" anchorCtr="0">
            <a:noAutofit/>
          </a:bodyPr>
          <a:lstStyle>
            <a:defPPr>
              <a:defRPr lang="ja-JP"/>
            </a:defPPr>
            <a:lvl1pPr>
              <a:defRPr sz="788" b="1">
                <a:latin typeface="Meiryo UI" panose="020B0604030504040204" pitchFamily="50" charset="-128"/>
                <a:ea typeface="Meiryo UI" panose="020B0604030504040204" pitchFamily="50" charset="-128"/>
              </a:defRPr>
            </a:lvl1pPr>
          </a:lstStyle>
          <a:p>
            <a:pPr algn="ctr" defTabSz="685738">
              <a:lnSpc>
                <a:spcPts val="500"/>
              </a:lnSpc>
              <a:defRPr/>
            </a:pPr>
            <a:r>
              <a:rPr lang="en-US" altLang="ja-JP" sz="700">
                <a:solidFill>
                  <a:prstClr val="black"/>
                </a:solidFill>
                <a:latin typeface="Graphik" panose="020B0503030202060203" pitchFamily="34" charset="0"/>
                <a:cs typeface="Calibri" panose="020F0502020204030204" pitchFamily="34" charset="0"/>
              </a:rPr>
              <a:t>Integration Plan Approval</a:t>
            </a:r>
            <a:endParaRPr lang="ja-JP" altLang="en-US" sz="700">
              <a:solidFill>
                <a:prstClr val="black"/>
              </a:solidFill>
              <a:latin typeface="Graphik" panose="020B0503030202060203" pitchFamily="34" charset="0"/>
              <a:cs typeface="Calibri" panose="020F0502020204030204" pitchFamily="34" charset="0"/>
            </a:endParaRPr>
          </a:p>
        </p:txBody>
      </p:sp>
      <p:sp>
        <p:nvSpPr>
          <p:cNvPr id="13" name="二等辺三角形 12">
            <a:extLst>
              <a:ext uri="{FF2B5EF4-FFF2-40B4-BE49-F238E27FC236}">
                <a16:creationId xmlns:a16="http://schemas.microsoft.com/office/drawing/2014/main" id="{1002DC71-4E5F-FCA7-5AD3-4D28DD619D95}"/>
              </a:ext>
            </a:extLst>
          </p:cNvPr>
          <p:cNvSpPr/>
          <p:nvPr/>
        </p:nvSpPr>
        <p:spPr>
          <a:xfrm rot="10800000">
            <a:off x="3491425" y="1394945"/>
            <a:ext cx="68275" cy="74433"/>
          </a:xfrm>
          <a:prstGeom prst="triangle">
            <a:avLst/>
          </a:prstGeom>
          <a:solidFill>
            <a:schemeClr val="tx1"/>
          </a:solidFill>
          <a:ln w="6350"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685738">
              <a:lnSpc>
                <a:spcPts val="525"/>
              </a:lnSpc>
              <a:spcBef>
                <a:spcPts val="600"/>
              </a:spcBef>
              <a:buClr>
                <a:prstClr val="black"/>
              </a:buClr>
              <a:tabLst>
                <a:tab pos="180959" algn="l"/>
              </a:tabLst>
              <a:defRPr/>
            </a:pPr>
            <a:endParaRPr lang="ja-JP" altLang="en-US" sz="800" kern="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14" name="テキスト ボックス 13">
            <a:extLst>
              <a:ext uri="{FF2B5EF4-FFF2-40B4-BE49-F238E27FC236}">
                <a16:creationId xmlns:a16="http://schemas.microsoft.com/office/drawing/2014/main" id="{28A8BCC1-C502-83C5-2C3A-3AB349A2976C}"/>
              </a:ext>
            </a:extLst>
          </p:cNvPr>
          <p:cNvSpPr txBox="1"/>
          <p:nvPr/>
        </p:nvSpPr>
        <p:spPr>
          <a:xfrm>
            <a:off x="3681749" y="1447619"/>
            <a:ext cx="293359" cy="115930"/>
          </a:xfrm>
          <a:prstGeom prst="rect">
            <a:avLst/>
          </a:prstGeom>
          <a:noFill/>
        </p:spPr>
        <p:txBody>
          <a:bodyPr wrap="none" rtlCol="0" anchor="t" anchorCtr="0">
            <a:noAutofit/>
          </a:bodyPr>
          <a:lstStyle>
            <a:defPPr>
              <a:defRPr lang="ja-JP"/>
            </a:defPPr>
            <a:lvl1pPr>
              <a:defRPr sz="788" b="1">
                <a:latin typeface="Meiryo UI" panose="020B0604030504040204" pitchFamily="50" charset="-128"/>
                <a:ea typeface="Meiryo UI" panose="020B0604030504040204" pitchFamily="50" charset="-128"/>
              </a:defRPr>
            </a:lvl1pPr>
          </a:lstStyle>
          <a:p>
            <a:pPr algn="ctr" defTabSz="685738">
              <a:lnSpc>
                <a:spcPts val="525"/>
              </a:lnSpc>
              <a:defRPr/>
            </a:pPr>
            <a:r>
              <a:rPr lang="en-US" altLang="ja-JP" sz="700">
                <a:solidFill>
                  <a:prstClr val="black"/>
                </a:solidFill>
                <a:latin typeface="Graphik" panose="020B0503030202060203" pitchFamily="34" charset="0"/>
                <a:cs typeface="Calibri" panose="020F0502020204030204" pitchFamily="34" charset="0"/>
              </a:rPr>
              <a:t>Executive</a:t>
            </a:r>
          </a:p>
          <a:p>
            <a:pPr algn="ctr" defTabSz="685738">
              <a:lnSpc>
                <a:spcPts val="525"/>
              </a:lnSpc>
              <a:defRPr/>
            </a:pPr>
            <a:r>
              <a:rPr lang="en-US" altLang="ja-JP" sz="700">
                <a:solidFill>
                  <a:prstClr val="black"/>
                </a:solidFill>
                <a:latin typeface="Graphik" panose="020B0503030202060203" pitchFamily="34" charset="0"/>
                <a:cs typeface="Calibri" panose="020F0502020204030204" pitchFamily="34" charset="0"/>
              </a:rPr>
              <a:t>Management</a:t>
            </a:r>
          </a:p>
          <a:p>
            <a:pPr algn="ctr" defTabSz="685738">
              <a:lnSpc>
                <a:spcPts val="525"/>
              </a:lnSpc>
              <a:defRPr/>
            </a:pPr>
            <a:r>
              <a:rPr lang="en-US" altLang="ja-JP" sz="700">
                <a:solidFill>
                  <a:prstClr val="black"/>
                </a:solidFill>
                <a:latin typeface="Graphik" panose="020B0503030202060203" pitchFamily="34" charset="0"/>
                <a:cs typeface="Calibri" panose="020F0502020204030204" pitchFamily="34" charset="0"/>
              </a:rPr>
              <a:t>Meeting</a:t>
            </a:r>
            <a:endParaRPr lang="ja-JP" altLang="en-US" sz="700">
              <a:solidFill>
                <a:prstClr val="black"/>
              </a:solidFill>
              <a:latin typeface="Graphik" panose="020B0503030202060203" pitchFamily="34" charset="0"/>
              <a:cs typeface="Calibri" panose="020F0502020204030204" pitchFamily="34" charset="0"/>
            </a:endParaRPr>
          </a:p>
        </p:txBody>
      </p:sp>
      <p:sp>
        <p:nvSpPr>
          <p:cNvPr id="15" name="二等辺三角形 14">
            <a:extLst>
              <a:ext uri="{FF2B5EF4-FFF2-40B4-BE49-F238E27FC236}">
                <a16:creationId xmlns:a16="http://schemas.microsoft.com/office/drawing/2014/main" id="{DECD5D95-B023-C88A-7AED-8519149EA130}"/>
              </a:ext>
            </a:extLst>
          </p:cNvPr>
          <p:cNvSpPr/>
          <p:nvPr/>
        </p:nvSpPr>
        <p:spPr>
          <a:xfrm rot="10800000">
            <a:off x="8461515" y="1394945"/>
            <a:ext cx="68275" cy="74433"/>
          </a:xfrm>
          <a:prstGeom prst="triangle">
            <a:avLst/>
          </a:prstGeom>
          <a:solidFill>
            <a:srgbClr val="FF0000"/>
          </a:solidFill>
          <a:ln w="6350"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685738">
              <a:lnSpc>
                <a:spcPts val="525"/>
              </a:lnSpc>
              <a:spcBef>
                <a:spcPts val="600"/>
              </a:spcBef>
              <a:buClr>
                <a:prstClr val="black"/>
              </a:buClr>
              <a:tabLst>
                <a:tab pos="180959" algn="l"/>
              </a:tabLst>
              <a:defRPr/>
            </a:pPr>
            <a:endParaRPr lang="ja-JP" altLang="en-US" sz="800" kern="0">
              <a:solidFill>
                <a:srgbClr val="FF0000"/>
              </a:solidFill>
              <a:latin typeface="Graphik" panose="020B0503030202060203" pitchFamily="34" charset="0"/>
              <a:ea typeface="Meiryo UI" panose="020B0604030504040204" pitchFamily="50" charset="-128"/>
              <a:cs typeface="Calibri" panose="020F0502020204030204" pitchFamily="34" charset="0"/>
            </a:endParaRPr>
          </a:p>
        </p:txBody>
      </p:sp>
      <p:sp>
        <p:nvSpPr>
          <p:cNvPr id="16" name="二等辺三角形 15">
            <a:extLst>
              <a:ext uri="{FF2B5EF4-FFF2-40B4-BE49-F238E27FC236}">
                <a16:creationId xmlns:a16="http://schemas.microsoft.com/office/drawing/2014/main" id="{66568353-3881-1AB6-715B-ED7E5146871F}"/>
              </a:ext>
            </a:extLst>
          </p:cNvPr>
          <p:cNvSpPr/>
          <p:nvPr/>
        </p:nvSpPr>
        <p:spPr>
          <a:xfrm rot="10800000">
            <a:off x="2116513" y="1394945"/>
            <a:ext cx="68275" cy="74433"/>
          </a:xfrm>
          <a:prstGeom prst="triangle">
            <a:avLst/>
          </a:prstGeom>
          <a:solidFill>
            <a:schemeClr val="tx1"/>
          </a:solidFill>
          <a:ln w="6350"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685738">
              <a:lnSpc>
                <a:spcPts val="525"/>
              </a:lnSpc>
              <a:spcBef>
                <a:spcPts val="600"/>
              </a:spcBef>
              <a:buClr>
                <a:prstClr val="black"/>
              </a:buClr>
              <a:tabLst>
                <a:tab pos="180959" algn="l"/>
              </a:tabLst>
              <a:defRPr/>
            </a:pPr>
            <a:endParaRPr lang="ja-JP" altLang="en-US" sz="400" kern="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17" name="テキスト ボックス 16">
            <a:extLst>
              <a:ext uri="{FF2B5EF4-FFF2-40B4-BE49-F238E27FC236}">
                <a16:creationId xmlns:a16="http://schemas.microsoft.com/office/drawing/2014/main" id="{9A051F9A-62A9-5E32-699B-E826A60F3B19}"/>
              </a:ext>
            </a:extLst>
          </p:cNvPr>
          <p:cNvSpPr txBox="1"/>
          <p:nvPr/>
        </p:nvSpPr>
        <p:spPr>
          <a:xfrm>
            <a:off x="2676906" y="1451296"/>
            <a:ext cx="780035" cy="115930"/>
          </a:xfrm>
          <a:prstGeom prst="rect">
            <a:avLst/>
          </a:prstGeom>
          <a:noFill/>
        </p:spPr>
        <p:txBody>
          <a:bodyPr wrap="none" rtlCol="0" anchor="t" anchorCtr="0">
            <a:noAutofit/>
          </a:bodyPr>
          <a:lstStyle>
            <a:defPPr>
              <a:defRPr lang="ja-JP"/>
            </a:defPPr>
            <a:lvl1pPr>
              <a:defRPr sz="788" b="1">
                <a:latin typeface="Meiryo UI" panose="020B0604030504040204" pitchFamily="50" charset="-128"/>
                <a:ea typeface="Meiryo UI" panose="020B0604030504040204" pitchFamily="50" charset="-128"/>
              </a:defRPr>
            </a:lvl1pPr>
          </a:lstStyle>
          <a:p>
            <a:pPr defTabSz="685738">
              <a:lnSpc>
                <a:spcPts val="525"/>
              </a:lnSpc>
              <a:defRPr/>
            </a:pPr>
            <a:r>
              <a:rPr lang="en-US" altLang="zh-CN" sz="700">
                <a:solidFill>
                  <a:srgbClr val="FF0000"/>
                </a:solidFill>
                <a:latin typeface="Graphik" panose="020B0503030202060203" pitchFamily="34" charset="0"/>
                <a:cs typeface="Calibri" panose="020F0502020204030204" pitchFamily="34" charset="0"/>
              </a:rPr>
              <a:t>Voluntary</a:t>
            </a:r>
          </a:p>
          <a:p>
            <a:pPr defTabSz="685738">
              <a:lnSpc>
                <a:spcPts val="525"/>
              </a:lnSpc>
              <a:defRPr/>
            </a:pPr>
            <a:r>
              <a:rPr lang="en-US" altLang="ja-JP" sz="700">
                <a:solidFill>
                  <a:srgbClr val="FF0000"/>
                </a:solidFill>
                <a:latin typeface="Graphik" panose="020B0503030202060203" pitchFamily="34" charset="0"/>
                <a:cs typeface="Calibri" panose="020F0502020204030204" pitchFamily="34" charset="0"/>
              </a:rPr>
              <a:t>Announcement</a:t>
            </a:r>
            <a:endParaRPr lang="ja-JP" altLang="en-US" sz="700">
              <a:solidFill>
                <a:srgbClr val="FF0000"/>
              </a:solidFill>
              <a:latin typeface="Graphik" panose="020B0503030202060203" pitchFamily="34" charset="0"/>
              <a:cs typeface="Calibri" panose="020F0502020204030204" pitchFamily="34" charset="0"/>
            </a:endParaRPr>
          </a:p>
        </p:txBody>
      </p:sp>
      <p:sp>
        <p:nvSpPr>
          <p:cNvPr id="18" name="テキスト ボックス 17">
            <a:extLst>
              <a:ext uri="{FF2B5EF4-FFF2-40B4-BE49-F238E27FC236}">
                <a16:creationId xmlns:a16="http://schemas.microsoft.com/office/drawing/2014/main" id="{12900E76-7302-74CC-C9C7-54937B10F778}"/>
              </a:ext>
            </a:extLst>
          </p:cNvPr>
          <p:cNvSpPr txBox="1"/>
          <p:nvPr/>
        </p:nvSpPr>
        <p:spPr>
          <a:xfrm>
            <a:off x="7907980" y="1458002"/>
            <a:ext cx="275024" cy="115930"/>
          </a:xfrm>
          <a:prstGeom prst="rect">
            <a:avLst/>
          </a:prstGeom>
          <a:noFill/>
        </p:spPr>
        <p:txBody>
          <a:bodyPr wrap="none" rtlCol="0" anchor="t" anchorCtr="0">
            <a:noAutofit/>
          </a:bodyPr>
          <a:lstStyle>
            <a:defPPr>
              <a:defRPr lang="ja-JP"/>
            </a:defPPr>
            <a:lvl1pPr>
              <a:defRPr sz="788" b="1">
                <a:latin typeface="Meiryo UI" panose="020B0604030504040204" pitchFamily="50" charset="-128"/>
                <a:ea typeface="Meiryo UI" panose="020B0604030504040204" pitchFamily="50" charset="-128"/>
              </a:defRPr>
            </a:lvl1pPr>
          </a:lstStyle>
          <a:p>
            <a:pPr algn="ctr" defTabSz="685738">
              <a:lnSpc>
                <a:spcPts val="525"/>
              </a:lnSpc>
              <a:defRPr/>
            </a:pPr>
            <a:r>
              <a:rPr lang="en-US" altLang="ja-JP" sz="700">
                <a:solidFill>
                  <a:prstClr val="black"/>
                </a:solidFill>
                <a:latin typeface="Graphik" panose="020B0503030202060203" pitchFamily="34" charset="0"/>
                <a:cs typeface="Calibri" panose="020F0502020204030204" pitchFamily="34" charset="0"/>
              </a:rPr>
              <a:t>BDI Shareholders’</a:t>
            </a:r>
          </a:p>
          <a:p>
            <a:pPr algn="ctr" defTabSz="685738">
              <a:lnSpc>
                <a:spcPts val="525"/>
              </a:lnSpc>
              <a:defRPr/>
            </a:pPr>
            <a:r>
              <a:rPr lang="en-US" altLang="ja-JP" sz="700">
                <a:solidFill>
                  <a:prstClr val="black"/>
                </a:solidFill>
                <a:latin typeface="Graphik" panose="020B0503030202060203" pitchFamily="34" charset="0"/>
                <a:cs typeface="Calibri" panose="020F0502020204030204" pitchFamily="34" charset="0"/>
              </a:rPr>
              <a:t> Meeting</a:t>
            </a:r>
          </a:p>
        </p:txBody>
      </p:sp>
      <p:sp>
        <p:nvSpPr>
          <p:cNvPr id="19" name="二等辺三角形 18">
            <a:extLst>
              <a:ext uri="{FF2B5EF4-FFF2-40B4-BE49-F238E27FC236}">
                <a16:creationId xmlns:a16="http://schemas.microsoft.com/office/drawing/2014/main" id="{FD1D778A-E40D-2B2B-9ADC-140C6DEC3663}"/>
              </a:ext>
            </a:extLst>
          </p:cNvPr>
          <p:cNvSpPr/>
          <p:nvPr/>
        </p:nvSpPr>
        <p:spPr>
          <a:xfrm rot="10800000">
            <a:off x="7889921" y="1394945"/>
            <a:ext cx="68275" cy="74433"/>
          </a:xfrm>
          <a:prstGeom prst="triangle">
            <a:avLst/>
          </a:prstGeom>
          <a:solidFill>
            <a:schemeClr val="tx1"/>
          </a:solidFill>
          <a:ln w="6350"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685738">
              <a:lnSpc>
                <a:spcPts val="525"/>
              </a:lnSpc>
              <a:spcBef>
                <a:spcPts val="600"/>
              </a:spcBef>
              <a:buClr>
                <a:prstClr val="black"/>
              </a:buClr>
              <a:tabLst>
                <a:tab pos="180959" algn="l"/>
              </a:tabLst>
              <a:defRPr/>
            </a:pPr>
            <a:endParaRPr lang="ja-JP" altLang="en-US" sz="800" kern="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20" name="二等辺三角形 19">
            <a:extLst>
              <a:ext uri="{FF2B5EF4-FFF2-40B4-BE49-F238E27FC236}">
                <a16:creationId xmlns:a16="http://schemas.microsoft.com/office/drawing/2014/main" id="{E297891C-7CB0-E37C-8651-2CEC589697B5}"/>
              </a:ext>
            </a:extLst>
          </p:cNvPr>
          <p:cNvSpPr/>
          <p:nvPr/>
        </p:nvSpPr>
        <p:spPr>
          <a:xfrm rot="10800000">
            <a:off x="7411882" y="1592770"/>
            <a:ext cx="68275" cy="74433"/>
          </a:xfrm>
          <a:prstGeom prst="triangle">
            <a:avLst/>
          </a:prstGeom>
          <a:solidFill>
            <a:schemeClr val="tx1"/>
          </a:solidFill>
          <a:ln w="6350"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685738">
              <a:lnSpc>
                <a:spcPts val="525"/>
              </a:lnSpc>
              <a:spcBef>
                <a:spcPts val="600"/>
              </a:spcBef>
              <a:buClr>
                <a:prstClr val="black"/>
              </a:buClr>
              <a:tabLst>
                <a:tab pos="180959" algn="l"/>
              </a:tabLst>
              <a:defRPr/>
            </a:pPr>
            <a:endParaRPr lang="ja-JP" altLang="en-US" sz="800" kern="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21" name="正方形/長方形 44">
            <a:extLst>
              <a:ext uri="{FF2B5EF4-FFF2-40B4-BE49-F238E27FC236}">
                <a16:creationId xmlns:a16="http://schemas.microsoft.com/office/drawing/2014/main" id="{C4EB2514-6BFF-1AC7-49EC-378223493298}"/>
              </a:ext>
            </a:extLst>
          </p:cNvPr>
          <p:cNvSpPr/>
          <p:nvPr/>
        </p:nvSpPr>
        <p:spPr bwMode="gray">
          <a:xfrm>
            <a:off x="374924" y="1834645"/>
            <a:ext cx="867375" cy="293777"/>
          </a:xfrm>
          <a:prstGeom prst="rect">
            <a:avLst/>
          </a:prstGeom>
          <a:solidFill>
            <a:schemeClr val="tx1"/>
          </a:solidFill>
          <a:ln w="6350">
            <a:noFill/>
            <a:miter lim="800000"/>
            <a:headEnd/>
            <a:tailEnd/>
          </a:ln>
          <a:effectLst/>
        </p:spPr>
        <p:txBody>
          <a:bodyPr vert="horz" wrap="square" lIns="72000" tIns="72000" rIns="72000" bIns="72000" numCol="1" rtlCol="0" anchor="ctr" anchorCtr="0" compatLnSpc="1">
            <a:prstTxWarp prst="textNoShape">
              <a:avLst/>
            </a:prstTxWarp>
            <a:noAutofit/>
          </a:bodyPr>
          <a:lstStyle/>
          <a:p>
            <a:pPr algn="ctr" defTabSz="603472">
              <a:defRPr/>
            </a:pPr>
            <a:r>
              <a:rPr lang="en-US" altLang="ja-JP" sz="900" b="1" kern="0">
                <a:solidFill>
                  <a:prstClr val="white"/>
                </a:solidFill>
                <a:latin typeface="Graphik" panose="020B0503030202060203" pitchFamily="34" charset="0"/>
                <a:ea typeface="Meiryo UI" panose="020B0604030504040204" pitchFamily="50" charset="-128"/>
                <a:cs typeface="Calibri" panose="020F0502020204030204" pitchFamily="34" charset="0"/>
              </a:rPr>
              <a:t>Regulatory</a:t>
            </a:r>
          </a:p>
          <a:p>
            <a:pPr algn="ctr" defTabSz="603472">
              <a:defRPr/>
            </a:pPr>
            <a:r>
              <a:rPr lang="en-US" altLang="ja-JP" sz="900" b="1" kern="0">
                <a:solidFill>
                  <a:prstClr val="white"/>
                </a:solidFill>
                <a:latin typeface="Graphik" panose="020B0503030202060203" pitchFamily="34" charset="0"/>
                <a:ea typeface="Meiryo UI" panose="020B0604030504040204" pitchFamily="50" charset="-128"/>
                <a:cs typeface="Calibri" panose="020F0502020204030204" pitchFamily="34" charset="0"/>
              </a:rPr>
              <a:t>Reporting</a:t>
            </a:r>
          </a:p>
        </p:txBody>
      </p:sp>
      <p:sp>
        <p:nvSpPr>
          <p:cNvPr id="22" name="矢印: 五方向 121">
            <a:extLst>
              <a:ext uri="{FF2B5EF4-FFF2-40B4-BE49-F238E27FC236}">
                <a16:creationId xmlns:a16="http://schemas.microsoft.com/office/drawing/2014/main" id="{D9E88CC1-1E2E-F93F-72AD-B4CF14D1606A}"/>
              </a:ext>
            </a:extLst>
          </p:cNvPr>
          <p:cNvSpPr/>
          <p:nvPr/>
        </p:nvSpPr>
        <p:spPr>
          <a:xfrm>
            <a:off x="3978304" y="1840993"/>
            <a:ext cx="2884721"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Pre-consultation for integration</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23" name="正方形/長方形 44">
            <a:extLst>
              <a:ext uri="{FF2B5EF4-FFF2-40B4-BE49-F238E27FC236}">
                <a16:creationId xmlns:a16="http://schemas.microsoft.com/office/drawing/2014/main" id="{8A4334F7-3855-43C9-5EDB-E2BE81E874C6}"/>
              </a:ext>
            </a:extLst>
          </p:cNvPr>
          <p:cNvSpPr/>
          <p:nvPr/>
        </p:nvSpPr>
        <p:spPr bwMode="gray">
          <a:xfrm>
            <a:off x="373087" y="2216797"/>
            <a:ext cx="867375" cy="1791254"/>
          </a:xfrm>
          <a:prstGeom prst="rect">
            <a:avLst/>
          </a:prstGeom>
          <a:solidFill>
            <a:schemeClr val="tx1"/>
          </a:solidFill>
          <a:ln w="6350">
            <a:noFill/>
            <a:miter lim="800000"/>
            <a:headEnd/>
            <a:tailEnd/>
          </a:ln>
          <a:effectLst/>
        </p:spPr>
        <p:txBody>
          <a:bodyPr vert="horz" wrap="square" lIns="72000" tIns="72000" rIns="72000" bIns="72000" numCol="1" rtlCol="0" anchor="ctr" anchorCtr="0" compatLnSpc="1">
            <a:prstTxWarp prst="textNoShape">
              <a:avLst/>
            </a:prstTxWarp>
            <a:noAutofit/>
          </a:bodyPr>
          <a:lstStyle/>
          <a:p>
            <a:pPr algn="ctr" defTabSz="603472">
              <a:defRPr/>
            </a:pPr>
            <a:r>
              <a:rPr lang="en-US" altLang="ja-JP" sz="900" b="1" kern="0">
                <a:solidFill>
                  <a:prstClr val="white"/>
                </a:solidFill>
                <a:latin typeface="Graphik" panose="020B0503030202060203" pitchFamily="34" charset="0"/>
                <a:ea typeface="Meiryo UI" panose="020B0604030504040204" pitchFamily="50" charset="-128"/>
                <a:cs typeface="Calibri" panose="020F0502020204030204" pitchFamily="34" charset="0"/>
              </a:rPr>
              <a:t>Integration</a:t>
            </a:r>
            <a:endParaRPr lang="ja-JP" altLang="en-US" sz="900" b="1" kern="0">
              <a:solidFill>
                <a:prstClr val="white"/>
              </a:solidFill>
              <a:latin typeface="Graphik" panose="020B0503030202060203" pitchFamily="34" charset="0"/>
              <a:ea typeface="Meiryo UI" panose="020B0604030504040204" pitchFamily="50" charset="-128"/>
              <a:cs typeface="Arial" pitchFamily="34" charset="0"/>
            </a:endParaRPr>
          </a:p>
        </p:txBody>
      </p:sp>
      <p:sp>
        <p:nvSpPr>
          <p:cNvPr id="24" name="正方形/長方形 44">
            <a:extLst>
              <a:ext uri="{FF2B5EF4-FFF2-40B4-BE49-F238E27FC236}">
                <a16:creationId xmlns:a16="http://schemas.microsoft.com/office/drawing/2014/main" id="{CC2B0622-C353-121E-BF09-6FD94A35DBCA}"/>
              </a:ext>
            </a:extLst>
          </p:cNvPr>
          <p:cNvSpPr/>
          <p:nvPr/>
        </p:nvSpPr>
        <p:spPr bwMode="gray">
          <a:xfrm>
            <a:off x="374924" y="4094753"/>
            <a:ext cx="865538" cy="276650"/>
          </a:xfrm>
          <a:prstGeom prst="rect">
            <a:avLst/>
          </a:prstGeom>
          <a:solidFill>
            <a:schemeClr val="tx1"/>
          </a:solidFill>
          <a:ln w="6350">
            <a:noFill/>
            <a:miter lim="800000"/>
            <a:headEnd/>
            <a:tailEnd/>
          </a:ln>
          <a:effectLst/>
        </p:spPr>
        <p:txBody>
          <a:bodyPr vert="horz" wrap="square" lIns="72000" tIns="72000" rIns="72000" bIns="72000" numCol="1" rtlCol="0" anchor="ctr" anchorCtr="0" compatLnSpc="1">
            <a:prstTxWarp prst="textNoShape">
              <a:avLst/>
            </a:prstTxWarp>
            <a:noAutofit/>
          </a:bodyPr>
          <a:lstStyle/>
          <a:p>
            <a:pPr algn="ctr" defTabSz="603472">
              <a:lnSpc>
                <a:spcPts val="700"/>
              </a:lnSpc>
              <a:defRPr/>
            </a:pPr>
            <a:r>
              <a:rPr lang="en-US" altLang="ja-JP" sz="800" b="1" kern="0">
                <a:solidFill>
                  <a:prstClr val="white"/>
                </a:solidFill>
                <a:latin typeface="Graphik" panose="020B0503030202060203" pitchFamily="34" charset="0"/>
                <a:ea typeface="Meiryo UI" panose="020B0604030504040204" pitchFamily="50" charset="-128"/>
                <a:cs typeface="Calibri" panose="020F0502020204030204" pitchFamily="34" charset="0"/>
              </a:rPr>
              <a:t>Liquidation</a:t>
            </a:r>
          </a:p>
          <a:p>
            <a:pPr algn="ctr" defTabSz="603472">
              <a:lnSpc>
                <a:spcPts val="700"/>
              </a:lnSpc>
              <a:defRPr/>
            </a:pPr>
            <a:r>
              <a:rPr lang="en-US" altLang="ja-JP" sz="800" b="1" kern="0">
                <a:solidFill>
                  <a:prstClr val="white"/>
                </a:solidFill>
                <a:latin typeface="Graphik" panose="020B0503030202060203" pitchFamily="34" charset="0"/>
                <a:ea typeface="Meiryo UI" panose="020B0604030504040204" pitchFamily="50" charset="-128"/>
                <a:cs typeface="Calibri" panose="020F0502020204030204" pitchFamily="34" charset="0"/>
              </a:rPr>
              <a:t>(Integration-related only)</a:t>
            </a:r>
            <a:endParaRPr lang="ja-JP" altLang="en-US" sz="800" b="1" kern="0">
              <a:solidFill>
                <a:prstClr val="white"/>
              </a:solidFill>
              <a:latin typeface="Graphik" panose="020B0503030202060203" pitchFamily="34" charset="0"/>
              <a:ea typeface="Meiryo UI" panose="020B0604030504040204" pitchFamily="50" charset="-128"/>
              <a:cs typeface="Arial" pitchFamily="34" charset="0"/>
            </a:endParaRPr>
          </a:p>
        </p:txBody>
      </p:sp>
      <p:cxnSp>
        <p:nvCxnSpPr>
          <p:cNvPr id="25" name="直線コネクタ 24">
            <a:extLst>
              <a:ext uri="{FF2B5EF4-FFF2-40B4-BE49-F238E27FC236}">
                <a16:creationId xmlns:a16="http://schemas.microsoft.com/office/drawing/2014/main" id="{A117A200-47CE-207F-4016-08BBC1B9D820}"/>
              </a:ext>
            </a:extLst>
          </p:cNvPr>
          <p:cNvCxnSpPr>
            <a:cxnSpLocks/>
          </p:cNvCxnSpPr>
          <p:nvPr/>
        </p:nvCxnSpPr>
        <p:spPr>
          <a:xfrm>
            <a:off x="379811" y="2177985"/>
            <a:ext cx="8452437" cy="0"/>
          </a:xfrm>
          <a:prstGeom prst="line">
            <a:avLst/>
          </a:prstGeom>
          <a:noFill/>
          <a:ln w="9525" cap="flat" cmpd="sng" algn="ctr">
            <a:solidFill>
              <a:sysClr val="window" lastClr="FFFFFF">
                <a:lumMod val="65000"/>
              </a:sysClr>
            </a:solidFill>
            <a:prstDash val="dash"/>
          </a:ln>
          <a:effectLst/>
        </p:spPr>
      </p:cxnSp>
      <p:sp>
        <p:nvSpPr>
          <p:cNvPr id="30" name="二等辺三角形 29">
            <a:extLst>
              <a:ext uri="{FF2B5EF4-FFF2-40B4-BE49-F238E27FC236}">
                <a16:creationId xmlns:a16="http://schemas.microsoft.com/office/drawing/2014/main" id="{358273E9-0209-E558-6F67-2B5A669CAD83}"/>
              </a:ext>
            </a:extLst>
          </p:cNvPr>
          <p:cNvSpPr/>
          <p:nvPr/>
        </p:nvSpPr>
        <p:spPr>
          <a:xfrm rot="10800000">
            <a:off x="2673136" y="1394945"/>
            <a:ext cx="68275" cy="74433"/>
          </a:xfrm>
          <a:prstGeom prst="triangle">
            <a:avLst/>
          </a:prstGeom>
          <a:solidFill>
            <a:srgbClr val="FF0000"/>
          </a:solidFill>
          <a:ln w="6350"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685738">
              <a:lnSpc>
                <a:spcPts val="525"/>
              </a:lnSpc>
              <a:spcBef>
                <a:spcPts val="600"/>
              </a:spcBef>
              <a:buClr>
                <a:prstClr val="black"/>
              </a:buClr>
              <a:tabLst>
                <a:tab pos="180959" algn="l"/>
              </a:tabLst>
              <a:defRPr/>
            </a:pPr>
            <a:endParaRPr lang="ja-JP" altLang="en-US" sz="800" kern="0">
              <a:solidFill>
                <a:srgbClr val="FF0000"/>
              </a:solidFill>
              <a:latin typeface="Graphik" panose="020B0503030202060203" pitchFamily="34" charset="0"/>
              <a:ea typeface="Meiryo UI" panose="020B0604030504040204" pitchFamily="50" charset="-128"/>
              <a:cs typeface="Calibri" panose="020F0502020204030204" pitchFamily="34" charset="0"/>
            </a:endParaRPr>
          </a:p>
        </p:txBody>
      </p:sp>
      <p:sp>
        <p:nvSpPr>
          <p:cNvPr id="31" name="正方形/長方形 30">
            <a:extLst>
              <a:ext uri="{FF2B5EF4-FFF2-40B4-BE49-F238E27FC236}">
                <a16:creationId xmlns:a16="http://schemas.microsoft.com/office/drawing/2014/main" id="{A4B521E9-1CBD-37AD-6FEF-CEE1D9686EF8}"/>
              </a:ext>
            </a:extLst>
          </p:cNvPr>
          <p:cNvSpPr/>
          <p:nvPr/>
        </p:nvSpPr>
        <p:spPr>
          <a:xfrm>
            <a:off x="1707574" y="117593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Feb</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33" name="正方形/長方形 32">
            <a:extLst>
              <a:ext uri="{FF2B5EF4-FFF2-40B4-BE49-F238E27FC236}">
                <a16:creationId xmlns:a16="http://schemas.microsoft.com/office/drawing/2014/main" id="{B9D909D4-39E7-A238-650C-C384A661F1D2}"/>
              </a:ext>
            </a:extLst>
          </p:cNvPr>
          <p:cNvSpPr/>
          <p:nvPr/>
        </p:nvSpPr>
        <p:spPr>
          <a:xfrm>
            <a:off x="2083197" y="117593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Mar</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34" name="正方形/長方形 33">
            <a:extLst>
              <a:ext uri="{FF2B5EF4-FFF2-40B4-BE49-F238E27FC236}">
                <a16:creationId xmlns:a16="http://schemas.microsoft.com/office/drawing/2014/main" id="{EEB7619A-6463-DF2B-D13A-30BFE9C6D4D0}"/>
              </a:ext>
            </a:extLst>
          </p:cNvPr>
          <p:cNvSpPr/>
          <p:nvPr/>
        </p:nvSpPr>
        <p:spPr>
          <a:xfrm>
            <a:off x="2458820" y="117593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Apr</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35" name="正方形/長方形 34">
            <a:extLst>
              <a:ext uri="{FF2B5EF4-FFF2-40B4-BE49-F238E27FC236}">
                <a16:creationId xmlns:a16="http://schemas.microsoft.com/office/drawing/2014/main" id="{AD7A33B1-970D-E744-F8FA-D6BF3EEC402E}"/>
              </a:ext>
            </a:extLst>
          </p:cNvPr>
          <p:cNvSpPr/>
          <p:nvPr/>
        </p:nvSpPr>
        <p:spPr>
          <a:xfrm>
            <a:off x="2834443" y="117593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May</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36" name="正方形/長方形 35">
            <a:extLst>
              <a:ext uri="{FF2B5EF4-FFF2-40B4-BE49-F238E27FC236}">
                <a16:creationId xmlns:a16="http://schemas.microsoft.com/office/drawing/2014/main" id="{F5E929BF-8FD2-5BCD-BE75-1C1EF367177A}"/>
              </a:ext>
            </a:extLst>
          </p:cNvPr>
          <p:cNvSpPr/>
          <p:nvPr/>
        </p:nvSpPr>
        <p:spPr>
          <a:xfrm>
            <a:off x="3210066" y="117593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Jun</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37" name="正方形/長方形 36">
            <a:extLst>
              <a:ext uri="{FF2B5EF4-FFF2-40B4-BE49-F238E27FC236}">
                <a16:creationId xmlns:a16="http://schemas.microsoft.com/office/drawing/2014/main" id="{7C552FCF-829B-0095-0E45-CECAA39469C0}"/>
              </a:ext>
            </a:extLst>
          </p:cNvPr>
          <p:cNvSpPr/>
          <p:nvPr/>
        </p:nvSpPr>
        <p:spPr>
          <a:xfrm>
            <a:off x="3585689" y="117593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Jul</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38" name="正方形/長方形 37">
            <a:extLst>
              <a:ext uri="{FF2B5EF4-FFF2-40B4-BE49-F238E27FC236}">
                <a16:creationId xmlns:a16="http://schemas.microsoft.com/office/drawing/2014/main" id="{9F39D50F-F037-B9F5-28EB-95D3800E49AC}"/>
              </a:ext>
            </a:extLst>
          </p:cNvPr>
          <p:cNvSpPr/>
          <p:nvPr/>
        </p:nvSpPr>
        <p:spPr>
          <a:xfrm>
            <a:off x="3961312" y="117593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Aug</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39" name="正方形/長方形 38">
            <a:extLst>
              <a:ext uri="{FF2B5EF4-FFF2-40B4-BE49-F238E27FC236}">
                <a16:creationId xmlns:a16="http://schemas.microsoft.com/office/drawing/2014/main" id="{088B9442-28FB-9E87-129D-618898503506}"/>
              </a:ext>
            </a:extLst>
          </p:cNvPr>
          <p:cNvSpPr/>
          <p:nvPr/>
        </p:nvSpPr>
        <p:spPr>
          <a:xfrm>
            <a:off x="4336935" y="117593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Sep</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40" name="正方形/長方形 39">
            <a:extLst>
              <a:ext uri="{FF2B5EF4-FFF2-40B4-BE49-F238E27FC236}">
                <a16:creationId xmlns:a16="http://schemas.microsoft.com/office/drawing/2014/main" id="{3099058A-73E9-A78D-2BF1-1ECECCFC0CBF}"/>
              </a:ext>
            </a:extLst>
          </p:cNvPr>
          <p:cNvSpPr/>
          <p:nvPr/>
        </p:nvSpPr>
        <p:spPr>
          <a:xfrm>
            <a:off x="4712558" y="117593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Oct</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41" name="正方形/長方形 40">
            <a:extLst>
              <a:ext uri="{FF2B5EF4-FFF2-40B4-BE49-F238E27FC236}">
                <a16:creationId xmlns:a16="http://schemas.microsoft.com/office/drawing/2014/main" id="{A0D86D45-0EC6-0006-8BC2-226EAEDCEB88}"/>
              </a:ext>
            </a:extLst>
          </p:cNvPr>
          <p:cNvSpPr/>
          <p:nvPr/>
        </p:nvSpPr>
        <p:spPr>
          <a:xfrm>
            <a:off x="5088181" y="117593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Nov</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42" name="正方形/長方形 41">
            <a:extLst>
              <a:ext uri="{FF2B5EF4-FFF2-40B4-BE49-F238E27FC236}">
                <a16:creationId xmlns:a16="http://schemas.microsoft.com/office/drawing/2014/main" id="{0CC03E3A-4D9D-25C2-6208-76D7865B9D19}"/>
              </a:ext>
            </a:extLst>
          </p:cNvPr>
          <p:cNvSpPr/>
          <p:nvPr/>
        </p:nvSpPr>
        <p:spPr>
          <a:xfrm>
            <a:off x="5463804" y="117593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Dec</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43" name="正方形/長方形 42">
            <a:extLst>
              <a:ext uri="{FF2B5EF4-FFF2-40B4-BE49-F238E27FC236}">
                <a16:creationId xmlns:a16="http://schemas.microsoft.com/office/drawing/2014/main" id="{07B80278-3A9D-71BB-5507-A47D2D7B6CDC}"/>
              </a:ext>
            </a:extLst>
          </p:cNvPr>
          <p:cNvSpPr/>
          <p:nvPr/>
        </p:nvSpPr>
        <p:spPr>
          <a:xfrm>
            <a:off x="5839427" y="117520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Jan</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44" name="正方形/長方形 43">
            <a:extLst>
              <a:ext uri="{FF2B5EF4-FFF2-40B4-BE49-F238E27FC236}">
                <a16:creationId xmlns:a16="http://schemas.microsoft.com/office/drawing/2014/main" id="{2B07F8A5-FF6A-A3EF-0372-1D448084EE79}"/>
              </a:ext>
            </a:extLst>
          </p:cNvPr>
          <p:cNvSpPr/>
          <p:nvPr/>
        </p:nvSpPr>
        <p:spPr>
          <a:xfrm>
            <a:off x="6215050" y="1175208"/>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Feb</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45" name="正方形/長方形 44">
            <a:extLst>
              <a:ext uri="{FF2B5EF4-FFF2-40B4-BE49-F238E27FC236}">
                <a16:creationId xmlns:a16="http://schemas.microsoft.com/office/drawing/2014/main" id="{14724CB9-44E6-29F4-4616-CB732CFB04FE}"/>
              </a:ext>
            </a:extLst>
          </p:cNvPr>
          <p:cNvSpPr/>
          <p:nvPr/>
        </p:nvSpPr>
        <p:spPr>
          <a:xfrm>
            <a:off x="6590673" y="117520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Mar</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46" name="正方形/長方形 45">
            <a:extLst>
              <a:ext uri="{FF2B5EF4-FFF2-40B4-BE49-F238E27FC236}">
                <a16:creationId xmlns:a16="http://schemas.microsoft.com/office/drawing/2014/main" id="{E64ACA1E-0A06-6CCA-78E5-EA7153306BDB}"/>
              </a:ext>
            </a:extLst>
          </p:cNvPr>
          <p:cNvSpPr/>
          <p:nvPr/>
        </p:nvSpPr>
        <p:spPr>
          <a:xfrm>
            <a:off x="6966296" y="117520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Apr</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47" name="正方形/長方形 46">
            <a:extLst>
              <a:ext uri="{FF2B5EF4-FFF2-40B4-BE49-F238E27FC236}">
                <a16:creationId xmlns:a16="http://schemas.microsoft.com/office/drawing/2014/main" id="{9249CDEF-B735-DC89-89AA-E91F6AF8FBD6}"/>
              </a:ext>
            </a:extLst>
          </p:cNvPr>
          <p:cNvSpPr/>
          <p:nvPr/>
        </p:nvSpPr>
        <p:spPr>
          <a:xfrm>
            <a:off x="7341919" y="1175208"/>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May</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48" name="正方形/長方形 47">
            <a:extLst>
              <a:ext uri="{FF2B5EF4-FFF2-40B4-BE49-F238E27FC236}">
                <a16:creationId xmlns:a16="http://schemas.microsoft.com/office/drawing/2014/main" id="{E65734A9-AB71-EBB0-7EEA-C88A30EFAD56}"/>
              </a:ext>
            </a:extLst>
          </p:cNvPr>
          <p:cNvSpPr/>
          <p:nvPr/>
        </p:nvSpPr>
        <p:spPr>
          <a:xfrm>
            <a:off x="7717542" y="117520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Jun</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49" name="正方形/長方形 48">
            <a:extLst>
              <a:ext uri="{FF2B5EF4-FFF2-40B4-BE49-F238E27FC236}">
                <a16:creationId xmlns:a16="http://schemas.microsoft.com/office/drawing/2014/main" id="{CAAD7F15-B9AB-8AEA-5DDA-92EB49B4273F}"/>
              </a:ext>
            </a:extLst>
          </p:cNvPr>
          <p:cNvSpPr/>
          <p:nvPr/>
        </p:nvSpPr>
        <p:spPr>
          <a:xfrm>
            <a:off x="8093165" y="1175208"/>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Jul</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50" name="正方形/長方形 49">
            <a:extLst>
              <a:ext uri="{FF2B5EF4-FFF2-40B4-BE49-F238E27FC236}">
                <a16:creationId xmlns:a16="http://schemas.microsoft.com/office/drawing/2014/main" id="{E9D42B47-7CC8-4FD0-99F5-8FBAFFD049F3}"/>
              </a:ext>
            </a:extLst>
          </p:cNvPr>
          <p:cNvSpPr/>
          <p:nvPr/>
        </p:nvSpPr>
        <p:spPr>
          <a:xfrm>
            <a:off x="8468788" y="1175203"/>
            <a:ext cx="358309"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Aug</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51" name="正方形/長方形 50">
            <a:extLst>
              <a:ext uri="{FF2B5EF4-FFF2-40B4-BE49-F238E27FC236}">
                <a16:creationId xmlns:a16="http://schemas.microsoft.com/office/drawing/2014/main" id="{AFB1E05E-261A-DE38-30F4-DF0AF1389092}"/>
              </a:ext>
            </a:extLst>
          </p:cNvPr>
          <p:cNvSpPr/>
          <p:nvPr/>
        </p:nvSpPr>
        <p:spPr>
          <a:xfrm>
            <a:off x="1331951" y="117593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a:solidFill>
                  <a:prstClr val="white"/>
                </a:solidFill>
                <a:latin typeface="Graphik" panose="020B0503030202060203" pitchFamily="34" charset="0"/>
                <a:ea typeface="Meiryo UI" panose="020B0604030504040204" pitchFamily="50" charset="-128"/>
                <a:cs typeface="Calibri" panose="020F0502020204030204" pitchFamily="34" charset="0"/>
              </a:rPr>
              <a:t>Jan</a:t>
            </a:r>
            <a:endParaRPr lang="ja-JP" altLang="en-US" sz="80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52" name="テキスト ボックス 51">
            <a:extLst>
              <a:ext uri="{FF2B5EF4-FFF2-40B4-BE49-F238E27FC236}">
                <a16:creationId xmlns:a16="http://schemas.microsoft.com/office/drawing/2014/main" id="{9389C827-C7D9-4AA5-C4D6-7F8B8310AA2A}"/>
              </a:ext>
            </a:extLst>
          </p:cNvPr>
          <p:cNvSpPr txBox="1"/>
          <p:nvPr/>
        </p:nvSpPr>
        <p:spPr>
          <a:xfrm>
            <a:off x="7185034" y="1640713"/>
            <a:ext cx="573363" cy="223298"/>
          </a:xfrm>
          <a:prstGeom prst="rect">
            <a:avLst/>
          </a:prstGeom>
          <a:noFill/>
        </p:spPr>
        <p:txBody>
          <a:bodyPr wrap="none" rtlCol="0" anchor="t" anchorCtr="0">
            <a:noAutofit/>
          </a:bodyPr>
          <a:lstStyle>
            <a:defPPr>
              <a:defRPr lang="ja-JP"/>
            </a:defPPr>
            <a:lvl1pPr>
              <a:defRPr sz="788" b="1">
                <a:latin typeface="Meiryo UI" panose="020B0604030504040204" pitchFamily="50" charset="-128"/>
                <a:ea typeface="Meiryo UI" panose="020B0604030504040204" pitchFamily="50" charset="-128"/>
              </a:defRPr>
            </a:lvl1pPr>
          </a:lstStyle>
          <a:p>
            <a:pPr algn="ctr" defTabSz="685738">
              <a:lnSpc>
                <a:spcPts val="525"/>
              </a:lnSpc>
              <a:defRPr/>
            </a:pPr>
            <a:r>
              <a:rPr lang="en-US" altLang="zh-CN" sz="700">
                <a:solidFill>
                  <a:prstClr val="black"/>
                </a:solidFill>
                <a:latin typeface="Graphik" panose="020B0503030202060203" pitchFamily="34" charset="0"/>
                <a:cs typeface="Calibri" panose="020F0502020204030204" pitchFamily="34" charset="0"/>
              </a:rPr>
              <a:t>Migrate </a:t>
            </a:r>
          </a:p>
          <a:p>
            <a:pPr algn="ctr" defTabSz="685738">
              <a:lnSpc>
                <a:spcPts val="525"/>
              </a:lnSpc>
              <a:defRPr/>
            </a:pPr>
            <a:r>
              <a:rPr lang="en-US" altLang="zh-CN" sz="700">
                <a:solidFill>
                  <a:prstClr val="black"/>
                </a:solidFill>
                <a:latin typeface="Graphik" panose="020B0503030202060203" pitchFamily="34" charset="0"/>
                <a:cs typeface="Calibri" panose="020F0502020204030204" pitchFamily="34" charset="0"/>
              </a:rPr>
              <a:t>Decision</a:t>
            </a:r>
            <a:endParaRPr lang="ja-JP" altLang="en-US" sz="700">
              <a:solidFill>
                <a:prstClr val="black"/>
              </a:solidFill>
              <a:latin typeface="Graphik" panose="020B0503030202060203" pitchFamily="34" charset="0"/>
              <a:cs typeface="Calibri" panose="020F0502020204030204" pitchFamily="34" charset="0"/>
            </a:endParaRPr>
          </a:p>
        </p:txBody>
      </p:sp>
      <p:sp>
        <p:nvSpPr>
          <p:cNvPr id="53" name="矢印: 五方向 121">
            <a:extLst>
              <a:ext uri="{FF2B5EF4-FFF2-40B4-BE49-F238E27FC236}">
                <a16:creationId xmlns:a16="http://schemas.microsoft.com/office/drawing/2014/main" id="{8BC89B2B-D57E-4F87-F0D5-92CE3146197A}"/>
              </a:ext>
            </a:extLst>
          </p:cNvPr>
          <p:cNvSpPr/>
          <p:nvPr/>
        </p:nvSpPr>
        <p:spPr>
          <a:xfrm>
            <a:off x="1331950" y="1840993"/>
            <a:ext cx="1118506"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Integration Structure</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OJK briefing / high-level </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alignment</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54" name="矢印: 五方向 121">
            <a:extLst>
              <a:ext uri="{FF2B5EF4-FFF2-40B4-BE49-F238E27FC236}">
                <a16:creationId xmlns:a16="http://schemas.microsoft.com/office/drawing/2014/main" id="{A6B4EA99-3271-83D8-896E-D5F55E95D912}"/>
              </a:ext>
            </a:extLst>
          </p:cNvPr>
          <p:cNvSpPr/>
          <p:nvPr/>
        </p:nvSpPr>
        <p:spPr>
          <a:xfrm>
            <a:off x="6919833" y="1840993"/>
            <a:ext cx="299719"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OJK</a:t>
            </a:r>
            <a:r>
              <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rPr>
              <a:t> </a:t>
            </a:r>
            <a:endPar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a:p>
            <a:pPr defTabSz="278586" fontAlgn="base">
              <a:lnSpc>
                <a:spcPts val="500"/>
              </a:lnSpc>
              <a:spcBef>
                <a:spcPct val="0"/>
              </a:spcBef>
              <a:spcAft>
                <a:spcPct val="0"/>
              </a:spcAft>
              <a:defRPr/>
            </a:pPr>
            <a:r>
              <a:rPr kumimoji="0" lang="en-US" altLang="zh-CN" sz="600" kern="0">
                <a:solidFill>
                  <a:prstClr val="black"/>
                </a:solidFill>
                <a:latin typeface="Graphik" panose="020B0503030202060203" pitchFamily="34" charset="0"/>
                <a:ea typeface="Meiryo UI" panose="020B0604030504040204" pitchFamily="50" charset="-128"/>
                <a:cs typeface="Calibri" panose="020F0502020204030204" pitchFamily="34" charset="0"/>
              </a:rPr>
              <a:t>Auditing</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55" name="二等辺三角形 54">
            <a:extLst>
              <a:ext uri="{FF2B5EF4-FFF2-40B4-BE49-F238E27FC236}">
                <a16:creationId xmlns:a16="http://schemas.microsoft.com/office/drawing/2014/main" id="{D75B79AE-38B0-5F90-2B1A-11E4BCEF1EC4}"/>
              </a:ext>
            </a:extLst>
          </p:cNvPr>
          <p:cNvSpPr/>
          <p:nvPr/>
        </p:nvSpPr>
        <p:spPr>
          <a:xfrm rot="10800000">
            <a:off x="7194152" y="1394945"/>
            <a:ext cx="68275" cy="74433"/>
          </a:xfrm>
          <a:prstGeom prst="triangle">
            <a:avLst/>
          </a:prstGeom>
          <a:solidFill>
            <a:schemeClr val="tx1"/>
          </a:solidFill>
          <a:ln w="6350"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685738">
              <a:lnSpc>
                <a:spcPts val="525"/>
              </a:lnSpc>
              <a:spcBef>
                <a:spcPts val="600"/>
              </a:spcBef>
              <a:buClr>
                <a:prstClr val="black"/>
              </a:buClr>
              <a:tabLst>
                <a:tab pos="180959" algn="l"/>
              </a:tabLst>
              <a:defRPr/>
            </a:pPr>
            <a:endParaRPr lang="ja-JP" altLang="en-US" sz="800" kern="0">
              <a:solidFill>
                <a:prstClr val="white"/>
              </a:solidFill>
              <a:latin typeface="Graphik" panose="020B0503030202060203" pitchFamily="34" charset="0"/>
              <a:ea typeface="Meiryo UI" panose="020B0604030504040204" pitchFamily="50" charset="-128"/>
              <a:cs typeface="Calibri" panose="020F0502020204030204" pitchFamily="34" charset="0"/>
            </a:endParaRPr>
          </a:p>
        </p:txBody>
      </p:sp>
      <p:sp>
        <p:nvSpPr>
          <p:cNvPr id="56" name="テキスト ボックス 55">
            <a:extLst>
              <a:ext uri="{FF2B5EF4-FFF2-40B4-BE49-F238E27FC236}">
                <a16:creationId xmlns:a16="http://schemas.microsoft.com/office/drawing/2014/main" id="{C36B8CDD-772E-FF73-0493-E1AF32F87837}"/>
              </a:ext>
            </a:extLst>
          </p:cNvPr>
          <p:cNvSpPr txBox="1"/>
          <p:nvPr/>
        </p:nvSpPr>
        <p:spPr>
          <a:xfrm>
            <a:off x="6740050" y="1449774"/>
            <a:ext cx="573363" cy="223298"/>
          </a:xfrm>
          <a:prstGeom prst="rect">
            <a:avLst/>
          </a:prstGeom>
          <a:noFill/>
        </p:spPr>
        <p:txBody>
          <a:bodyPr wrap="none" rtlCol="0" anchor="t" anchorCtr="0">
            <a:noAutofit/>
          </a:bodyPr>
          <a:lstStyle>
            <a:defPPr>
              <a:defRPr lang="ja-JP"/>
            </a:defPPr>
            <a:lvl1pPr>
              <a:defRPr sz="788" b="1">
                <a:latin typeface="Meiryo UI" panose="020B0604030504040204" pitchFamily="50" charset="-128"/>
                <a:ea typeface="Meiryo UI" panose="020B0604030504040204" pitchFamily="50" charset="-128"/>
              </a:defRPr>
            </a:lvl1pPr>
          </a:lstStyle>
          <a:p>
            <a:pPr algn="ctr" defTabSz="685738">
              <a:lnSpc>
                <a:spcPts val="525"/>
              </a:lnSpc>
              <a:defRPr/>
            </a:pPr>
            <a:r>
              <a:rPr lang="en-US" altLang="zh-CN" sz="700">
                <a:solidFill>
                  <a:prstClr val="black"/>
                </a:solidFill>
                <a:latin typeface="Graphik" panose="020B0503030202060203" pitchFamily="34" charset="0"/>
                <a:cs typeface="Calibri" panose="020F0502020204030204" pitchFamily="34" charset="0"/>
              </a:rPr>
              <a:t>Integration</a:t>
            </a:r>
          </a:p>
          <a:p>
            <a:pPr algn="ctr" defTabSz="685738">
              <a:lnSpc>
                <a:spcPts val="525"/>
              </a:lnSpc>
              <a:defRPr/>
            </a:pPr>
            <a:r>
              <a:rPr lang="en-US" altLang="zh-CN" sz="700">
                <a:solidFill>
                  <a:prstClr val="black"/>
                </a:solidFill>
                <a:latin typeface="Graphik" panose="020B0503030202060203" pitchFamily="34" charset="0"/>
                <a:cs typeface="Calibri" panose="020F0502020204030204" pitchFamily="34" charset="0"/>
              </a:rPr>
              <a:t>Announcement</a:t>
            </a:r>
            <a:endParaRPr lang="ja-JP" altLang="en-US" sz="700">
              <a:solidFill>
                <a:prstClr val="black"/>
              </a:solidFill>
              <a:latin typeface="Graphik" panose="020B0503030202060203" pitchFamily="34" charset="0"/>
              <a:cs typeface="Calibri" panose="020F0502020204030204" pitchFamily="34" charset="0"/>
            </a:endParaRPr>
          </a:p>
        </p:txBody>
      </p:sp>
      <p:cxnSp>
        <p:nvCxnSpPr>
          <p:cNvPr id="57" name="コネクタ: カギ線 167">
            <a:extLst>
              <a:ext uri="{FF2B5EF4-FFF2-40B4-BE49-F238E27FC236}">
                <a16:creationId xmlns:a16="http://schemas.microsoft.com/office/drawing/2014/main" id="{A52539F5-1A30-0BD3-4E62-A65EA1004C2B}"/>
              </a:ext>
            </a:extLst>
          </p:cNvPr>
          <p:cNvCxnSpPr>
            <a:cxnSpLocks/>
            <a:stCxn id="62" idx="3"/>
            <a:endCxn id="54" idx="1"/>
          </p:cNvCxnSpPr>
          <p:nvPr/>
        </p:nvCxnSpPr>
        <p:spPr>
          <a:xfrm flipV="1">
            <a:off x="6863027" y="1968055"/>
            <a:ext cx="56806" cy="838567"/>
          </a:xfrm>
          <a:prstGeom prst="bentConnector3">
            <a:avLst>
              <a:gd name="adj1" fmla="val 50000"/>
            </a:avLst>
          </a:prstGeom>
          <a:ln w="63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コネクタ: カギ線 167">
            <a:extLst>
              <a:ext uri="{FF2B5EF4-FFF2-40B4-BE49-F238E27FC236}">
                <a16:creationId xmlns:a16="http://schemas.microsoft.com/office/drawing/2014/main" id="{7D4B075C-E98A-CC32-A008-0822027046BC}"/>
              </a:ext>
            </a:extLst>
          </p:cNvPr>
          <p:cNvCxnSpPr>
            <a:cxnSpLocks/>
            <a:stCxn id="54" idx="3"/>
            <a:endCxn id="63" idx="1"/>
          </p:cNvCxnSpPr>
          <p:nvPr/>
        </p:nvCxnSpPr>
        <p:spPr>
          <a:xfrm>
            <a:off x="7219552" y="1968055"/>
            <a:ext cx="68582" cy="380638"/>
          </a:xfrm>
          <a:prstGeom prst="bentConnector3">
            <a:avLst>
              <a:gd name="adj1" fmla="val 50000"/>
            </a:avLst>
          </a:prstGeom>
          <a:ln w="63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 name="矢印: 五方向 121">
            <a:extLst>
              <a:ext uri="{FF2B5EF4-FFF2-40B4-BE49-F238E27FC236}">
                <a16:creationId xmlns:a16="http://schemas.microsoft.com/office/drawing/2014/main" id="{86739D50-C057-FDE8-4775-07A444381AB7}"/>
              </a:ext>
            </a:extLst>
          </p:cNvPr>
          <p:cNvSpPr/>
          <p:nvPr/>
        </p:nvSpPr>
        <p:spPr>
          <a:xfrm>
            <a:off x="1553729" y="2529782"/>
            <a:ext cx="896727"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sv-SE"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Prepare Integration</a:t>
            </a:r>
          </a:p>
          <a:p>
            <a:pPr defTabSz="278586" fontAlgn="base">
              <a:lnSpc>
                <a:spcPts val="500"/>
              </a:lnSpc>
              <a:spcBef>
                <a:spcPct val="0"/>
              </a:spcBef>
              <a:spcAft>
                <a:spcPct val="0"/>
              </a:spcAft>
              <a:defRPr/>
            </a:pPr>
            <a:r>
              <a:rPr kumimoji="0" lang="sv-SE"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 Plan Skeleton (HHP)</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60" name="矢印: 五方向 121">
            <a:extLst>
              <a:ext uri="{FF2B5EF4-FFF2-40B4-BE49-F238E27FC236}">
                <a16:creationId xmlns:a16="http://schemas.microsoft.com/office/drawing/2014/main" id="{45365060-A9A3-D571-8263-317BE7550102}"/>
              </a:ext>
            </a:extLst>
          </p:cNvPr>
          <p:cNvSpPr/>
          <p:nvPr/>
        </p:nvSpPr>
        <p:spPr>
          <a:xfrm>
            <a:off x="2469508" y="2529782"/>
            <a:ext cx="545412"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zh-CN" sz="600" kern="0">
                <a:solidFill>
                  <a:prstClr val="black"/>
                </a:solidFill>
                <a:latin typeface="Graphik" panose="020B0503030202060203" pitchFamily="34" charset="0"/>
                <a:ea typeface="Meiryo UI" panose="020B0604030504040204" pitchFamily="50" charset="-128"/>
                <a:cs typeface="Calibri" panose="020F0502020204030204" pitchFamily="34" charset="0"/>
              </a:rPr>
              <a:t>Define </a:t>
            </a:r>
          </a:p>
          <a:p>
            <a:pPr defTabSz="278586" fontAlgn="base">
              <a:lnSpc>
                <a:spcPts val="500"/>
              </a:lnSpc>
              <a:spcBef>
                <a:spcPct val="0"/>
              </a:spcBef>
              <a:spcAft>
                <a:spcPct val="0"/>
              </a:spcAft>
              <a:defRPr/>
            </a:pPr>
            <a:r>
              <a:rPr kumimoji="0" lang="en-US" altLang="zh-CN" sz="600" kern="0">
                <a:solidFill>
                  <a:prstClr val="black"/>
                </a:solidFill>
                <a:latin typeface="Graphik" panose="020B0503030202060203" pitchFamily="34" charset="0"/>
                <a:ea typeface="Meiryo UI" panose="020B0604030504040204" pitchFamily="50" charset="-128"/>
                <a:cs typeface="Calibri" panose="020F0502020204030204" pitchFamily="34" charset="0"/>
              </a:rPr>
              <a:t>Roles and</a:t>
            </a:r>
          </a:p>
          <a:p>
            <a:pPr defTabSz="278586" fontAlgn="base">
              <a:lnSpc>
                <a:spcPts val="500"/>
              </a:lnSpc>
              <a:spcBef>
                <a:spcPct val="0"/>
              </a:spcBef>
              <a:spcAft>
                <a:spcPct val="0"/>
              </a:spcAft>
              <a:defRPr/>
            </a:pPr>
            <a:r>
              <a:rPr kumimoji="0" lang="en-US" altLang="zh-CN" sz="600" kern="0">
                <a:solidFill>
                  <a:prstClr val="black"/>
                </a:solidFill>
                <a:latin typeface="Graphik" panose="020B0503030202060203" pitchFamily="34" charset="0"/>
                <a:ea typeface="Meiryo UI" panose="020B0604030504040204" pitchFamily="50" charset="-128"/>
                <a:cs typeface="Calibri" panose="020F0502020204030204" pitchFamily="34" charset="0"/>
              </a:rPr>
              <a:t>Responsibilities</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61" name="矢印: 五方向 121">
            <a:extLst>
              <a:ext uri="{FF2B5EF4-FFF2-40B4-BE49-F238E27FC236}">
                <a16:creationId xmlns:a16="http://schemas.microsoft.com/office/drawing/2014/main" id="{E96C3023-D7B7-6C16-F0D2-DB238947D259}"/>
              </a:ext>
            </a:extLst>
          </p:cNvPr>
          <p:cNvSpPr/>
          <p:nvPr/>
        </p:nvSpPr>
        <p:spPr>
          <a:xfrm>
            <a:off x="3040276" y="2529782"/>
            <a:ext cx="912673"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HQ/JKT/BDI </a:t>
            </a:r>
            <a:r>
              <a:rPr kumimoji="0" lang="en-US" altLang="zh-CN" sz="600" kern="0">
                <a:solidFill>
                  <a:prstClr val="black"/>
                </a:solidFill>
                <a:latin typeface="Graphik" panose="020B0503030202060203" pitchFamily="34" charset="0"/>
                <a:ea typeface="Meiryo UI" panose="020B0604030504040204" pitchFamily="50" charset="-128"/>
                <a:cs typeface="Calibri" panose="020F0502020204030204" pitchFamily="34" charset="0"/>
              </a:rPr>
              <a:t>review</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and Finalization</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62" name="矢印: 五方向 121">
            <a:extLst>
              <a:ext uri="{FF2B5EF4-FFF2-40B4-BE49-F238E27FC236}">
                <a16:creationId xmlns:a16="http://schemas.microsoft.com/office/drawing/2014/main" id="{0C9B53BD-49F2-C5CE-ED91-409D0A3D60B5}"/>
              </a:ext>
            </a:extLst>
          </p:cNvPr>
          <p:cNvSpPr/>
          <p:nvPr/>
        </p:nvSpPr>
        <p:spPr>
          <a:xfrm>
            <a:off x="3978305" y="2529782"/>
            <a:ext cx="2884722" cy="553679"/>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Adjustment based on OJK consultation</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63" name="矢印: 五方向 121">
            <a:extLst>
              <a:ext uri="{FF2B5EF4-FFF2-40B4-BE49-F238E27FC236}">
                <a16:creationId xmlns:a16="http://schemas.microsoft.com/office/drawing/2014/main" id="{8EE49428-3F4F-9D73-4F10-2196CC1EE9A3}"/>
              </a:ext>
            </a:extLst>
          </p:cNvPr>
          <p:cNvSpPr/>
          <p:nvPr/>
        </p:nvSpPr>
        <p:spPr>
          <a:xfrm>
            <a:off x="7288134" y="2221631"/>
            <a:ext cx="302138"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lang="en-US" altLang="ja-JP" sz="600">
                <a:solidFill>
                  <a:schemeClr val="tx1"/>
                </a:solidFill>
                <a:latin typeface="Graphik" panose="020B0503030202060203" pitchFamily="34" charset="0"/>
                <a:ea typeface="Meiryo UI" panose="020B0604030504040204" pitchFamily="50" charset="-128"/>
              </a:rPr>
              <a:t>Handle Creditor</a:t>
            </a:r>
          </a:p>
          <a:p>
            <a:pPr defTabSz="278586" fontAlgn="base">
              <a:lnSpc>
                <a:spcPts val="500"/>
              </a:lnSpc>
              <a:spcBef>
                <a:spcPct val="0"/>
              </a:spcBef>
              <a:spcAft>
                <a:spcPct val="0"/>
              </a:spcAft>
              <a:defRPr/>
            </a:pPr>
            <a:r>
              <a:rPr kumimoji="0" lang="en-US" altLang="ja-JP" sz="600" kern="0">
                <a:solidFill>
                  <a:schemeClr val="tx1"/>
                </a:solidFill>
                <a:latin typeface="Graphik" panose="020B0503030202060203" pitchFamily="34" charset="0"/>
                <a:ea typeface="Meiryo UI" panose="020B0604030504040204" pitchFamily="50" charset="-128"/>
                <a:cs typeface="Calibri" panose="020F0502020204030204" pitchFamily="34" charset="0"/>
              </a:rPr>
              <a:t>Objection</a:t>
            </a:r>
          </a:p>
          <a:p>
            <a:pPr defTabSz="278586" fontAlgn="base">
              <a:lnSpc>
                <a:spcPts val="500"/>
              </a:lnSpc>
              <a:spcBef>
                <a:spcPct val="0"/>
              </a:spcBef>
              <a:spcAft>
                <a:spcPct val="0"/>
              </a:spcAft>
              <a:defRPr/>
            </a:pPr>
            <a:r>
              <a:rPr kumimoji="0" lang="en-US" altLang="ja-JP" sz="600" kern="0">
                <a:solidFill>
                  <a:schemeClr val="tx1"/>
                </a:solidFill>
                <a:latin typeface="Graphik" panose="020B0503030202060203" pitchFamily="34" charset="0"/>
                <a:ea typeface="Meiryo UI" panose="020B0604030504040204" pitchFamily="50" charset="-128"/>
                <a:cs typeface="Calibri" panose="020F0502020204030204" pitchFamily="34" charset="0"/>
              </a:rPr>
              <a:t>Procedures</a:t>
            </a:r>
            <a:endParaRPr kumimoji="0" lang="ja-JP" altLang="en-US" sz="600" kern="0">
              <a:solidFill>
                <a:schemeClr val="tx1"/>
              </a:solidFill>
              <a:latin typeface="Graphik" panose="020B0503030202060203" pitchFamily="34" charset="0"/>
              <a:ea typeface="Meiryo UI" panose="020B0604030504040204" pitchFamily="50" charset="-128"/>
              <a:cs typeface="Calibri" panose="020F0502020204030204" pitchFamily="34" charset="0"/>
            </a:endParaRPr>
          </a:p>
        </p:txBody>
      </p:sp>
      <p:sp>
        <p:nvSpPr>
          <p:cNvPr id="64" name="矢印: 五方向 121">
            <a:extLst>
              <a:ext uri="{FF2B5EF4-FFF2-40B4-BE49-F238E27FC236}">
                <a16:creationId xmlns:a16="http://schemas.microsoft.com/office/drawing/2014/main" id="{5930F093-6E4D-2B28-B06B-9779EDF58DF8}"/>
              </a:ext>
            </a:extLst>
          </p:cNvPr>
          <p:cNvSpPr/>
          <p:nvPr/>
        </p:nvSpPr>
        <p:spPr>
          <a:xfrm>
            <a:off x="7288133" y="2521164"/>
            <a:ext cx="357263"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schemeClr val="tx1"/>
                </a:solidFill>
                <a:latin typeface="Graphik" panose="020B0503030202060203" pitchFamily="34" charset="0"/>
                <a:ea typeface="Meiryo UI" panose="020B0604030504040204" pitchFamily="50" charset="-128"/>
                <a:cs typeface="Calibri" panose="020F0502020204030204" pitchFamily="34" charset="0"/>
              </a:rPr>
              <a:t>Send notice</a:t>
            </a:r>
          </a:p>
          <a:p>
            <a:pPr defTabSz="278586" fontAlgn="base">
              <a:lnSpc>
                <a:spcPts val="500"/>
              </a:lnSpc>
              <a:spcBef>
                <a:spcPct val="0"/>
              </a:spcBef>
              <a:spcAft>
                <a:spcPct val="0"/>
              </a:spcAft>
              <a:defRPr/>
            </a:pPr>
            <a:r>
              <a:rPr kumimoji="0" lang="en-US" altLang="ja-JP" sz="600" kern="0">
                <a:solidFill>
                  <a:schemeClr val="tx1"/>
                </a:solidFill>
                <a:latin typeface="Graphik" panose="020B0503030202060203" pitchFamily="34" charset="0"/>
                <a:ea typeface="Meiryo UI" panose="020B0604030504040204" pitchFamily="50" charset="-128"/>
                <a:cs typeface="Calibri" panose="020F0502020204030204" pitchFamily="34" charset="0"/>
              </a:rPr>
              <a:t>for BDI EGMS</a:t>
            </a:r>
          </a:p>
        </p:txBody>
      </p:sp>
      <p:cxnSp>
        <p:nvCxnSpPr>
          <p:cNvPr id="65" name="コネクタ: カギ線 167">
            <a:extLst>
              <a:ext uri="{FF2B5EF4-FFF2-40B4-BE49-F238E27FC236}">
                <a16:creationId xmlns:a16="http://schemas.microsoft.com/office/drawing/2014/main" id="{2827C989-D785-F811-88D4-A807F9448105}"/>
              </a:ext>
            </a:extLst>
          </p:cNvPr>
          <p:cNvCxnSpPr>
            <a:cxnSpLocks/>
            <a:stCxn id="64" idx="3"/>
          </p:cNvCxnSpPr>
          <p:nvPr/>
        </p:nvCxnSpPr>
        <p:spPr>
          <a:xfrm flipV="1">
            <a:off x="7645396" y="1260161"/>
            <a:ext cx="278662" cy="1388065"/>
          </a:xfrm>
          <a:prstGeom prst="bentConnector2">
            <a:avLst/>
          </a:prstGeom>
          <a:ln w="63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67" name="グループ化 66">
            <a:extLst>
              <a:ext uri="{FF2B5EF4-FFF2-40B4-BE49-F238E27FC236}">
                <a16:creationId xmlns:a16="http://schemas.microsoft.com/office/drawing/2014/main" id="{B1DD938B-F82E-4034-65D6-3C13676BB588}"/>
              </a:ext>
            </a:extLst>
          </p:cNvPr>
          <p:cNvGrpSpPr/>
          <p:nvPr/>
        </p:nvGrpSpPr>
        <p:grpSpPr>
          <a:xfrm>
            <a:off x="1553729" y="2221631"/>
            <a:ext cx="1160282" cy="254123"/>
            <a:chOff x="1553729" y="3369624"/>
            <a:chExt cx="1160282" cy="254123"/>
          </a:xfrm>
        </p:grpSpPr>
        <p:sp>
          <p:nvSpPr>
            <p:cNvPr id="68" name="矢印: 五方向 121">
              <a:extLst>
                <a:ext uri="{FF2B5EF4-FFF2-40B4-BE49-F238E27FC236}">
                  <a16:creationId xmlns:a16="http://schemas.microsoft.com/office/drawing/2014/main" id="{E6EE2135-871E-7B04-A77D-E9B2E2404471}"/>
                </a:ext>
              </a:extLst>
            </p:cNvPr>
            <p:cNvSpPr/>
            <p:nvPr/>
          </p:nvSpPr>
          <p:spPr>
            <a:xfrm>
              <a:off x="1553729" y="3369624"/>
              <a:ext cx="725593"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Draft Conditional</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 Integration </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Agreement (CIA)</a:t>
              </a:r>
            </a:p>
          </p:txBody>
        </p:sp>
        <p:sp>
          <p:nvSpPr>
            <p:cNvPr id="69" name="矢印: 五方向 121">
              <a:extLst>
                <a:ext uri="{FF2B5EF4-FFF2-40B4-BE49-F238E27FC236}">
                  <a16:creationId xmlns:a16="http://schemas.microsoft.com/office/drawing/2014/main" id="{783519EE-0DE9-9BAC-F85D-FDD26A72634A}"/>
                </a:ext>
              </a:extLst>
            </p:cNvPr>
            <p:cNvSpPr/>
            <p:nvPr/>
          </p:nvSpPr>
          <p:spPr>
            <a:xfrm>
              <a:off x="2320406" y="3369624"/>
              <a:ext cx="393605"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Execute CIA</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grpSp>
      <p:sp>
        <p:nvSpPr>
          <p:cNvPr id="72" name="矢印: 五方向 121">
            <a:extLst>
              <a:ext uri="{FF2B5EF4-FFF2-40B4-BE49-F238E27FC236}">
                <a16:creationId xmlns:a16="http://schemas.microsoft.com/office/drawing/2014/main" id="{E2ECAEB2-9380-97E4-AFE1-F2262B6E504A}"/>
              </a:ext>
            </a:extLst>
          </p:cNvPr>
          <p:cNvSpPr/>
          <p:nvPr/>
        </p:nvSpPr>
        <p:spPr>
          <a:xfrm>
            <a:off x="6223413" y="3443995"/>
            <a:ext cx="450438"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KJPP</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Valuation</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73" name="矢印: 五方向 121">
            <a:extLst>
              <a:ext uri="{FF2B5EF4-FFF2-40B4-BE49-F238E27FC236}">
                <a16:creationId xmlns:a16="http://schemas.microsoft.com/office/drawing/2014/main" id="{7E87DA7F-44B7-539D-E728-0D5D423E3063}"/>
              </a:ext>
            </a:extLst>
          </p:cNvPr>
          <p:cNvSpPr/>
          <p:nvPr/>
        </p:nvSpPr>
        <p:spPr>
          <a:xfrm>
            <a:off x="6223414" y="4765223"/>
            <a:ext cx="639610"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Calculate number</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 of BDI shares to</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 be issued</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74" name="矢印: 五方向 121">
            <a:extLst>
              <a:ext uri="{FF2B5EF4-FFF2-40B4-BE49-F238E27FC236}">
                <a16:creationId xmlns:a16="http://schemas.microsoft.com/office/drawing/2014/main" id="{5A08FE05-9F77-F8B8-4DEF-C09C4782CC8B}"/>
              </a:ext>
            </a:extLst>
          </p:cNvPr>
          <p:cNvSpPr/>
          <p:nvPr/>
        </p:nvSpPr>
        <p:spPr>
          <a:xfrm>
            <a:off x="2876193" y="3444392"/>
            <a:ext cx="2954863"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Pre-consultation with KJPP / external auditor</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76" name="矢印: 五方向 121">
            <a:extLst>
              <a:ext uri="{FF2B5EF4-FFF2-40B4-BE49-F238E27FC236}">
                <a16:creationId xmlns:a16="http://schemas.microsoft.com/office/drawing/2014/main" id="{CC88CD2B-6BC4-8BD3-3F0D-D56CBE0112EB}"/>
              </a:ext>
            </a:extLst>
          </p:cNvPr>
          <p:cNvSpPr/>
          <p:nvPr/>
        </p:nvSpPr>
        <p:spPr>
          <a:xfrm>
            <a:off x="2881230" y="2829338"/>
            <a:ext cx="1080082"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Prepare and finalize </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regulatory submission </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materials for integration</a:t>
            </a:r>
          </a:p>
        </p:txBody>
      </p:sp>
      <p:sp>
        <p:nvSpPr>
          <p:cNvPr id="77" name="矢印: 五方向 121">
            <a:extLst>
              <a:ext uri="{FF2B5EF4-FFF2-40B4-BE49-F238E27FC236}">
                <a16:creationId xmlns:a16="http://schemas.microsoft.com/office/drawing/2014/main" id="{9E91762F-EE14-4047-73E1-5C8AF202CCEE}"/>
              </a:ext>
            </a:extLst>
          </p:cNvPr>
          <p:cNvSpPr/>
          <p:nvPr/>
        </p:nvSpPr>
        <p:spPr>
          <a:xfrm>
            <a:off x="8172102" y="2219250"/>
            <a:ext cx="118886"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schemeClr val="tx1"/>
                </a:solidFill>
                <a:latin typeface="Graphik" panose="020B0503030202060203" pitchFamily="34" charset="0"/>
                <a:ea typeface="Meiryo UI" panose="020B0604030504040204" pitchFamily="50" charset="-128"/>
                <a:cs typeface="Calibri" panose="020F0502020204030204" pitchFamily="34" charset="0"/>
              </a:rPr>
              <a:t>Issue</a:t>
            </a:r>
          </a:p>
          <a:p>
            <a:pPr defTabSz="278586" fontAlgn="base">
              <a:lnSpc>
                <a:spcPts val="500"/>
              </a:lnSpc>
              <a:spcBef>
                <a:spcPct val="0"/>
              </a:spcBef>
              <a:spcAft>
                <a:spcPct val="0"/>
              </a:spcAft>
              <a:defRPr/>
            </a:pPr>
            <a:r>
              <a:rPr kumimoji="0" lang="en-US" altLang="ja-JP" sz="600" kern="0">
                <a:solidFill>
                  <a:schemeClr val="tx1"/>
                </a:solidFill>
                <a:latin typeface="Graphik" panose="020B0503030202060203" pitchFamily="34" charset="0"/>
                <a:ea typeface="Meiryo UI" panose="020B0604030504040204" pitchFamily="50" charset="-128"/>
                <a:cs typeface="Calibri" panose="020F0502020204030204" pitchFamily="34" charset="0"/>
              </a:rPr>
              <a:t>Integration</a:t>
            </a:r>
          </a:p>
          <a:p>
            <a:pPr defTabSz="278586" fontAlgn="base">
              <a:lnSpc>
                <a:spcPts val="500"/>
              </a:lnSpc>
              <a:spcBef>
                <a:spcPct val="0"/>
              </a:spcBef>
              <a:spcAft>
                <a:spcPct val="0"/>
              </a:spcAft>
              <a:defRPr/>
            </a:pPr>
            <a:r>
              <a:rPr kumimoji="0" lang="en-US" altLang="ja-JP" sz="600" kern="0">
                <a:solidFill>
                  <a:schemeClr val="tx1"/>
                </a:solidFill>
                <a:latin typeface="Graphik" panose="020B0503030202060203" pitchFamily="34" charset="0"/>
                <a:ea typeface="Meiryo UI" panose="020B0604030504040204" pitchFamily="50" charset="-128"/>
                <a:cs typeface="Calibri" panose="020F0502020204030204" pitchFamily="34" charset="0"/>
              </a:rPr>
              <a:t>Certificate</a:t>
            </a:r>
          </a:p>
        </p:txBody>
      </p:sp>
      <p:sp>
        <p:nvSpPr>
          <p:cNvPr id="78" name="矢印: 五方向 121">
            <a:extLst>
              <a:ext uri="{FF2B5EF4-FFF2-40B4-BE49-F238E27FC236}">
                <a16:creationId xmlns:a16="http://schemas.microsoft.com/office/drawing/2014/main" id="{EE7EA4A4-B909-6743-19BB-28C383E420D7}"/>
              </a:ext>
            </a:extLst>
          </p:cNvPr>
          <p:cNvSpPr/>
          <p:nvPr/>
        </p:nvSpPr>
        <p:spPr>
          <a:xfrm>
            <a:off x="8166099" y="1840993"/>
            <a:ext cx="294325"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Ins="36000" rtlCol="0" anchor="ctr"/>
          <a:lstStyle/>
          <a:p>
            <a:pPr defTabSz="278586" fontAlgn="base">
              <a:lnSpc>
                <a:spcPts val="500"/>
              </a:lnSpc>
              <a:spcBef>
                <a:spcPct val="0"/>
              </a:spcBef>
              <a:spcAft>
                <a:spcPct val="0"/>
              </a:spcAft>
              <a:defRPr/>
            </a:pPr>
            <a:r>
              <a:rPr kumimoji="0" lang="en-US" altLang="ja-JP" sz="600" kern="0">
                <a:solidFill>
                  <a:schemeClr val="tx1"/>
                </a:solidFill>
                <a:latin typeface="Graphik" panose="020B0503030202060203" pitchFamily="34" charset="0"/>
                <a:ea typeface="Meiryo UI" panose="020B0604030504040204" pitchFamily="50" charset="-128"/>
                <a:cs typeface="Calibri" panose="020F0502020204030204" pitchFamily="34" charset="0"/>
              </a:rPr>
              <a:t>Obtain approval </a:t>
            </a:r>
          </a:p>
          <a:p>
            <a:pPr defTabSz="278586" fontAlgn="base">
              <a:lnSpc>
                <a:spcPts val="500"/>
              </a:lnSpc>
              <a:spcBef>
                <a:spcPct val="0"/>
              </a:spcBef>
              <a:spcAft>
                <a:spcPct val="0"/>
              </a:spcAft>
              <a:defRPr/>
            </a:pPr>
            <a:r>
              <a:rPr kumimoji="0" lang="en-US" altLang="ja-JP" sz="600" kern="0">
                <a:solidFill>
                  <a:schemeClr val="tx1"/>
                </a:solidFill>
                <a:latin typeface="Graphik" panose="020B0503030202060203" pitchFamily="34" charset="0"/>
                <a:ea typeface="Meiryo UI" panose="020B0604030504040204" pitchFamily="50" charset="-128"/>
                <a:cs typeface="Calibri" panose="020F0502020204030204" pitchFamily="34" charset="0"/>
              </a:rPr>
              <a:t>for amendment </a:t>
            </a:r>
          </a:p>
          <a:p>
            <a:pPr defTabSz="278586" fontAlgn="base">
              <a:lnSpc>
                <a:spcPts val="500"/>
              </a:lnSpc>
              <a:spcBef>
                <a:spcPct val="0"/>
              </a:spcBef>
              <a:spcAft>
                <a:spcPct val="0"/>
              </a:spcAft>
              <a:defRPr/>
            </a:pPr>
            <a:r>
              <a:rPr kumimoji="0" lang="en-US" altLang="ja-JP" sz="600" kern="0">
                <a:solidFill>
                  <a:schemeClr val="tx1"/>
                </a:solidFill>
                <a:latin typeface="Graphik" panose="020B0503030202060203" pitchFamily="34" charset="0"/>
                <a:ea typeface="Meiryo UI" panose="020B0604030504040204" pitchFamily="50" charset="-128"/>
                <a:cs typeface="Calibri" panose="020F0502020204030204" pitchFamily="34" charset="0"/>
              </a:rPr>
              <a:t>of Articles </a:t>
            </a:r>
          </a:p>
          <a:p>
            <a:pPr defTabSz="278586" fontAlgn="base">
              <a:lnSpc>
                <a:spcPts val="500"/>
              </a:lnSpc>
              <a:spcBef>
                <a:spcPct val="0"/>
              </a:spcBef>
              <a:spcAft>
                <a:spcPct val="0"/>
              </a:spcAft>
              <a:defRPr/>
            </a:pPr>
            <a:r>
              <a:rPr kumimoji="0" lang="en-US" altLang="ja-JP" sz="600" kern="0">
                <a:solidFill>
                  <a:schemeClr val="tx1"/>
                </a:solidFill>
                <a:latin typeface="Graphik" panose="020B0503030202060203" pitchFamily="34" charset="0"/>
                <a:ea typeface="Meiryo UI" panose="020B0604030504040204" pitchFamily="50" charset="-128"/>
                <a:cs typeface="Calibri" panose="020F0502020204030204" pitchFamily="34" charset="0"/>
              </a:rPr>
              <a:t>of Association</a:t>
            </a:r>
          </a:p>
        </p:txBody>
      </p:sp>
      <p:sp>
        <p:nvSpPr>
          <p:cNvPr id="79" name="矢印: 五方向 121">
            <a:extLst>
              <a:ext uri="{FF2B5EF4-FFF2-40B4-BE49-F238E27FC236}">
                <a16:creationId xmlns:a16="http://schemas.microsoft.com/office/drawing/2014/main" id="{0C1F6213-7F5D-391F-DFB1-FC6758BC2B4B}"/>
              </a:ext>
            </a:extLst>
          </p:cNvPr>
          <p:cNvSpPr/>
          <p:nvPr/>
        </p:nvSpPr>
        <p:spPr>
          <a:xfrm>
            <a:off x="2881230" y="3128894"/>
            <a:ext cx="1080082"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Amend BDI Articles </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of Association</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80" name="矢印: 五方向 121">
            <a:extLst>
              <a:ext uri="{FF2B5EF4-FFF2-40B4-BE49-F238E27FC236}">
                <a16:creationId xmlns:a16="http://schemas.microsoft.com/office/drawing/2014/main" id="{B38636EF-66D4-16F9-6584-E212495403A0}"/>
              </a:ext>
            </a:extLst>
          </p:cNvPr>
          <p:cNvSpPr/>
          <p:nvPr/>
        </p:nvSpPr>
        <p:spPr>
          <a:xfrm>
            <a:off x="3980523" y="3128894"/>
            <a:ext cx="2882501"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Review and finalize BDI Articles of Association (HQ / JKT / BDI)</a:t>
            </a:r>
          </a:p>
        </p:txBody>
      </p:sp>
      <p:cxnSp>
        <p:nvCxnSpPr>
          <p:cNvPr id="81" name="直線コネクタ 33">
            <a:extLst>
              <a:ext uri="{FF2B5EF4-FFF2-40B4-BE49-F238E27FC236}">
                <a16:creationId xmlns:a16="http://schemas.microsoft.com/office/drawing/2014/main" id="{71E7B35D-1D71-0085-5DE8-A6B1793B5FD1}"/>
              </a:ext>
            </a:extLst>
          </p:cNvPr>
          <p:cNvCxnSpPr>
            <a:cxnSpLocks/>
          </p:cNvCxnSpPr>
          <p:nvPr/>
        </p:nvCxnSpPr>
        <p:spPr>
          <a:xfrm>
            <a:off x="8498758" y="1445574"/>
            <a:ext cx="0" cy="3428330"/>
          </a:xfrm>
          <a:prstGeom prst="line">
            <a:avLst/>
          </a:prstGeom>
          <a:ln w="635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82" name="コネクタ: カギ線 167">
            <a:extLst>
              <a:ext uri="{FF2B5EF4-FFF2-40B4-BE49-F238E27FC236}">
                <a16:creationId xmlns:a16="http://schemas.microsoft.com/office/drawing/2014/main" id="{4C771A56-D5C3-DDEF-8242-6351E54EF320}"/>
              </a:ext>
            </a:extLst>
          </p:cNvPr>
          <p:cNvCxnSpPr>
            <a:cxnSpLocks/>
          </p:cNvCxnSpPr>
          <p:nvPr/>
        </p:nvCxnSpPr>
        <p:spPr>
          <a:xfrm flipV="1">
            <a:off x="6584982" y="3026702"/>
            <a:ext cx="0" cy="490796"/>
          </a:xfrm>
          <a:prstGeom prst="straightConnector1">
            <a:avLst/>
          </a:prstGeom>
          <a:ln w="63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3" name="矢印: 五方向 121">
            <a:extLst>
              <a:ext uri="{FF2B5EF4-FFF2-40B4-BE49-F238E27FC236}">
                <a16:creationId xmlns:a16="http://schemas.microsoft.com/office/drawing/2014/main" id="{FD3A0778-76CD-E8D0-00EE-DFE048D5001F}"/>
              </a:ext>
            </a:extLst>
          </p:cNvPr>
          <p:cNvSpPr/>
          <p:nvPr/>
        </p:nvSpPr>
        <p:spPr>
          <a:xfrm>
            <a:off x="2152113" y="3444392"/>
            <a:ext cx="666900"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zh-CN" sz="600" kern="0">
                <a:solidFill>
                  <a:prstClr val="black"/>
                </a:solidFill>
                <a:latin typeface="Graphik" panose="020B0503030202060203" pitchFamily="34" charset="0"/>
                <a:ea typeface="Meiryo UI" panose="020B0604030504040204" pitchFamily="50" charset="-128"/>
                <a:cs typeface="Calibri" panose="020F0502020204030204" pitchFamily="34" charset="0"/>
              </a:rPr>
              <a:t>Consultation</a:t>
            </a:r>
          </a:p>
          <a:p>
            <a:pPr defTabSz="278586" fontAlgn="base">
              <a:lnSpc>
                <a:spcPts val="500"/>
              </a:lnSpc>
              <a:spcBef>
                <a:spcPct val="0"/>
              </a:spcBef>
              <a:spcAft>
                <a:spcPct val="0"/>
              </a:spcAft>
              <a:defRPr/>
            </a:pPr>
            <a:r>
              <a:rPr kumimoji="0" lang="en-US" altLang="zh-CN" sz="600" kern="0">
                <a:solidFill>
                  <a:prstClr val="black"/>
                </a:solidFill>
                <a:latin typeface="Graphik" panose="020B0503030202060203" pitchFamily="34" charset="0"/>
                <a:ea typeface="Meiryo UI" panose="020B0604030504040204" pitchFamily="50" charset="-128"/>
                <a:cs typeface="Calibri" panose="020F0502020204030204" pitchFamily="34" charset="0"/>
              </a:rPr>
              <a:t>points</a:t>
            </a:r>
          </a:p>
          <a:p>
            <a:pPr defTabSz="278586" fontAlgn="base">
              <a:lnSpc>
                <a:spcPts val="500"/>
              </a:lnSpc>
              <a:spcBef>
                <a:spcPct val="0"/>
              </a:spcBef>
              <a:spcAft>
                <a:spcPct val="0"/>
              </a:spcAft>
              <a:defRPr/>
            </a:pPr>
            <a:r>
              <a:rPr kumimoji="0" lang="en-US" altLang="zh-CN" sz="600" kern="0">
                <a:solidFill>
                  <a:prstClr val="black"/>
                </a:solidFill>
                <a:latin typeface="Graphik" panose="020B0503030202060203" pitchFamily="34" charset="0"/>
                <a:ea typeface="Meiryo UI" panose="020B0604030504040204" pitchFamily="50" charset="-128"/>
                <a:cs typeface="Calibri" panose="020F0502020204030204" pitchFamily="34" charset="0"/>
              </a:rPr>
              <a:t>Wrapping up</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84" name="矢印: 五方向 121">
            <a:extLst>
              <a:ext uri="{FF2B5EF4-FFF2-40B4-BE49-F238E27FC236}">
                <a16:creationId xmlns:a16="http://schemas.microsoft.com/office/drawing/2014/main" id="{EB32644E-72FB-AA54-4598-F987CA4D10D1}"/>
              </a:ext>
            </a:extLst>
          </p:cNvPr>
          <p:cNvSpPr/>
          <p:nvPr/>
        </p:nvSpPr>
        <p:spPr>
          <a:xfrm>
            <a:off x="1553729" y="4095505"/>
            <a:ext cx="896727"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Tail Assets</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Assess pre-LD1 </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reduction approach</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85" name="矢印: 五方向 121">
            <a:extLst>
              <a:ext uri="{FF2B5EF4-FFF2-40B4-BE49-F238E27FC236}">
                <a16:creationId xmlns:a16="http://schemas.microsoft.com/office/drawing/2014/main" id="{F7072692-01ED-D290-756E-F218B479623B}"/>
              </a:ext>
            </a:extLst>
          </p:cNvPr>
          <p:cNvSpPr/>
          <p:nvPr/>
        </p:nvSpPr>
        <p:spPr>
          <a:xfrm>
            <a:off x="2491214" y="1840993"/>
            <a:ext cx="710490"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Transfer / </a:t>
            </a:r>
            <a:r>
              <a:rPr kumimoji="0" lang="en-US" altLang="zh-CN" sz="600" kern="0">
                <a:solidFill>
                  <a:prstClr val="black"/>
                </a:solidFill>
                <a:latin typeface="Graphik" panose="020B0503030202060203" pitchFamily="34" charset="0"/>
                <a:ea typeface="Meiryo UI" panose="020B0604030504040204" pitchFamily="50" charset="-128"/>
                <a:cs typeface="Calibri" panose="020F0502020204030204" pitchFamily="34" charset="0"/>
              </a:rPr>
              <a:t>Tai</a:t>
            </a: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l Assets</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OJK briefing / agreement</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86" name="矢印: 五方向 121">
            <a:extLst>
              <a:ext uri="{FF2B5EF4-FFF2-40B4-BE49-F238E27FC236}">
                <a16:creationId xmlns:a16="http://schemas.microsoft.com/office/drawing/2014/main" id="{6DB5D386-5537-B195-F681-DE50409FB0E4}"/>
              </a:ext>
            </a:extLst>
          </p:cNvPr>
          <p:cNvSpPr/>
          <p:nvPr/>
        </p:nvSpPr>
        <p:spPr>
          <a:xfrm>
            <a:off x="2476597" y="4095505"/>
            <a:ext cx="733469"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Agree on execution</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plan and schedule</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 for pre-LD1 </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Reduction</a:t>
            </a:r>
          </a:p>
        </p:txBody>
      </p:sp>
      <p:sp>
        <p:nvSpPr>
          <p:cNvPr id="87" name="矢印: 五方向 121">
            <a:extLst>
              <a:ext uri="{FF2B5EF4-FFF2-40B4-BE49-F238E27FC236}">
                <a16:creationId xmlns:a16="http://schemas.microsoft.com/office/drawing/2014/main" id="{F56CC173-4973-4990-F077-EAABF3D00A8E}"/>
              </a:ext>
            </a:extLst>
          </p:cNvPr>
          <p:cNvSpPr/>
          <p:nvPr/>
        </p:nvSpPr>
        <p:spPr>
          <a:xfrm>
            <a:off x="3244835" y="4095505"/>
            <a:ext cx="5215587"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Execute pre-LD1 reduction / DBF pre-alignment</a:t>
            </a:r>
          </a:p>
        </p:txBody>
      </p:sp>
      <p:cxnSp>
        <p:nvCxnSpPr>
          <p:cNvPr id="88" name="直線コネクタ 87">
            <a:extLst>
              <a:ext uri="{FF2B5EF4-FFF2-40B4-BE49-F238E27FC236}">
                <a16:creationId xmlns:a16="http://schemas.microsoft.com/office/drawing/2014/main" id="{E6439FDA-D651-B4C0-8D92-6A8BC5F68A55}"/>
              </a:ext>
            </a:extLst>
          </p:cNvPr>
          <p:cNvCxnSpPr>
            <a:cxnSpLocks/>
          </p:cNvCxnSpPr>
          <p:nvPr/>
        </p:nvCxnSpPr>
        <p:spPr>
          <a:xfrm>
            <a:off x="379811" y="4054792"/>
            <a:ext cx="8452437" cy="0"/>
          </a:xfrm>
          <a:prstGeom prst="line">
            <a:avLst/>
          </a:prstGeom>
          <a:noFill/>
          <a:ln w="9525" cap="flat" cmpd="sng" algn="ctr">
            <a:solidFill>
              <a:sysClr val="window" lastClr="FFFFFF">
                <a:lumMod val="65000"/>
              </a:sysClr>
            </a:solidFill>
            <a:prstDash val="dash"/>
          </a:ln>
          <a:effectLst/>
        </p:spPr>
      </p:cxnSp>
      <p:sp>
        <p:nvSpPr>
          <p:cNvPr id="89" name="正方形/長方形 44">
            <a:extLst>
              <a:ext uri="{FF2B5EF4-FFF2-40B4-BE49-F238E27FC236}">
                <a16:creationId xmlns:a16="http://schemas.microsoft.com/office/drawing/2014/main" id="{9F3A956F-5AE4-B39D-BC02-1AB8B7FACB66}"/>
              </a:ext>
            </a:extLst>
          </p:cNvPr>
          <p:cNvSpPr/>
          <p:nvPr/>
        </p:nvSpPr>
        <p:spPr bwMode="gray">
          <a:xfrm>
            <a:off x="374924" y="4450844"/>
            <a:ext cx="865538" cy="568501"/>
          </a:xfrm>
          <a:prstGeom prst="rect">
            <a:avLst/>
          </a:prstGeom>
          <a:solidFill>
            <a:schemeClr val="tx1"/>
          </a:solidFill>
          <a:ln w="6350">
            <a:noFill/>
            <a:miter lim="800000"/>
            <a:headEnd/>
            <a:tailEnd/>
          </a:ln>
          <a:effectLst/>
        </p:spPr>
        <p:txBody>
          <a:bodyPr vert="horz" wrap="square" lIns="72000" tIns="72000" rIns="72000" bIns="72000" numCol="1" rtlCol="0" anchor="ctr" anchorCtr="0" compatLnSpc="1">
            <a:prstTxWarp prst="textNoShape">
              <a:avLst/>
            </a:prstTxWarp>
            <a:noAutofit/>
          </a:bodyPr>
          <a:lstStyle/>
          <a:p>
            <a:pPr algn="ctr" defTabSz="603472">
              <a:defRPr/>
            </a:pPr>
            <a:r>
              <a:rPr lang="en-US" altLang="ja-JP" sz="900" b="1" kern="0">
                <a:solidFill>
                  <a:prstClr val="white"/>
                </a:solidFill>
                <a:latin typeface="Graphik" panose="020B0503030202060203" pitchFamily="34" charset="0"/>
                <a:ea typeface="Meiryo UI" panose="020B0604030504040204" pitchFamily="50" charset="-128"/>
                <a:cs typeface="Calibri" panose="020F0502020204030204" pitchFamily="34" charset="0"/>
              </a:rPr>
              <a:t>Capital</a:t>
            </a:r>
          </a:p>
          <a:p>
            <a:pPr algn="ctr" defTabSz="603472">
              <a:defRPr/>
            </a:pPr>
            <a:r>
              <a:rPr lang="en-US" altLang="ja-JP" sz="900" b="1" kern="0">
                <a:solidFill>
                  <a:prstClr val="white"/>
                </a:solidFill>
                <a:latin typeface="Graphik" panose="020B0503030202060203" pitchFamily="34" charset="0"/>
                <a:ea typeface="Meiryo UI" panose="020B0604030504040204" pitchFamily="50" charset="-128"/>
                <a:cs typeface="Calibri" panose="020F0502020204030204" pitchFamily="34" charset="0"/>
              </a:rPr>
              <a:t> Increase</a:t>
            </a:r>
            <a:endParaRPr lang="ja-JP" altLang="en-US" sz="900" b="1" kern="0">
              <a:solidFill>
                <a:prstClr val="white"/>
              </a:solidFill>
              <a:latin typeface="Graphik" panose="020B0503030202060203" pitchFamily="34" charset="0"/>
              <a:ea typeface="Meiryo UI" panose="020B0604030504040204" pitchFamily="50" charset="-128"/>
              <a:cs typeface="Arial" pitchFamily="34" charset="0"/>
            </a:endParaRPr>
          </a:p>
        </p:txBody>
      </p:sp>
      <p:sp>
        <p:nvSpPr>
          <p:cNvPr id="90" name="矢印: 五方向 121">
            <a:extLst>
              <a:ext uri="{FF2B5EF4-FFF2-40B4-BE49-F238E27FC236}">
                <a16:creationId xmlns:a16="http://schemas.microsoft.com/office/drawing/2014/main" id="{71E84DF8-06F1-1B87-1CC9-BEEE210C7839}"/>
              </a:ext>
            </a:extLst>
          </p:cNvPr>
          <p:cNvSpPr/>
          <p:nvPr/>
        </p:nvSpPr>
        <p:spPr>
          <a:xfrm>
            <a:off x="1553729" y="4465192"/>
            <a:ext cx="896727"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Delisting Scenario </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Confirmation</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91" name="矢印: 五方向 121">
            <a:extLst>
              <a:ext uri="{FF2B5EF4-FFF2-40B4-BE49-F238E27FC236}">
                <a16:creationId xmlns:a16="http://schemas.microsoft.com/office/drawing/2014/main" id="{76B5F090-5E37-B911-3ACE-80DA21C76DD0}"/>
              </a:ext>
            </a:extLst>
          </p:cNvPr>
          <p:cNvSpPr/>
          <p:nvPr/>
        </p:nvSpPr>
        <p:spPr>
          <a:xfrm>
            <a:off x="2478937" y="4465192"/>
            <a:ext cx="4384087" cy="254123"/>
          </a:xfrm>
          <a:prstGeom prst="homePlate">
            <a:avLst>
              <a:gd name="adj" fmla="val 24399"/>
            </a:avLst>
          </a:prstGeom>
          <a:solidFill>
            <a:srgbClr val="FFFFFF"/>
          </a:solidFill>
          <a:ln w="3175">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Approach for Delisting?</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cxnSp>
        <p:nvCxnSpPr>
          <p:cNvPr id="92" name="コネクタ: カギ線 167">
            <a:extLst>
              <a:ext uri="{FF2B5EF4-FFF2-40B4-BE49-F238E27FC236}">
                <a16:creationId xmlns:a16="http://schemas.microsoft.com/office/drawing/2014/main" id="{889B35B7-F5AB-1400-6284-CDCCDDABB5FD}"/>
              </a:ext>
            </a:extLst>
          </p:cNvPr>
          <p:cNvCxnSpPr>
            <a:cxnSpLocks/>
          </p:cNvCxnSpPr>
          <p:nvPr/>
        </p:nvCxnSpPr>
        <p:spPr>
          <a:xfrm flipV="1">
            <a:off x="6731032" y="3032224"/>
            <a:ext cx="0" cy="1837613"/>
          </a:xfrm>
          <a:prstGeom prst="straightConnector1">
            <a:avLst/>
          </a:prstGeom>
          <a:ln w="63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3" name="矢印: 五方向 121">
            <a:extLst>
              <a:ext uri="{FF2B5EF4-FFF2-40B4-BE49-F238E27FC236}">
                <a16:creationId xmlns:a16="http://schemas.microsoft.com/office/drawing/2014/main" id="{3A514D3C-B56E-1943-8BE4-DDF869B2B37F}"/>
              </a:ext>
            </a:extLst>
          </p:cNvPr>
          <p:cNvSpPr/>
          <p:nvPr/>
        </p:nvSpPr>
        <p:spPr>
          <a:xfrm>
            <a:off x="2876193" y="4765223"/>
            <a:ext cx="3330494"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Define terms for rights issue (assuming listing maintained)Prepare prospectus skeleton</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94" name="矢印: 五方向 121">
            <a:extLst>
              <a:ext uri="{FF2B5EF4-FFF2-40B4-BE49-F238E27FC236}">
                <a16:creationId xmlns:a16="http://schemas.microsoft.com/office/drawing/2014/main" id="{9D6FFAA6-618A-2184-19C2-2D4628F34288}"/>
              </a:ext>
            </a:extLst>
          </p:cNvPr>
          <p:cNvSpPr/>
          <p:nvPr/>
        </p:nvSpPr>
        <p:spPr>
          <a:xfrm>
            <a:off x="6919833" y="4765223"/>
            <a:ext cx="1004225"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(If listing is maintained)</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Finalize prospectus</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95" name="矢印: 五方向 121">
            <a:extLst>
              <a:ext uri="{FF2B5EF4-FFF2-40B4-BE49-F238E27FC236}">
                <a16:creationId xmlns:a16="http://schemas.microsoft.com/office/drawing/2014/main" id="{BFE4C801-8A43-EB0F-4619-65D2DE5B6925}"/>
              </a:ext>
            </a:extLst>
          </p:cNvPr>
          <p:cNvSpPr/>
          <p:nvPr/>
        </p:nvSpPr>
        <p:spPr>
          <a:xfrm>
            <a:off x="7962903" y="4465192"/>
            <a:ext cx="1004225" cy="544565"/>
          </a:xfrm>
          <a:prstGeom prst="homePlate">
            <a:avLst>
              <a:gd name="adj" fmla="val 24399"/>
            </a:avLst>
          </a:prstGeom>
          <a:solidFill>
            <a:srgbClr val="FFFFFF"/>
          </a:solidFill>
          <a:ln w="3175">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(If listing is maintained)</a:t>
            </a:r>
          </a:p>
          <a:p>
            <a:pPr defTabSz="278586" fontAlgn="base">
              <a:lnSpc>
                <a:spcPts val="500"/>
              </a:lnSpc>
              <a:spcBef>
                <a:spcPct val="0"/>
              </a:spcBef>
              <a:spcAft>
                <a:spcPct val="0"/>
              </a:spcAft>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Execute rights issue※</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cxnSp>
        <p:nvCxnSpPr>
          <p:cNvPr id="96" name="コネクタ: カギ線 167">
            <a:extLst>
              <a:ext uri="{FF2B5EF4-FFF2-40B4-BE49-F238E27FC236}">
                <a16:creationId xmlns:a16="http://schemas.microsoft.com/office/drawing/2014/main" id="{F3F04294-E59E-DA03-BAA1-271B5802127D}"/>
              </a:ext>
            </a:extLst>
          </p:cNvPr>
          <p:cNvCxnSpPr>
            <a:cxnSpLocks/>
          </p:cNvCxnSpPr>
          <p:nvPr/>
        </p:nvCxnSpPr>
        <p:spPr>
          <a:xfrm flipV="1">
            <a:off x="5406522" y="2009878"/>
            <a:ext cx="0" cy="644072"/>
          </a:xfrm>
          <a:prstGeom prst="straightConnector1">
            <a:avLst/>
          </a:prstGeom>
          <a:ln w="635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7" name="直線コネクタ 96">
            <a:extLst>
              <a:ext uri="{FF2B5EF4-FFF2-40B4-BE49-F238E27FC236}">
                <a16:creationId xmlns:a16="http://schemas.microsoft.com/office/drawing/2014/main" id="{423AD4AF-2D41-39C6-9873-0CD5988CF44B}"/>
              </a:ext>
            </a:extLst>
          </p:cNvPr>
          <p:cNvCxnSpPr>
            <a:cxnSpLocks/>
          </p:cNvCxnSpPr>
          <p:nvPr/>
        </p:nvCxnSpPr>
        <p:spPr>
          <a:xfrm>
            <a:off x="379811" y="4407218"/>
            <a:ext cx="8452437" cy="0"/>
          </a:xfrm>
          <a:prstGeom prst="line">
            <a:avLst/>
          </a:prstGeom>
          <a:noFill/>
          <a:ln w="9525" cap="flat" cmpd="sng" algn="ctr">
            <a:solidFill>
              <a:sysClr val="window" lastClr="FFFFFF">
                <a:lumMod val="65000"/>
              </a:sysClr>
            </a:solidFill>
            <a:prstDash val="dash"/>
          </a:ln>
          <a:effectLst/>
        </p:spPr>
      </p:cxnSp>
      <p:sp>
        <p:nvSpPr>
          <p:cNvPr id="98" name="矢印: 五方向 121">
            <a:extLst>
              <a:ext uri="{FF2B5EF4-FFF2-40B4-BE49-F238E27FC236}">
                <a16:creationId xmlns:a16="http://schemas.microsoft.com/office/drawing/2014/main" id="{F259B91F-EF78-53ED-A563-1FD5B1D36212}"/>
              </a:ext>
            </a:extLst>
          </p:cNvPr>
          <p:cNvSpPr/>
          <p:nvPr/>
        </p:nvSpPr>
        <p:spPr>
          <a:xfrm>
            <a:off x="1331951" y="3743948"/>
            <a:ext cx="1118503"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JKT Branch</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FY2026 FS</a:t>
            </a:r>
            <a:r>
              <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rPr>
              <a:t> </a:t>
            </a: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Confirmation</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100" name="矢印: 五方向 121">
            <a:extLst>
              <a:ext uri="{FF2B5EF4-FFF2-40B4-BE49-F238E27FC236}">
                <a16:creationId xmlns:a16="http://schemas.microsoft.com/office/drawing/2014/main" id="{1087FFBF-87F9-E8AD-7C27-EB0A22845C2D}"/>
              </a:ext>
            </a:extLst>
          </p:cNvPr>
          <p:cNvSpPr/>
          <p:nvPr/>
        </p:nvSpPr>
        <p:spPr>
          <a:xfrm>
            <a:off x="2727158" y="3743948"/>
            <a:ext cx="1234152"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Assess financial impact and </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regulatory ratio compliance</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101" name="矢印: 五方向 121">
            <a:extLst>
              <a:ext uri="{FF2B5EF4-FFF2-40B4-BE49-F238E27FC236}">
                <a16:creationId xmlns:a16="http://schemas.microsoft.com/office/drawing/2014/main" id="{A7EC863C-1CA3-6EC6-E194-2E73663A5214}"/>
              </a:ext>
            </a:extLst>
          </p:cNvPr>
          <p:cNvSpPr/>
          <p:nvPr/>
        </p:nvSpPr>
        <p:spPr>
          <a:xfrm>
            <a:off x="6919833" y="4465192"/>
            <a:ext cx="1004225" cy="254123"/>
          </a:xfrm>
          <a:prstGeom prst="homePlate">
            <a:avLst>
              <a:gd name="adj" fmla="val 24399"/>
            </a:avLst>
          </a:prstGeom>
          <a:solidFill>
            <a:srgbClr val="FFFFFF"/>
          </a:solidFill>
          <a:ln w="3175">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Develop detailed execution</a:t>
            </a:r>
          </a:p>
          <a:p>
            <a:pPr defTabSz="278586" fontAlgn="base">
              <a:lnSpc>
                <a:spcPts val="500"/>
              </a:lnSpc>
              <a:spcBef>
                <a:spcPct val="0"/>
              </a:spcBef>
              <a:spcAft>
                <a:spcPct val="0"/>
              </a:spcAft>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 plan for rights issue※</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102" name="矢印: 五方向 121">
            <a:extLst>
              <a:ext uri="{FF2B5EF4-FFF2-40B4-BE49-F238E27FC236}">
                <a16:creationId xmlns:a16="http://schemas.microsoft.com/office/drawing/2014/main" id="{845CD517-4EDF-007B-6985-EEBD10F4C0B7}"/>
              </a:ext>
            </a:extLst>
          </p:cNvPr>
          <p:cNvSpPr/>
          <p:nvPr/>
        </p:nvSpPr>
        <p:spPr>
          <a:xfrm>
            <a:off x="6261490" y="5013424"/>
            <a:ext cx="1846991" cy="157790"/>
          </a:xfrm>
          <a:prstGeom prst="homePlate">
            <a:avLst>
              <a:gd name="adj" fmla="val 24399"/>
            </a:avLst>
          </a:prstGeom>
          <a:noFill/>
          <a:ln w="3175">
            <a:no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a:lnSpc>
                <a:spcPts val="500"/>
              </a:lnSpc>
            </a:pPr>
            <a:r>
              <a:rPr lang="en-US" altLang="ja-JP" sz="600">
                <a:solidFill>
                  <a:schemeClr val="tx1"/>
                </a:solidFill>
                <a:latin typeface="Graphik" panose="020B0503030202060203" pitchFamily="34" charset="0"/>
                <a:ea typeface="Meiryo UI" panose="020B0604030504040204" pitchFamily="50" charset="-128"/>
              </a:rPr>
              <a:t>※After confirming the delisting scenarios, the execution timing will be decided</a:t>
            </a:r>
            <a:endParaRPr lang="ja-JP" altLang="en-US" sz="600">
              <a:solidFill>
                <a:schemeClr val="tx1"/>
              </a:solidFill>
              <a:latin typeface="Graphik" panose="020B0503030202060203" pitchFamily="34" charset="0"/>
              <a:ea typeface="Meiryo UI" panose="020B0604030504040204" pitchFamily="50" charset="-128"/>
            </a:endParaRPr>
          </a:p>
        </p:txBody>
      </p:sp>
      <p:sp>
        <p:nvSpPr>
          <p:cNvPr id="103" name="正方形/長方形 102">
            <a:extLst>
              <a:ext uri="{FF2B5EF4-FFF2-40B4-BE49-F238E27FC236}">
                <a16:creationId xmlns:a16="http://schemas.microsoft.com/office/drawing/2014/main" id="{290506D3-836F-F61A-75DA-5BE3BE60DF7D}"/>
              </a:ext>
            </a:extLst>
          </p:cNvPr>
          <p:cNvSpPr/>
          <p:nvPr/>
        </p:nvSpPr>
        <p:spPr>
          <a:xfrm>
            <a:off x="2458201" y="1167096"/>
            <a:ext cx="1497738" cy="38885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66" name="矢印: 五方向 121">
            <a:extLst>
              <a:ext uri="{FF2B5EF4-FFF2-40B4-BE49-F238E27FC236}">
                <a16:creationId xmlns:a16="http://schemas.microsoft.com/office/drawing/2014/main" id="{84E326C0-2910-9E09-8E50-0FDF3CAFACC7}"/>
              </a:ext>
            </a:extLst>
          </p:cNvPr>
          <p:cNvSpPr/>
          <p:nvPr/>
        </p:nvSpPr>
        <p:spPr>
          <a:xfrm>
            <a:off x="7965637" y="1840993"/>
            <a:ext cx="200463"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rIns="36000" rtlCol="0" anchor="ctr"/>
          <a:lstStyle/>
          <a:p>
            <a:pPr defTabSz="278586" fontAlgn="base">
              <a:lnSpc>
                <a:spcPts val="500"/>
              </a:lnSpc>
              <a:spcBef>
                <a:spcPct val="0"/>
              </a:spcBef>
              <a:spcAft>
                <a:spcPct val="0"/>
              </a:spcAft>
              <a:defRPr/>
            </a:pPr>
            <a:endParaRPr kumimoji="0" lang="en-US" altLang="ja-JP" sz="600" kern="0">
              <a:solidFill>
                <a:schemeClr val="tx1"/>
              </a:solidFill>
              <a:latin typeface="Graphik" panose="020B0503030202060203" pitchFamily="34" charset="0"/>
              <a:ea typeface="Meiryo UI" panose="020B0604030504040204" pitchFamily="50" charset="-128"/>
              <a:cs typeface="Calibri" panose="020F0502020204030204" pitchFamily="34" charset="0"/>
            </a:endParaRPr>
          </a:p>
        </p:txBody>
      </p:sp>
      <p:sp>
        <p:nvSpPr>
          <p:cNvPr id="71" name="矢印: 五方向 121">
            <a:extLst>
              <a:ext uri="{FF2B5EF4-FFF2-40B4-BE49-F238E27FC236}">
                <a16:creationId xmlns:a16="http://schemas.microsoft.com/office/drawing/2014/main" id="{3BFEAAF7-AAB2-FCDE-F7F6-8116B7D0BCC0}"/>
              </a:ext>
            </a:extLst>
          </p:cNvPr>
          <p:cNvSpPr/>
          <p:nvPr/>
        </p:nvSpPr>
        <p:spPr>
          <a:xfrm>
            <a:off x="5839428" y="3443995"/>
            <a:ext cx="367260"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FY2026</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FS</a:t>
            </a:r>
            <a:r>
              <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rPr>
              <a:t> </a:t>
            </a:r>
            <a:endPar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a:p>
            <a:pPr defTabSz="278586" fontAlgn="base">
              <a:lnSpc>
                <a:spcPts val="500"/>
              </a:lnSpc>
              <a:spcBef>
                <a:spcPct val="0"/>
              </a:spcBef>
              <a:spcAft>
                <a:spcPct val="0"/>
              </a:spcAft>
              <a:defRPr/>
            </a:pPr>
            <a:r>
              <a:rPr kumimoji="0" lang="en-US" altLang="zh-CN" sz="600" kern="0">
                <a:solidFill>
                  <a:prstClr val="black"/>
                </a:solidFill>
                <a:latin typeface="Graphik" panose="020B0503030202060203" pitchFamily="34" charset="0"/>
                <a:ea typeface="Meiryo UI" panose="020B0604030504040204" pitchFamily="50" charset="-128"/>
                <a:cs typeface="Calibri" panose="020F0502020204030204" pitchFamily="34" charset="0"/>
              </a:rPr>
              <a:t>Confirmation</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75" name="矢印: 五方向 121">
            <a:extLst>
              <a:ext uri="{FF2B5EF4-FFF2-40B4-BE49-F238E27FC236}">
                <a16:creationId xmlns:a16="http://schemas.microsoft.com/office/drawing/2014/main" id="{7FD0C7DE-3E47-8BD3-201C-6BC66F82F168}"/>
              </a:ext>
            </a:extLst>
          </p:cNvPr>
          <p:cNvSpPr/>
          <p:nvPr/>
        </p:nvSpPr>
        <p:spPr>
          <a:xfrm>
            <a:off x="2320405" y="2829338"/>
            <a:ext cx="504327"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36000" rtlCol="0" anchor="ct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Regulatory</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 Submission</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 Planning /</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 Role Definition</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99" name="矢印: 五方向 121">
            <a:extLst>
              <a:ext uri="{FF2B5EF4-FFF2-40B4-BE49-F238E27FC236}">
                <a16:creationId xmlns:a16="http://schemas.microsoft.com/office/drawing/2014/main" id="{B52E2703-A919-EE5A-565B-A6C1E68B3930}"/>
              </a:ext>
            </a:extLst>
          </p:cNvPr>
          <p:cNvSpPr/>
          <p:nvPr/>
        </p:nvSpPr>
        <p:spPr>
          <a:xfrm>
            <a:off x="2501199" y="3743948"/>
            <a:ext cx="182136" cy="254123"/>
          </a:xfrm>
          <a:prstGeom prst="homePlate">
            <a:avLst>
              <a:gd name="adj" fmla="val 24399"/>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rtlCol="0" anchor="ctr">
            <a:noAutofit/>
          </a:bodyPr>
          <a:lstStyle/>
          <a:p>
            <a:pPr defTabSz="278586" fontAlgn="base">
              <a:lnSpc>
                <a:spcPts val="500"/>
              </a:lnSpc>
              <a:spcBef>
                <a:spcPct val="0"/>
              </a:spcBef>
              <a:spcAft>
                <a:spcPct val="0"/>
              </a:spcAft>
              <a:defRPr/>
            </a:pP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28" name="矢印: 五方向 121">
            <a:extLst>
              <a:ext uri="{FF2B5EF4-FFF2-40B4-BE49-F238E27FC236}">
                <a16:creationId xmlns:a16="http://schemas.microsoft.com/office/drawing/2014/main" id="{D6A6467A-F6A6-A4FA-72B0-0C16C0543EC1}"/>
              </a:ext>
            </a:extLst>
          </p:cNvPr>
          <p:cNvSpPr/>
          <p:nvPr/>
        </p:nvSpPr>
        <p:spPr>
          <a:xfrm>
            <a:off x="2427246" y="3749394"/>
            <a:ext cx="314161" cy="254123"/>
          </a:xfrm>
          <a:prstGeom prst="homePlate">
            <a:avLst>
              <a:gd name="adj" fmla="val 24399"/>
            </a:avLst>
          </a:prstGeom>
          <a:noFill/>
          <a:ln w="3175">
            <a:noFill/>
          </a:ln>
          <a:effectLst/>
        </p:spPr>
        <p:style>
          <a:lnRef idx="1">
            <a:schemeClr val="accent1"/>
          </a:lnRef>
          <a:fillRef idx="3">
            <a:schemeClr val="accent1"/>
          </a:fillRef>
          <a:effectRef idx="2">
            <a:schemeClr val="accent1"/>
          </a:effectRef>
          <a:fontRef idx="minor">
            <a:schemeClr val="lt1"/>
          </a:fontRef>
        </p:style>
        <p:txBody>
          <a:bodyPr wrap="none" lIns="0" rtlCol="0" anchor="ctr">
            <a:noAutofit/>
          </a:bodyPr>
          <a:lstStyle/>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Update</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Business</a:t>
            </a:r>
          </a:p>
          <a:p>
            <a:pPr defTabSz="278586" fontAlgn="base">
              <a:lnSpc>
                <a:spcPts val="500"/>
              </a:lnSpc>
              <a:spcBef>
                <a:spcPct val="0"/>
              </a:spcBef>
              <a:spcAft>
                <a:spcPct val="0"/>
              </a:spcAft>
              <a:defRPr/>
            </a:pPr>
            <a:r>
              <a:rPr kumimoji="0" lang="en-US" altLang="ja-JP" sz="600" kern="0">
                <a:solidFill>
                  <a:prstClr val="black"/>
                </a:solidFill>
                <a:latin typeface="Graphik" panose="020B0503030202060203" pitchFamily="34" charset="0"/>
                <a:ea typeface="Meiryo UI" panose="020B0604030504040204" pitchFamily="50" charset="-128"/>
                <a:cs typeface="Calibri" panose="020F0502020204030204" pitchFamily="34" charset="0"/>
              </a:rPr>
              <a:t> plan</a:t>
            </a:r>
            <a:endParaRPr kumimoji="0" lang="ja-JP" altLang="en-US" sz="600" kern="0">
              <a:solidFill>
                <a:prstClr val="black"/>
              </a:solidFill>
              <a:latin typeface="Graphik" panose="020B0503030202060203" pitchFamily="34" charset="0"/>
              <a:ea typeface="Meiryo UI" panose="020B0604030504040204" pitchFamily="50" charset="-128"/>
              <a:cs typeface="Calibri" panose="020F0502020204030204" pitchFamily="34" charset="0"/>
            </a:endParaRPr>
          </a:p>
        </p:txBody>
      </p:sp>
      <p:sp>
        <p:nvSpPr>
          <p:cNvPr id="29" name="矢印: 五方向 121">
            <a:extLst>
              <a:ext uri="{FF2B5EF4-FFF2-40B4-BE49-F238E27FC236}">
                <a16:creationId xmlns:a16="http://schemas.microsoft.com/office/drawing/2014/main" id="{FC209DD1-91E1-0674-5190-88D4B35FAFE0}"/>
              </a:ext>
            </a:extLst>
          </p:cNvPr>
          <p:cNvSpPr/>
          <p:nvPr/>
        </p:nvSpPr>
        <p:spPr>
          <a:xfrm>
            <a:off x="7934077" y="1831821"/>
            <a:ext cx="200463" cy="254123"/>
          </a:xfrm>
          <a:prstGeom prst="homePlate">
            <a:avLst>
              <a:gd name="adj" fmla="val 24399"/>
            </a:avLst>
          </a:prstGeom>
          <a:noFill/>
          <a:ln w="3175">
            <a:noFill/>
          </a:ln>
          <a:effectLst/>
        </p:spPr>
        <p:style>
          <a:lnRef idx="1">
            <a:schemeClr val="accent1"/>
          </a:lnRef>
          <a:fillRef idx="3">
            <a:schemeClr val="accent1"/>
          </a:fillRef>
          <a:effectRef idx="2">
            <a:schemeClr val="accent1"/>
          </a:effectRef>
          <a:fontRef idx="minor">
            <a:schemeClr val="lt1"/>
          </a:fontRef>
        </p:style>
        <p:txBody>
          <a:bodyPr wrap="none" lIns="0" rIns="36000" rtlCol="0" anchor="ctr"/>
          <a:lstStyle/>
          <a:p>
            <a:pPr algn="ctr" defTabSz="278586" fontAlgn="base">
              <a:lnSpc>
                <a:spcPts val="500"/>
              </a:lnSpc>
              <a:spcBef>
                <a:spcPct val="0"/>
              </a:spcBef>
              <a:spcAft>
                <a:spcPct val="0"/>
              </a:spcAft>
              <a:defRPr/>
            </a:pPr>
            <a:r>
              <a:rPr kumimoji="0" lang="en-US" altLang="ja-JP" sz="600" kern="0">
                <a:solidFill>
                  <a:schemeClr val="tx1"/>
                </a:solidFill>
                <a:latin typeface="Graphik" panose="020B0503030202060203" pitchFamily="34" charset="0"/>
                <a:ea typeface="Meiryo UI" panose="020B0604030504040204" pitchFamily="50" charset="-128"/>
                <a:cs typeface="Calibri" panose="020F0502020204030204" pitchFamily="34" charset="0"/>
              </a:rPr>
              <a:t>OJK</a:t>
            </a:r>
          </a:p>
          <a:p>
            <a:pPr algn="ctr" defTabSz="278586" fontAlgn="base">
              <a:lnSpc>
                <a:spcPts val="500"/>
              </a:lnSpc>
              <a:spcBef>
                <a:spcPct val="0"/>
              </a:spcBef>
              <a:spcAft>
                <a:spcPct val="0"/>
              </a:spcAft>
              <a:defRPr/>
            </a:pPr>
            <a:r>
              <a:rPr kumimoji="0" lang="en-US" altLang="ja-JP" sz="600" kern="0">
                <a:solidFill>
                  <a:schemeClr val="tx1"/>
                </a:solidFill>
                <a:latin typeface="Graphik" panose="020B0503030202060203" pitchFamily="34" charset="0"/>
                <a:ea typeface="Meiryo UI" panose="020B0604030504040204" pitchFamily="50" charset="-128"/>
                <a:cs typeface="Calibri" panose="020F0502020204030204" pitchFamily="34" charset="0"/>
              </a:rPr>
              <a:t>Approval</a:t>
            </a:r>
          </a:p>
        </p:txBody>
      </p:sp>
      <p:sp>
        <p:nvSpPr>
          <p:cNvPr id="27" name="正方形/長方形 26">
            <a:extLst>
              <a:ext uri="{FF2B5EF4-FFF2-40B4-BE49-F238E27FC236}">
                <a16:creationId xmlns:a16="http://schemas.microsoft.com/office/drawing/2014/main" id="{0457333D-2143-4C65-C530-753EBB19BAC1}"/>
              </a:ext>
            </a:extLst>
          </p:cNvPr>
          <p:cNvSpPr/>
          <p:nvPr/>
        </p:nvSpPr>
        <p:spPr>
          <a:xfrm>
            <a:off x="8318500" y="152400"/>
            <a:ext cx="615608" cy="324000"/>
          </a:xfrm>
          <a:prstGeom prst="rect">
            <a:avLst/>
          </a:prstGeom>
          <a:solidFill>
            <a:srgbClr val="FFFFCC"/>
          </a:solidFill>
          <a:ln w="6350">
            <a:solidFill>
              <a:schemeClr val="tx1"/>
            </a:solidFill>
          </a:ln>
          <a:effectLst/>
        </p:spPr>
        <p:style>
          <a:lnRef idx="1">
            <a:schemeClr val="accent1"/>
          </a:lnRef>
          <a:fillRef idx="3">
            <a:schemeClr val="accent1"/>
          </a:fillRef>
          <a:effectRef idx="2">
            <a:schemeClr val="accent1"/>
          </a:effectRef>
          <a:fontRef idx="minor">
            <a:schemeClr val="lt1"/>
          </a:fontRef>
        </p:style>
        <p:txBody>
          <a:bodyPr vert="horz" wrap="none" lIns="36000" rIns="36000" rtlCol="0" anchor="ctr">
            <a:noAutofit/>
          </a:bodyPr>
          <a:lstStyle/>
          <a:p>
            <a:pPr marL="0" marR="0" lvl="0" indent="0" algn="ctr" defTabSz="278600" rtl="0" eaLnBrk="1" fontAlgn="base" latinLnBrk="0" hangingPunct="1">
              <a:lnSpc>
                <a:spcPct val="100000"/>
              </a:lnSpc>
              <a:spcBef>
                <a:spcPct val="0"/>
              </a:spcBef>
              <a:spcAft>
                <a:spcPct val="0"/>
              </a:spcAft>
              <a:buClrTx/>
              <a:buSzTx/>
              <a:buFontTx/>
              <a:buNone/>
              <a:tabLst/>
              <a:defRPr/>
            </a:pPr>
            <a:r>
              <a:rPr lang="ja-JP" altLang="en-US" sz="1000" dirty="0">
                <a:solidFill>
                  <a:prstClr val="black"/>
                </a:solidFill>
                <a:latin typeface="Meiryo UI"/>
                <a:ea typeface="Meiryo UI"/>
                <a:cs typeface="Calibri" panose="020F0502020204030204" pitchFamily="34" charset="0"/>
              </a:rPr>
              <a:t>不変</a:t>
            </a:r>
            <a:endParaRPr kumimoji="1" lang="ja-JP" altLang="en-US" sz="1000" i="0" u="none" strike="noStrike" kern="1200" cap="none" spc="0" normalizeH="0" baseline="0" noProof="0" dirty="0">
              <a:ln>
                <a:noFill/>
              </a:ln>
              <a:solidFill>
                <a:prstClr val="black"/>
              </a:solidFill>
              <a:effectLst/>
              <a:uLnTx/>
              <a:uFillTx/>
              <a:latin typeface="Meiryo UI"/>
              <a:ea typeface="Meiryo UI"/>
              <a:cs typeface="Calibri" panose="020F0502020204030204" pitchFamily="34" charset="0"/>
            </a:endParaRPr>
          </a:p>
        </p:txBody>
      </p:sp>
    </p:spTree>
    <p:extLst>
      <p:ext uri="{BB962C8B-B14F-4D97-AF65-F5344CB8AC3E}">
        <p14:creationId xmlns:p14="http://schemas.microsoft.com/office/powerpoint/2010/main" val="1051754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14E50-597D-9EB1-8982-290C947C7817}"/>
            </a:ext>
          </a:extLst>
        </p:cNvPr>
        <p:cNvGrpSpPr/>
        <p:nvPr/>
      </p:nvGrpSpPr>
      <p:grpSpPr>
        <a:xfrm>
          <a:off x="0" y="0"/>
          <a:ext cx="0" cy="0"/>
          <a:chOff x="0" y="0"/>
          <a:chExt cx="0" cy="0"/>
        </a:xfrm>
      </p:grpSpPr>
      <p:sp>
        <p:nvSpPr>
          <p:cNvPr id="5" name="テキスト プレースホルダー 19">
            <a:extLst>
              <a:ext uri="{FF2B5EF4-FFF2-40B4-BE49-F238E27FC236}">
                <a16:creationId xmlns:a16="http://schemas.microsoft.com/office/drawing/2014/main" id="{6E561103-1B82-50F8-DEDB-74683DF72C40}"/>
              </a:ext>
            </a:extLst>
          </p:cNvPr>
          <p:cNvSpPr>
            <a:spLocks noGrp="1"/>
          </p:cNvSpPr>
          <p:nvPr>
            <p:ph type="body" sz="quarter" idx="37"/>
          </p:nvPr>
        </p:nvSpPr>
        <p:spPr>
          <a:xfrm>
            <a:off x="225584" y="729086"/>
            <a:ext cx="8532000" cy="246221"/>
          </a:xfrm>
        </p:spPr>
        <p:txBody>
          <a:bodyPr vert="horz" lIns="0" tIns="0" rIns="0" bIns="0" rtlCol="0" anchor="t">
            <a:spAutoFit/>
          </a:bodyPr>
          <a:lstStyle/>
          <a:p>
            <a:r>
              <a:rPr lang="en-US" altLang="ja-JP">
                <a:latin typeface="Graphik" panose="020B0503030202060203" pitchFamily="34" charset="0"/>
              </a:rPr>
              <a:t>Below are the FA High Level Timeline.</a:t>
            </a:r>
            <a:endParaRPr lang="en-US" altLang="ja-JP">
              <a:latin typeface="Meiryo UI"/>
              <a:ea typeface="Meiryo UI"/>
            </a:endParaRPr>
          </a:p>
        </p:txBody>
      </p:sp>
      <p:sp>
        <p:nvSpPr>
          <p:cNvPr id="32" name="タイトル 3">
            <a:extLst>
              <a:ext uri="{FF2B5EF4-FFF2-40B4-BE49-F238E27FC236}">
                <a16:creationId xmlns:a16="http://schemas.microsoft.com/office/drawing/2014/main" id="{B661E2A5-9C64-8F33-9267-A50D4BE5A3E5}"/>
              </a:ext>
            </a:extLst>
          </p:cNvPr>
          <p:cNvSpPr>
            <a:spLocks noGrp="1"/>
          </p:cNvSpPr>
          <p:nvPr>
            <p:ph type="title"/>
          </p:nvPr>
        </p:nvSpPr>
        <p:spPr>
          <a:xfrm>
            <a:off x="225584" y="369598"/>
            <a:ext cx="8532000" cy="324000"/>
          </a:xfrm>
        </p:spPr>
        <p:txBody>
          <a:bodyPr/>
          <a:lstStyle/>
          <a:p>
            <a:r>
              <a:rPr lang="en-US" altLang="ja-JP">
                <a:latin typeface="Graphik" panose="020B0503030202060203" pitchFamily="34" charset="0"/>
              </a:rPr>
              <a:t>Timeline</a:t>
            </a:r>
            <a:r>
              <a:rPr lang="ja-JP" altLang="en-US">
                <a:latin typeface="Graphik" panose="020B0503030202060203" pitchFamily="34" charset="0"/>
              </a:rPr>
              <a:t>　</a:t>
            </a:r>
            <a:r>
              <a:rPr lang="en-US" altLang="ja-JP">
                <a:latin typeface="Graphik" panose="020B0503030202060203" pitchFamily="34" charset="0"/>
              </a:rPr>
              <a:t>FA – Delisting</a:t>
            </a:r>
            <a:endParaRPr kumimoji="1" lang="ja-JP" altLang="en-US"/>
          </a:p>
        </p:txBody>
      </p:sp>
      <p:sp>
        <p:nvSpPr>
          <p:cNvPr id="70" name="テキスト プレースホルダー 69">
            <a:extLst>
              <a:ext uri="{FF2B5EF4-FFF2-40B4-BE49-F238E27FC236}">
                <a16:creationId xmlns:a16="http://schemas.microsoft.com/office/drawing/2014/main" id="{46FE6EDF-EF53-38BA-5F49-CC946DF7AD58}"/>
              </a:ext>
            </a:extLst>
          </p:cNvPr>
          <p:cNvSpPr>
            <a:spLocks noGrp="1"/>
          </p:cNvSpPr>
          <p:nvPr>
            <p:ph type="body" sz="quarter" idx="36"/>
          </p:nvPr>
        </p:nvSpPr>
        <p:spPr>
          <a:xfrm>
            <a:off x="225584" y="87891"/>
            <a:ext cx="8532000" cy="215444"/>
          </a:xfrm>
        </p:spPr>
        <p:txBody>
          <a:bodyPr/>
          <a:lstStyle/>
          <a:p>
            <a:r>
              <a:rPr lang="en-US" altLang="ja-JP">
                <a:solidFill>
                  <a:srgbClr val="460073"/>
                </a:solidFill>
              </a:rPr>
              <a:t>2. </a:t>
            </a:r>
            <a:r>
              <a:rPr lang="ja-JP" altLang="en-US">
                <a:solidFill>
                  <a:srgbClr val="460073"/>
                </a:solidFill>
              </a:rPr>
              <a:t>ご支援概要 </a:t>
            </a:r>
            <a:r>
              <a:rPr lang="en-US" altLang="ja-JP">
                <a:solidFill>
                  <a:srgbClr val="460073"/>
                </a:solidFill>
              </a:rPr>
              <a:t>(Approach)</a:t>
            </a:r>
            <a:endParaRPr lang="zh-TW" altLang="en-US">
              <a:solidFill>
                <a:srgbClr val="460073"/>
              </a:solidFill>
            </a:endParaRPr>
          </a:p>
        </p:txBody>
      </p:sp>
      <p:sp>
        <p:nvSpPr>
          <p:cNvPr id="27" name="正方形/長方形 9">
            <a:extLst>
              <a:ext uri="{FF2B5EF4-FFF2-40B4-BE49-F238E27FC236}">
                <a16:creationId xmlns:a16="http://schemas.microsoft.com/office/drawing/2014/main" id="{48FB4261-70C5-3E23-5AF9-993F8D0F231C}"/>
              </a:ext>
            </a:extLst>
          </p:cNvPr>
          <p:cNvSpPr/>
          <p:nvPr/>
        </p:nvSpPr>
        <p:spPr>
          <a:xfrm>
            <a:off x="8234933" y="1070891"/>
            <a:ext cx="806627" cy="143537"/>
          </a:xfrm>
          <a:prstGeom prst="rect">
            <a:avLst/>
          </a:prstGeom>
          <a:noFill/>
          <a:ln w="9525" cap="flat" cmpd="sng" algn="ctr">
            <a:noFill/>
            <a:prstDash val="solid"/>
          </a:ln>
          <a:effectLst/>
        </p:spPr>
        <p:txBody>
          <a:bodyPr wrap="none" lIns="0" tIns="0" rIns="0" bIns="0" rtlCol="0" anchor="ctr" anchorCtr="0"/>
          <a:lstStyle/>
          <a:p>
            <a:pPr marL="0" marR="0" lvl="0" indent="0" defTabSz="457200" eaLnBrk="1" fontAlgn="auto" latinLnBrk="0" hangingPunct="1">
              <a:lnSpc>
                <a:spcPts val="800"/>
              </a:lnSpc>
              <a:spcBef>
                <a:spcPts val="0"/>
              </a:spcBef>
              <a:spcAft>
                <a:spcPts val="0"/>
              </a:spcAft>
              <a:buClrTx/>
              <a:buSzTx/>
              <a:buFontTx/>
              <a:buNone/>
              <a:tabLst/>
              <a:defRPr/>
            </a:pPr>
            <a:r>
              <a:rPr kumimoji="0" lang="ja-JP" altLang="en-US" sz="10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 </a:t>
            </a:r>
            <a:r>
              <a:rPr kumimoji="0" lang="ja-JP" altLang="en-US" sz="9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a:t>
            </a:r>
            <a:r>
              <a:rPr kumimoji="0" lang="en-US" altLang="ja-JP" sz="9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Ref: 8/2 LD1</a:t>
            </a:r>
            <a:endParaRPr kumimoji="0" lang="en-US" altLang="ja-JP" sz="900" b="1" i="0" u="none" strike="noStrike" kern="0" cap="none" spc="0" normalizeH="0" noProof="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05" name="正方形/長方形 9">
            <a:extLst>
              <a:ext uri="{FF2B5EF4-FFF2-40B4-BE49-F238E27FC236}">
                <a16:creationId xmlns:a16="http://schemas.microsoft.com/office/drawing/2014/main" id="{9667AE2B-4678-595A-8828-A6488409CE3C}"/>
              </a:ext>
            </a:extLst>
          </p:cNvPr>
          <p:cNvSpPr/>
          <p:nvPr/>
        </p:nvSpPr>
        <p:spPr>
          <a:xfrm>
            <a:off x="6173346" y="1070891"/>
            <a:ext cx="887290" cy="143537"/>
          </a:xfrm>
          <a:prstGeom prst="rect">
            <a:avLst/>
          </a:prstGeom>
          <a:noFill/>
          <a:ln w="9525" cap="flat" cmpd="sng" algn="ctr">
            <a:noFill/>
            <a:prstDash val="solid"/>
          </a:ln>
          <a:effectLst/>
        </p:spPr>
        <p:txBody>
          <a:bodyPr wrap="none" lIns="0" tIns="0" rIns="0" bIns="0" rtlCol="0" anchor="ctr" anchorCtr="0"/>
          <a:lstStyle/>
          <a:p>
            <a:pPr marL="0" marR="0" lvl="0" indent="0" defTabSz="457200" eaLnBrk="1" fontAlgn="auto" latinLnBrk="0" hangingPunct="1">
              <a:lnSpc>
                <a:spcPts val="800"/>
              </a:lnSpc>
              <a:spcBef>
                <a:spcPts val="0"/>
              </a:spcBef>
              <a:spcAft>
                <a:spcPts val="0"/>
              </a:spcAft>
              <a:buClrTx/>
              <a:buSzTx/>
              <a:buFontTx/>
              <a:buNone/>
              <a:tabLst/>
              <a:defRPr/>
            </a:pPr>
            <a:r>
              <a:rPr kumimoji="0" lang="ja-JP" altLang="en-US" sz="10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 </a:t>
            </a:r>
            <a:r>
              <a:rPr kumimoji="0" lang="ja-JP" altLang="en-US" sz="9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a:t>
            </a:r>
            <a:r>
              <a:rPr kumimoji="0" lang="en-US" altLang="ja-JP" sz="9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Ref: 3/31 Submission of Integration Plan</a:t>
            </a:r>
            <a:endParaRPr kumimoji="0" lang="en-US" altLang="ja-JP" sz="900" b="1" i="0" u="none" strike="noStrike" kern="0" cap="none" spc="0" normalizeH="0" noProof="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06" name="正方形/長方形 105">
            <a:extLst>
              <a:ext uri="{FF2B5EF4-FFF2-40B4-BE49-F238E27FC236}">
                <a16:creationId xmlns:a16="http://schemas.microsoft.com/office/drawing/2014/main" id="{7AD0A2B8-68BF-D89D-2957-B4F3FF182D7D}"/>
              </a:ext>
            </a:extLst>
          </p:cNvPr>
          <p:cNvSpPr/>
          <p:nvPr/>
        </p:nvSpPr>
        <p:spPr>
          <a:xfrm>
            <a:off x="515856" y="1302373"/>
            <a:ext cx="4532387" cy="214171"/>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2026</a:t>
            </a:r>
          </a:p>
        </p:txBody>
      </p:sp>
      <p:sp>
        <p:nvSpPr>
          <p:cNvPr id="107" name="正方形/長方形 106">
            <a:extLst>
              <a:ext uri="{FF2B5EF4-FFF2-40B4-BE49-F238E27FC236}">
                <a16:creationId xmlns:a16="http://schemas.microsoft.com/office/drawing/2014/main" id="{C01AFFC8-041B-DFFB-DA23-5FE2B8E477F9}"/>
              </a:ext>
            </a:extLst>
          </p:cNvPr>
          <p:cNvSpPr/>
          <p:nvPr/>
        </p:nvSpPr>
        <p:spPr>
          <a:xfrm>
            <a:off x="515855" y="1505519"/>
            <a:ext cx="457077" cy="206849"/>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Mar</a:t>
            </a:r>
          </a:p>
        </p:txBody>
      </p:sp>
      <p:sp>
        <p:nvSpPr>
          <p:cNvPr id="108" name="正方形/長方形 107">
            <a:extLst>
              <a:ext uri="{FF2B5EF4-FFF2-40B4-BE49-F238E27FC236}">
                <a16:creationId xmlns:a16="http://schemas.microsoft.com/office/drawing/2014/main" id="{DA5C61A2-D8FE-EDBF-E5AA-44A205B29116}"/>
              </a:ext>
            </a:extLst>
          </p:cNvPr>
          <p:cNvSpPr/>
          <p:nvPr/>
        </p:nvSpPr>
        <p:spPr>
          <a:xfrm>
            <a:off x="969094" y="1505519"/>
            <a:ext cx="457077" cy="206849"/>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Apr</a:t>
            </a:r>
          </a:p>
        </p:txBody>
      </p:sp>
      <p:sp>
        <p:nvSpPr>
          <p:cNvPr id="109" name="正方形/長方形 108">
            <a:extLst>
              <a:ext uri="{FF2B5EF4-FFF2-40B4-BE49-F238E27FC236}">
                <a16:creationId xmlns:a16="http://schemas.microsoft.com/office/drawing/2014/main" id="{AC4BEDE3-0764-9952-7D2E-A3FEE2BFF8E3}"/>
              </a:ext>
            </a:extLst>
          </p:cNvPr>
          <p:cNvSpPr/>
          <p:nvPr/>
        </p:nvSpPr>
        <p:spPr>
          <a:xfrm>
            <a:off x="1422332" y="1505519"/>
            <a:ext cx="457077" cy="206849"/>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May</a:t>
            </a:r>
          </a:p>
        </p:txBody>
      </p:sp>
      <p:sp>
        <p:nvSpPr>
          <p:cNvPr id="110" name="正方形/長方形 109">
            <a:extLst>
              <a:ext uri="{FF2B5EF4-FFF2-40B4-BE49-F238E27FC236}">
                <a16:creationId xmlns:a16="http://schemas.microsoft.com/office/drawing/2014/main" id="{F852BEBD-F45A-A033-066D-FFED01C95177}"/>
              </a:ext>
            </a:extLst>
          </p:cNvPr>
          <p:cNvSpPr/>
          <p:nvPr/>
        </p:nvSpPr>
        <p:spPr>
          <a:xfrm>
            <a:off x="1875571" y="1505519"/>
            <a:ext cx="457077" cy="206849"/>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June</a:t>
            </a:r>
          </a:p>
        </p:txBody>
      </p:sp>
      <p:sp>
        <p:nvSpPr>
          <p:cNvPr id="111" name="正方形/長方形 110">
            <a:extLst>
              <a:ext uri="{FF2B5EF4-FFF2-40B4-BE49-F238E27FC236}">
                <a16:creationId xmlns:a16="http://schemas.microsoft.com/office/drawing/2014/main" id="{97E9C42A-5CD8-1CB5-F9A9-62ECFB805D7B}"/>
              </a:ext>
            </a:extLst>
          </p:cNvPr>
          <p:cNvSpPr/>
          <p:nvPr/>
        </p:nvSpPr>
        <p:spPr>
          <a:xfrm>
            <a:off x="2328810" y="1505519"/>
            <a:ext cx="457077" cy="206849"/>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July</a:t>
            </a:r>
          </a:p>
        </p:txBody>
      </p:sp>
      <p:sp>
        <p:nvSpPr>
          <p:cNvPr id="112" name="正方形/長方形 111">
            <a:extLst>
              <a:ext uri="{FF2B5EF4-FFF2-40B4-BE49-F238E27FC236}">
                <a16:creationId xmlns:a16="http://schemas.microsoft.com/office/drawing/2014/main" id="{88B87763-B781-179A-599C-AAD3CF8395A2}"/>
              </a:ext>
            </a:extLst>
          </p:cNvPr>
          <p:cNvSpPr/>
          <p:nvPr/>
        </p:nvSpPr>
        <p:spPr>
          <a:xfrm>
            <a:off x="2782049" y="1505519"/>
            <a:ext cx="457077" cy="206849"/>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Au</a:t>
            </a:r>
            <a:r>
              <a:rPr kumimoji="1" lang="en-US" altLang="ja-JP" sz="1000" b="1" i="0" u="none" strike="noStrike" kern="1200" cap="none" spc="0" normalizeH="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g</a:t>
            </a:r>
            <a:endPar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endParaRPr>
          </a:p>
        </p:txBody>
      </p:sp>
      <p:sp>
        <p:nvSpPr>
          <p:cNvPr id="113" name="正方形/長方形 112">
            <a:extLst>
              <a:ext uri="{FF2B5EF4-FFF2-40B4-BE49-F238E27FC236}">
                <a16:creationId xmlns:a16="http://schemas.microsoft.com/office/drawing/2014/main" id="{7DE315A6-95DF-F382-7060-B2A56703B9BD}"/>
              </a:ext>
            </a:extLst>
          </p:cNvPr>
          <p:cNvSpPr/>
          <p:nvPr/>
        </p:nvSpPr>
        <p:spPr>
          <a:xfrm>
            <a:off x="3235287" y="1505519"/>
            <a:ext cx="457077" cy="206849"/>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Sep</a:t>
            </a:r>
          </a:p>
        </p:txBody>
      </p:sp>
      <p:sp>
        <p:nvSpPr>
          <p:cNvPr id="114" name="正方形/長方形 113">
            <a:extLst>
              <a:ext uri="{FF2B5EF4-FFF2-40B4-BE49-F238E27FC236}">
                <a16:creationId xmlns:a16="http://schemas.microsoft.com/office/drawing/2014/main" id="{3440863E-BE4F-C034-46D3-4984530BE167}"/>
              </a:ext>
            </a:extLst>
          </p:cNvPr>
          <p:cNvSpPr/>
          <p:nvPr/>
        </p:nvSpPr>
        <p:spPr>
          <a:xfrm>
            <a:off x="3688526" y="1505519"/>
            <a:ext cx="457077" cy="206849"/>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Oct</a:t>
            </a:r>
          </a:p>
        </p:txBody>
      </p:sp>
      <p:sp>
        <p:nvSpPr>
          <p:cNvPr id="115" name="正方形/長方形 114">
            <a:extLst>
              <a:ext uri="{FF2B5EF4-FFF2-40B4-BE49-F238E27FC236}">
                <a16:creationId xmlns:a16="http://schemas.microsoft.com/office/drawing/2014/main" id="{251FA998-525C-8546-BB0A-60FBA014FB1A}"/>
              </a:ext>
            </a:extLst>
          </p:cNvPr>
          <p:cNvSpPr/>
          <p:nvPr/>
        </p:nvSpPr>
        <p:spPr>
          <a:xfrm>
            <a:off x="4141765" y="1505519"/>
            <a:ext cx="457077" cy="206849"/>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Nov</a:t>
            </a:r>
          </a:p>
        </p:txBody>
      </p:sp>
      <p:sp>
        <p:nvSpPr>
          <p:cNvPr id="116" name="正方形/長方形 115">
            <a:extLst>
              <a:ext uri="{FF2B5EF4-FFF2-40B4-BE49-F238E27FC236}">
                <a16:creationId xmlns:a16="http://schemas.microsoft.com/office/drawing/2014/main" id="{7DD9BF5D-B416-AFA6-D7DF-09010361E4D3}"/>
              </a:ext>
            </a:extLst>
          </p:cNvPr>
          <p:cNvSpPr/>
          <p:nvPr/>
        </p:nvSpPr>
        <p:spPr>
          <a:xfrm>
            <a:off x="4595004" y="1505519"/>
            <a:ext cx="457077" cy="206849"/>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Dec</a:t>
            </a:r>
          </a:p>
        </p:txBody>
      </p:sp>
      <p:sp>
        <p:nvSpPr>
          <p:cNvPr id="117" name="正方形/長方形 116">
            <a:extLst>
              <a:ext uri="{FF2B5EF4-FFF2-40B4-BE49-F238E27FC236}">
                <a16:creationId xmlns:a16="http://schemas.microsoft.com/office/drawing/2014/main" id="{8DB9C3F0-3483-FCAE-88C5-70F01EBBDFDD}"/>
              </a:ext>
            </a:extLst>
          </p:cNvPr>
          <p:cNvSpPr/>
          <p:nvPr/>
        </p:nvSpPr>
        <p:spPr>
          <a:xfrm>
            <a:off x="5048242" y="1505519"/>
            <a:ext cx="457077" cy="206849"/>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Ja</a:t>
            </a:r>
            <a:r>
              <a:rPr kumimoji="1" lang="en-US" altLang="ja-JP" sz="1000" b="1" i="0" u="none" strike="noStrike" kern="1200" cap="none" spc="0" normalizeH="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n</a:t>
            </a:r>
            <a:endPar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endParaRPr>
          </a:p>
        </p:txBody>
      </p:sp>
      <p:sp>
        <p:nvSpPr>
          <p:cNvPr id="118" name="正方形/長方形 117">
            <a:extLst>
              <a:ext uri="{FF2B5EF4-FFF2-40B4-BE49-F238E27FC236}">
                <a16:creationId xmlns:a16="http://schemas.microsoft.com/office/drawing/2014/main" id="{C04A65DB-7B65-1F7B-2984-6DCA1BCE0E34}"/>
              </a:ext>
            </a:extLst>
          </p:cNvPr>
          <p:cNvSpPr/>
          <p:nvPr/>
        </p:nvSpPr>
        <p:spPr>
          <a:xfrm>
            <a:off x="5501481" y="1505519"/>
            <a:ext cx="457077" cy="206849"/>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Feb</a:t>
            </a:r>
          </a:p>
        </p:txBody>
      </p:sp>
      <p:sp>
        <p:nvSpPr>
          <p:cNvPr id="119" name="正方形/長方形 118">
            <a:extLst>
              <a:ext uri="{FF2B5EF4-FFF2-40B4-BE49-F238E27FC236}">
                <a16:creationId xmlns:a16="http://schemas.microsoft.com/office/drawing/2014/main" id="{E22AE97C-5FC2-BE29-98E1-07E81B91F129}"/>
              </a:ext>
            </a:extLst>
          </p:cNvPr>
          <p:cNvSpPr/>
          <p:nvPr/>
        </p:nvSpPr>
        <p:spPr>
          <a:xfrm>
            <a:off x="5954720" y="1505519"/>
            <a:ext cx="457077" cy="206849"/>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Mar</a:t>
            </a:r>
          </a:p>
        </p:txBody>
      </p:sp>
      <p:sp>
        <p:nvSpPr>
          <p:cNvPr id="120" name="正方形/長方形 119">
            <a:extLst>
              <a:ext uri="{FF2B5EF4-FFF2-40B4-BE49-F238E27FC236}">
                <a16:creationId xmlns:a16="http://schemas.microsoft.com/office/drawing/2014/main" id="{22375B44-502F-CCAB-BE0C-CB4576C022CF}"/>
              </a:ext>
            </a:extLst>
          </p:cNvPr>
          <p:cNvSpPr/>
          <p:nvPr/>
        </p:nvSpPr>
        <p:spPr>
          <a:xfrm>
            <a:off x="6407959" y="1505519"/>
            <a:ext cx="457077" cy="206849"/>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Apr</a:t>
            </a:r>
          </a:p>
        </p:txBody>
      </p:sp>
      <p:sp>
        <p:nvSpPr>
          <p:cNvPr id="121" name="正方形/長方形 120">
            <a:extLst>
              <a:ext uri="{FF2B5EF4-FFF2-40B4-BE49-F238E27FC236}">
                <a16:creationId xmlns:a16="http://schemas.microsoft.com/office/drawing/2014/main" id="{724A3F96-1064-4AF7-28B5-8131A111B7A0}"/>
              </a:ext>
            </a:extLst>
          </p:cNvPr>
          <p:cNvSpPr/>
          <p:nvPr/>
        </p:nvSpPr>
        <p:spPr>
          <a:xfrm>
            <a:off x="6861197" y="1505519"/>
            <a:ext cx="457077" cy="206849"/>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May</a:t>
            </a:r>
          </a:p>
        </p:txBody>
      </p:sp>
      <p:sp>
        <p:nvSpPr>
          <p:cNvPr id="122" name="正方形/長方形 121">
            <a:extLst>
              <a:ext uri="{FF2B5EF4-FFF2-40B4-BE49-F238E27FC236}">
                <a16:creationId xmlns:a16="http://schemas.microsoft.com/office/drawing/2014/main" id="{57775EE5-25DC-99EB-E470-F2AE3B5DC2DA}"/>
              </a:ext>
            </a:extLst>
          </p:cNvPr>
          <p:cNvSpPr/>
          <p:nvPr/>
        </p:nvSpPr>
        <p:spPr>
          <a:xfrm>
            <a:off x="7314436" y="1505519"/>
            <a:ext cx="457077" cy="206849"/>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June</a:t>
            </a:r>
          </a:p>
        </p:txBody>
      </p:sp>
      <p:sp>
        <p:nvSpPr>
          <p:cNvPr id="123" name="正方形/長方形 122">
            <a:extLst>
              <a:ext uri="{FF2B5EF4-FFF2-40B4-BE49-F238E27FC236}">
                <a16:creationId xmlns:a16="http://schemas.microsoft.com/office/drawing/2014/main" id="{3CE98C3F-52F3-AB95-DFCF-CF6E0BC807BE}"/>
              </a:ext>
            </a:extLst>
          </p:cNvPr>
          <p:cNvSpPr/>
          <p:nvPr/>
        </p:nvSpPr>
        <p:spPr>
          <a:xfrm>
            <a:off x="7767675" y="1505519"/>
            <a:ext cx="457077" cy="206849"/>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July</a:t>
            </a:r>
          </a:p>
        </p:txBody>
      </p:sp>
      <p:sp>
        <p:nvSpPr>
          <p:cNvPr id="124" name="正方形/長方形 123">
            <a:extLst>
              <a:ext uri="{FF2B5EF4-FFF2-40B4-BE49-F238E27FC236}">
                <a16:creationId xmlns:a16="http://schemas.microsoft.com/office/drawing/2014/main" id="{7458031B-B4B6-F932-E113-7E007ED49063}"/>
              </a:ext>
            </a:extLst>
          </p:cNvPr>
          <p:cNvSpPr/>
          <p:nvPr/>
        </p:nvSpPr>
        <p:spPr>
          <a:xfrm>
            <a:off x="8220914" y="1505519"/>
            <a:ext cx="457077" cy="206849"/>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Aug</a:t>
            </a:r>
          </a:p>
        </p:txBody>
      </p:sp>
      <p:sp>
        <p:nvSpPr>
          <p:cNvPr id="125" name="正方形/長方形 124">
            <a:extLst>
              <a:ext uri="{FF2B5EF4-FFF2-40B4-BE49-F238E27FC236}">
                <a16:creationId xmlns:a16="http://schemas.microsoft.com/office/drawing/2014/main" id="{B2A49BF8-8849-5571-230C-1FAFFD67514F}"/>
              </a:ext>
            </a:extLst>
          </p:cNvPr>
          <p:cNvSpPr/>
          <p:nvPr/>
        </p:nvSpPr>
        <p:spPr>
          <a:xfrm>
            <a:off x="5048242" y="1302373"/>
            <a:ext cx="3629748" cy="214171"/>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noProof="0">
                <a:ln>
                  <a:noFill/>
                </a:ln>
                <a:solidFill>
                  <a:prstClr val="white"/>
                </a:solidFill>
                <a:effectLst/>
                <a:uLnTx/>
                <a:uFillTx/>
                <a:latin typeface="Calibri" panose="020F0502020204030204" pitchFamily="34" charset="0"/>
                <a:ea typeface="Meiryo UI" panose="020B0604030504040204" pitchFamily="50" charset="-128"/>
                <a:cs typeface="Calibri" panose="020F0502020204030204" pitchFamily="34" charset="0"/>
              </a:rPr>
              <a:t> 2027</a:t>
            </a:r>
          </a:p>
        </p:txBody>
      </p:sp>
      <p:sp>
        <p:nvSpPr>
          <p:cNvPr id="26" name="正方形/長方形 25">
            <a:extLst>
              <a:ext uri="{FF2B5EF4-FFF2-40B4-BE49-F238E27FC236}">
                <a16:creationId xmlns:a16="http://schemas.microsoft.com/office/drawing/2014/main" id="{8AAF4C7B-55C9-BC7F-FDAB-002FD1AF2C9B}"/>
              </a:ext>
            </a:extLst>
          </p:cNvPr>
          <p:cNvSpPr/>
          <p:nvPr/>
        </p:nvSpPr>
        <p:spPr>
          <a:xfrm>
            <a:off x="189227" y="1719572"/>
            <a:ext cx="306317" cy="1146262"/>
          </a:xfrm>
          <a:prstGeom prst="rect">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0" tIns="0" rIns="0" bIns="0" rtlCol="0" anchor="ctr"/>
          <a:lstStyle/>
          <a:p>
            <a:pPr algn="ctr"/>
            <a:r>
              <a:rPr kumimoji="1" lang="en-US" altLang="ja-JP" sz="1050" b="1">
                <a:solidFill>
                  <a:schemeClr val="bg1"/>
                </a:solidFill>
                <a:latin typeface="Calibri" panose="020F0502020204030204" pitchFamily="34" charset="0"/>
                <a:ea typeface="Calibri" panose="020F0502020204030204" pitchFamily="34" charset="0"/>
                <a:cs typeface="Calibri" panose="020F0502020204030204" pitchFamily="34" charset="0"/>
              </a:rPr>
              <a:t> Milestone</a:t>
            </a:r>
            <a:endParaRPr kumimoji="1" lang="ja-JP" altLang="en-US" sz="1050" b="1">
              <a:solidFill>
                <a:schemeClr val="bg1"/>
              </a:solidFill>
              <a:latin typeface="Calibri" panose="020F0502020204030204" pitchFamily="34" charset="0"/>
              <a:ea typeface="Meiryo UI" panose="020B0604030504040204" pitchFamily="50" charset="-128"/>
              <a:cs typeface="Calibri" panose="020F0502020204030204" pitchFamily="34" charset="0"/>
            </a:endParaRPr>
          </a:p>
        </p:txBody>
      </p:sp>
      <p:cxnSp>
        <p:nvCxnSpPr>
          <p:cNvPr id="28" name="直線コネクタ 27">
            <a:extLst>
              <a:ext uri="{FF2B5EF4-FFF2-40B4-BE49-F238E27FC236}">
                <a16:creationId xmlns:a16="http://schemas.microsoft.com/office/drawing/2014/main" id="{A6851F80-51DF-FA8F-5B1A-0A6FC03B6967}"/>
              </a:ext>
            </a:extLst>
          </p:cNvPr>
          <p:cNvCxnSpPr>
            <a:cxnSpLocks/>
          </p:cNvCxnSpPr>
          <p:nvPr/>
        </p:nvCxnSpPr>
        <p:spPr>
          <a:xfrm>
            <a:off x="200033" y="2916505"/>
            <a:ext cx="8714266"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3" name="正方形/長方形 102">
            <a:extLst>
              <a:ext uri="{FF2B5EF4-FFF2-40B4-BE49-F238E27FC236}">
                <a16:creationId xmlns:a16="http://schemas.microsoft.com/office/drawing/2014/main" id="{C4897636-6A9D-0C12-2663-E2295F12235F}"/>
              </a:ext>
            </a:extLst>
          </p:cNvPr>
          <p:cNvSpPr/>
          <p:nvPr/>
        </p:nvSpPr>
        <p:spPr>
          <a:xfrm>
            <a:off x="354227" y="2976700"/>
            <a:ext cx="142131" cy="1859346"/>
          </a:xfrm>
          <a:prstGeom prst="rect">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0" tIns="0" rIns="0" bIns="0" rtlCol="0" anchor="ctr"/>
          <a:lstStyle/>
          <a:p>
            <a:pPr algn="ctr"/>
            <a:r>
              <a:rPr kumimoji="1" lang="en-US" altLang="ja-JP" sz="1050" b="1">
                <a:solidFill>
                  <a:schemeClr val="bg1"/>
                </a:solidFill>
                <a:latin typeface="Calibri" panose="020F0502020204030204" pitchFamily="34" charset="0"/>
                <a:ea typeface="Calibri" panose="020F0502020204030204" pitchFamily="34" charset="0"/>
                <a:cs typeface="Calibri" panose="020F0502020204030204" pitchFamily="34" charset="0"/>
              </a:rPr>
              <a:t>Delisting</a:t>
            </a:r>
            <a:endParaRPr kumimoji="1" lang="ja-JP" altLang="en-US" sz="1050" b="1">
              <a:solidFill>
                <a:schemeClr val="bg1"/>
              </a:solidFill>
              <a:latin typeface="Calibri" panose="020F0502020204030204" pitchFamily="34" charset="0"/>
              <a:ea typeface="Meiryo UI" panose="020B0604030504040204" pitchFamily="50" charset="-128"/>
              <a:cs typeface="Calibri" panose="020F0502020204030204" pitchFamily="34" charset="0"/>
            </a:endParaRPr>
          </a:p>
        </p:txBody>
      </p:sp>
      <p:sp>
        <p:nvSpPr>
          <p:cNvPr id="104" name="正方形/長方形 103">
            <a:extLst>
              <a:ext uri="{FF2B5EF4-FFF2-40B4-BE49-F238E27FC236}">
                <a16:creationId xmlns:a16="http://schemas.microsoft.com/office/drawing/2014/main" id="{7E71DF65-400F-E339-B777-2FDE8D764520}"/>
              </a:ext>
            </a:extLst>
          </p:cNvPr>
          <p:cNvSpPr/>
          <p:nvPr/>
        </p:nvSpPr>
        <p:spPr>
          <a:xfrm>
            <a:off x="189227" y="2976700"/>
            <a:ext cx="142131" cy="1859344"/>
          </a:xfrm>
          <a:prstGeom prst="rect">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0" tIns="0" rIns="0" bIns="0" rtlCol="0" anchor="ctr"/>
          <a:lstStyle/>
          <a:p>
            <a:pPr algn="ctr"/>
            <a:r>
              <a:rPr kumimoji="1" lang="en-US" altLang="ja-JP" sz="1050" b="1">
                <a:solidFill>
                  <a:schemeClr val="bg1"/>
                </a:solidFill>
                <a:latin typeface="Calibri" panose="020F0502020204030204" pitchFamily="34" charset="0"/>
                <a:ea typeface="Calibri" panose="020F0502020204030204" pitchFamily="34" charset="0"/>
                <a:cs typeface="Calibri" panose="020F0502020204030204" pitchFamily="34" charset="0"/>
              </a:rPr>
              <a:t> Timeline</a:t>
            </a:r>
            <a:endParaRPr kumimoji="1" lang="ja-JP" altLang="en-US" sz="1050" b="1">
              <a:solidFill>
                <a:schemeClr val="bg1"/>
              </a:solidFill>
              <a:latin typeface="Calibri" panose="020F0502020204030204" pitchFamily="34" charset="0"/>
              <a:ea typeface="Meiryo UI" panose="020B0604030504040204" pitchFamily="50" charset="-128"/>
              <a:cs typeface="Calibri" panose="020F0502020204030204" pitchFamily="34" charset="0"/>
            </a:endParaRPr>
          </a:p>
        </p:txBody>
      </p:sp>
      <p:sp>
        <p:nvSpPr>
          <p:cNvPr id="126" name="正方形/長方形 6">
            <a:extLst>
              <a:ext uri="{FF2B5EF4-FFF2-40B4-BE49-F238E27FC236}">
                <a16:creationId xmlns:a16="http://schemas.microsoft.com/office/drawing/2014/main" id="{B0DB9D1C-A9D5-7F0A-4EAB-BCC69547F623}"/>
              </a:ext>
            </a:extLst>
          </p:cNvPr>
          <p:cNvSpPr/>
          <p:nvPr/>
        </p:nvSpPr>
        <p:spPr>
          <a:xfrm>
            <a:off x="731359" y="1766610"/>
            <a:ext cx="1456739" cy="188219"/>
          </a:xfrm>
          <a:prstGeom prst="rect">
            <a:avLst/>
          </a:prstGeom>
          <a:noFill/>
          <a:ln w="9525" cap="flat" cmpd="sng" algn="ctr">
            <a:noFill/>
            <a:prstDash val="solid"/>
          </a:ln>
          <a:effectLst/>
        </p:spPr>
        <p:txBody>
          <a:bodyPr wrap="none" lIns="0" tIns="0" rIns="0" bIns="0" rtlCol="0" anchor="ctr" anchorCtr="0"/>
          <a:lstStyle/>
          <a:p>
            <a:pPr marL="0" marR="0" lvl="0" indent="0" defTabSz="457200" eaLnBrk="1" fontAlgn="auto" latinLnBrk="0" hangingPunct="1">
              <a:lnSpc>
                <a:spcPts val="800"/>
              </a:lnSpc>
              <a:spcBef>
                <a:spcPts val="0"/>
              </a:spcBef>
              <a:spcAft>
                <a:spcPts val="0"/>
              </a:spcAft>
              <a:buClrTx/>
              <a:buSzTx/>
              <a:buFontTx/>
              <a:buNone/>
              <a:tabLst/>
              <a:defRPr/>
            </a:pPr>
            <a:r>
              <a:rPr kumimoji="0" lang="ja-JP" altLang="en-US" sz="9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 ▼3/23 MUFG M</a:t>
            </a:r>
            <a:r>
              <a:rPr kumimoji="0" lang="en-US" altLang="ja-JP" sz="900" b="1" i="0" u="none" strike="noStrike" kern="0" cap="none" spc="0" normalizeH="0" noProof="0" err="1">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gmt</a:t>
            </a:r>
            <a:r>
              <a:rPr kumimoji="0" lang="ja-JP" altLang="en-US" sz="9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 M</a:t>
            </a:r>
            <a:r>
              <a:rPr kumimoji="0" lang="en-US" altLang="ja-JP" sz="9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TG</a:t>
            </a:r>
            <a:endParaRPr kumimoji="0" lang="en-US" altLang="ja-JP" sz="900" b="1" i="0" u="none" strike="noStrike" kern="0" cap="none" spc="0" normalizeH="0" noProof="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27" name="正方形/長方形 8">
            <a:extLst>
              <a:ext uri="{FF2B5EF4-FFF2-40B4-BE49-F238E27FC236}">
                <a16:creationId xmlns:a16="http://schemas.microsoft.com/office/drawing/2014/main" id="{73C864C5-3B8C-D0D7-39B6-2C6377F3FFAE}"/>
              </a:ext>
            </a:extLst>
          </p:cNvPr>
          <p:cNvSpPr/>
          <p:nvPr/>
        </p:nvSpPr>
        <p:spPr>
          <a:xfrm>
            <a:off x="831004" y="1955041"/>
            <a:ext cx="1121605" cy="152045"/>
          </a:xfrm>
          <a:prstGeom prst="rect">
            <a:avLst/>
          </a:prstGeom>
          <a:noFill/>
          <a:ln w="9525" cap="flat" cmpd="sng" algn="ctr">
            <a:noFill/>
            <a:prstDash val="solid"/>
          </a:ln>
          <a:effectLst/>
        </p:spPr>
        <p:txBody>
          <a:bodyPr wrap="none" lIns="0" tIns="0" rIns="0" bIns="0" rtlCol="0" anchor="ctr" anchorCtr="0"/>
          <a:lstStyle/>
          <a:p>
            <a:pPr marL="0" marR="0" lvl="0" indent="0" defTabSz="457200" eaLnBrk="1" fontAlgn="auto" latinLnBrk="0" hangingPunct="1">
              <a:lnSpc>
                <a:spcPts val="800"/>
              </a:lnSpc>
              <a:spcBef>
                <a:spcPts val="0"/>
              </a:spcBef>
              <a:spcAft>
                <a:spcPts val="0"/>
              </a:spcAft>
              <a:buClrTx/>
              <a:buSzTx/>
              <a:buFontTx/>
              <a:buNone/>
              <a:tabLst/>
              <a:defRPr/>
            </a:pPr>
            <a:r>
              <a:rPr kumimoji="0" lang="en-US" altLang="ja-JP" sz="900" b="0" i="0" u="none" strike="noStrike" kern="0" cap="none" spc="0" normalizeH="0" noProof="0">
                <a:ln>
                  <a:noFill/>
                </a:ln>
                <a:effectLst/>
                <a:uLnTx/>
                <a:uFillTx/>
                <a:latin typeface="Calibri" panose="020F0502020204030204" pitchFamily="34" charset="0"/>
                <a:ea typeface="Calibri" panose="020F0502020204030204" pitchFamily="34" charset="0"/>
                <a:cs typeface="Calibri" panose="020F0502020204030204" pitchFamily="34" charset="0"/>
              </a:rPr>
              <a:t> ▼3/31 BDI AGMS</a:t>
            </a:r>
          </a:p>
        </p:txBody>
      </p:sp>
      <p:sp>
        <p:nvSpPr>
          <p:cNvPr id="128" name="正方形/長方形 34">
            <a:extLst>
              <a:ext uri="{FF2B5EF4-FFF2-40B4-BE49-F238E27FC236}">
                <a16:creationId xmlns:a16="http://schemas.microsoft.com/office/drawing/2014/main" id="{8D24DA68-DCCC-6574-71A9-15CADA10D86C}"/>
              </a:ext>
            </a:extLst>
          </p:cNvPr>
          <p:cNvSpPr/>
          <p:nvPr/>
        </p:nvSpPr>
        <p:spPr>
          <a:xfrm>
            <a:off x="2252256" y="1766610"/>
            <a:ext cx="648425" cy="188219"/>
          </a:xfrm>
          <a:prstGeom prst="rect">
            <a:avLst/>
          </a:prstGeom>
          <a:noFill/>
          <a:ln w="9525" cap="flat" cmpd="sng" algn="ctr">
            <a:noFill/>
            <a:prstDash val="solid"/>
          </a:ln>
          <a:effectLst/>
        </p:spPr>
        <p:txBody>
          <a:bodyPr wrap="none" lIns="0" tIns="0" rIns="0" bIns="0" rtlCol="0" anchor="ctr" anchorCtr="0"/>
          <a:lstStyle/>
          <a:p>
            <a:pPr marL="0" marR="0" lvl="0" indent="0" defTabSz="457200" eaLnBrk="1" fontAlgn="auto" latinLnBrk="0" hangingPunct="1">
              <a:lnSpc>
                <a:spcPts val="800"/>
              </a:lnSpc>
              <a:spcBef>
                <a:spcPts val="0"/>
              </a:spcBef>
              <a:spcAft>
                <a:spcPts val="0"/>
              </a:spcAft>
              <a:buClrTx/>
              <a:buSzTx/>
              <a:buFontTx/>
              <a:buNone/>
              <a:tabLst/>
              <a:defRPr/>
            </a:pPr>
            <a:r>
              <a:rPr kumimoji="0" lang="ja-JP" altLang="en-US" sz="9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 ▼</a:t>
            </a:r>
            <a:r>
              <a:rPr kumimoji="0" lang="en-US" altLang="ja-JP" sz="900" b="1" kern="0">
                <a:solidFill>
                  <a:srgbClr val="FF0000"/>
                </a:solidFill>
                <a:latin typeface="Calibri" panose="020F0502020204030204" pitchFamily="34" charset="0"/>
                <a:ea typeface="Meiryo UI" panose="020B0604030504040204" pitchFamily="50" charset="-128"/>
                <a:cs typeface="Calibri" panose="020F0502020204030204" pitchFamily="34" charset="0"/>
              </a:rPr>
              <a:t>7/6 </a:t>
            </a:r>
            <a:r>
              <a:rPr kumimoji="0" lang="en-US" altLang="ja-JP" sz="900" b="1" i="0" u="none" strike="noStrike" kern="0" cap="none" spc="0" normalizeH="0" noProof="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BDI EGMS</a:t>
            </a:r>
          </a:p>
        </p:txBody>
      </p:sp>
      <p:sp>
        <p:nvSpPr>
          <p:cNvPr id="129" name="正方形/長方形 13">
            <a:extLst>
              <a:ext uri="{FF2B5EF4-FFF2-40B4-BE49-F238E27FC236}">
                <a16:creationId xmlns:a16="http://schemas.microsoft.com/office/drawing/2014/main" id="{539C3191-7836-F189-E972-EC6FF3D61072}"/>
              </a:ext>
            </a:extLst>
          </p:cNvPr>
          <p:cNvSpPr/>
          <p:nvPr/>
        </p:nvSpPr>
        <p:spPr>
          <a:xfrm>
            <a:off x="7916636" y="1766610"/>
            <a:ext cx="732542" cy="188219"/>
          </a:xfrm>
          <a:prstGeom prst="rect">
            <a:avLst/>
          </a:prstGeom>
          <a:noFill/>
          <a:ln w="9525" cap="flat" cmpd="sng" algn="ctr">
            <a:noFill/>
            <a:prstDash val="solid"/>
          </a:ln>
          <a:effectLst/>
        </p:spPr>
        <p:txBody>
          <a:bodyPr wrap="none" lIns="0" tIns="0" rIns="0" bIns="0" rtlCol="0" anchor="t" anchorCtr="0"/>
          <a:lstStyle/>
          <a:p>
            <a:pPr defTabSz="457200"/>
            <a:r>
              <a:rPr kumimoji="0" lang="ja-JP" altLang="en-US" sz="900" b="1" kern="0">
                <a:solidFill>
                  <a:srgbClr val="FF0000"/>
                </a:solidFill>
                <a:latin typeface="Calibri" panose="020F0502020204030204" pitchFamily="34" charset="0"/>
                <a:ea typeface="Meiryo UI" panose="020B0604030504040204" pitchFamily="50" charset="-128"/>
                <a:cs typeface="Calibri" panose="020F0502020204030204" pitchFamily="34" charset="0"/>
              </a:rPr>
              <a:t> ▼</a:t>
            </a:r>
            <a:r>
              <a:rPr kumimoji="0" lang="en-US" altLang="ja-JP" sz="900" b="1" kern="0">
                <a:solidFill>
                  <a:srgbClr val="FF0000"/>
                </a:solidFill>
                <a:latin typeface="Calibri" panose="020F0502020204030204" pitchFamily="34" charset="0"/>
                <a:ea typeface="Meiryo UI" panose="020B0604030504040204" pitchFamily="50" charset="-128"/>
                <a:cs typeface="Calibri" panose="020F0502020204030204" pitchFamily="34" charset="0"/>
              </a:rPr>
              <a:t>7/20 Absence</a:t>
            </a:r>
          </a:p>
          <a:p>
            <a:pPr defTabSz="457200"/>
            <a:r>
              <a:rPr kumimoji="0" lang="en-US" altLang="ja-JP" sz="900" b="1" kern="0">
                <a:solidFill>
                  <a:srgbClr val="FF0000"/>
                </a:solidFill>
                <a:latin typeface="Calibri" panose="020F0502020204030204" pitchFamily="34" charset="0"/>
                <a:ea typeface="Meiryo UI" panose="020B0604030504040204" pitchFamily="50" charset="-128"/>
                <a:cs typeface="Calibri" panose="020F0502020204030204" pitchFamily="34" charset="0"/>
              </a:rPr>
              <a:t>Procedure Completion</a:t>
            </a:r>
            <a:endParaRPr kumimoji="0" lang="en-US" altLang="ja-JP" sz="900" b="1" kern="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30" name="正方形/長方形 21">
            <a:extLst>
              <a:ext uri="{FF2B5EF4-FFF2-40B4-BE49-F238E27FC236}">
                <a16:creationId xmlns:a16="http://schemas.microsoft.com/office/drawing/2014/main" id="{3ACF87A3-F49A-BDFB-25AE-18BAD17A50CA}"/>
              </a:ext>
            </a:extLst>
          </p:cNvPr>
          <p:cNvSpPr/>
          <p:nvPr/>
        </p:nvSpPr>
        <p:spPr>
          <a:xfrm>
            <a:off x="7936613" y="2105997"/>
            <a:ext cx="981323" cy="188219"/>
          </a:xfrm>
          <a:prstGeom prst="rect">
            <a:avLst/>
          </a:prstGeom>
          <a:noFill/>
          <a:ln w="9525" cap="flat" cmpd="sng" algn="ctr">
            <a:noFill/>
            <a:prstDash val="solid"/>
          </a:ln>
          <a:effectLst/>
        </p:spPr>
        <p:txBody>
          <a:bodyPr wrap="none" lIns="0" tIns="0" rIns="0" bIns="0" rtlCol="0" anchor="t" anchorCtr="0"/>
          <a:lstStyle/>
          <a:p>
            <a:pPr defTabSz="457200"/>
            <a:r>
              <a:rPr kumimoji="0" lang="ja-JP" altLang="en-US" sz="900" kern="0">
                <a:latin typeface="Calibri" panose="020F0502020204030204" pitchFamily="34" charset="0"/>
                <a:cs typeface="Calibri" panose="020F0502020204030204" pitchFamily="34" charset="0"/>
              </a:rPr>
              <a:t> ▼</a:t>
            </a:r>
            <a:r>
              <a:rPr kumimoji="0" lang="en-US" altLang="ja-JP" sz="900" kern="0">
                <a:latin typeface="Calibri" panose="020F0502020204030204" pitchFamily="34" charset="0"/>
                <a:cs typeface="Calibri" panose="020F0502020204030204" pitchFamily="34" charset="0"/>
              </a:rPr>
              <a:t>7/20 </a:t>
            </a:r>
            <a:r>
              <a:rPr kumimoji="0" lang="en-US" altLang="ja-JP" sz="900" kern="0">
                <a:latin typeface="Calibri" panose="020F0502020204030204" pitchFamily="34" charset="0"/>
                <a:ea typeface="Calibri" panose="020F0502020204030204" pitchFamily="34" charset="0"/>
                <a:cs typeface="Calibri" panose="020F0502020204030204" pitchFamily="34" charset="0"/>
              </a:rPr>
              <a:t>Revocation</a:t>
            </a:r>
            <a:br>
              <a:rPr kumimoji="0" lang="en-US" altLang="ja-JP" sz="900" kern="0">
                <a:latin typeface="Calibri" panose="020F0502020204030204" pitchFamily="34" charset="0"/>
                <a:ea typeface="Calibri" panose="020F0502020204030204" pitchFamily="34" charset="0"/>
                <a:cs typeface="Calibri" panose="020F0502020204030204" pitchFamily="34" charset="0"/>
              </a:rPr>
            </a:br>
            <a:r>
              <a:rPr kumimoji="0" lang="en-US" altLang="ja-JP" sz="900" kern="0">
                <a:latin typeface="Calibri" panose="020F0502020204030204" pitchFamily="34" charset="0"/>
                <a:ea typeface="Calibri" panose="020F0502020204030204" pitchFamily="34" charset="0"/>
                <a:cs typeface="Calibri" panose="020F0502020204030204" pitchFamily="34" charset="0"/>
              </a:rPr>
              <a:t>Request to OJK</a:t>
            </a:r>
          </a:p>
        </p:txBody>
      </p:sp>
      <p:sp>
        <p:nvSpPr>
          <p:cNvPr id="131" name="正方形/長方形 7">
            <a:extLst>
              <a:ext uri="{FF2B5EF4-FFF2-40B4-BE49-F238E27FC236}">
                <a16:creationId xmlns:a16="http://schemas.microsoft.com/office/drawing/2014/main" id="{CEEE6612-971D-A8A6-1BF9-867911D65383}"/>
              </a:ext>
            </a:extLst>
          </p:cNvPr>
          <p:cNvSpPr/>
          <p:nvPr/>
        </p:nvSpPr>
        <p:spPr>
          <a:xfrm>
            <a:off x="1126627" y="2501870"/>
            <a:ext cx="1315714" cy="171108"/>
          </a:xfrm>
          <a:prstGeom prst="rect">
            <a:avLst/>
          </a:prstGeom>
          <a:noFill/>
          <a:ln w="9525" cap="flat" cmpd="sng" algn="ctr">
            <a:noFill/>
            <a:prstDash val="solid"/>
          </a:ln>
          <a:effectLst/>
        </p:spPr>
        <p:txBody>
          <a:bodyPr wrap="none" lIns="0" tIns="0" rIns="0" bIns="0" rtlCol="0" anchor="ctr" anchorCtr="0"/>
          <a:lstStyle/>
          <a:p>
            <a:pPr marL="0" marR="0" lvl="0" indent="0" defTabSz="457200" eaLnBrk="1" fontAlgn="auto" latinLnBrk="0" hangingPunct="1">
              <a:lnSpc>
                <a:spcPts val="800"/>
              </a:lnSpc>
              <a:spcBef>
                <a:spcPts val="0"/>
              </a:spcBef>
              <a:spcAft>
                <a:spcPts val="0"/>
              </a:spcAft>
              <a:buClrTx/>
              <a:buSzTx/>
              <a:buFontTx/>
              <a:buNone/>
              <a:tabLst/>
              <a:defRPr/>
            </a:pPr>
            <a:r>
              <a:rPr kumimoji="0" lang="ja-JP" altLang="en-US" sz="900" i="0" u="none" strike="noStrike" kern="0" cap="none" spc="0" normalizeH="0" noProof="0">
                <a:ln>
                  <a:noFill/>
                </a:ln>
                <a:effectLst/>
                <a:uLnTx/>
                <a:uFillTx/>
                <a:latin typeface="Calibri" panose="020F0502020204030204" pitchFamily="34" charset="0"/>
                <a:ea typeface="Meiryo UI" panose="020B0604030504040204" pitchFamily="50" charset="-128"/>
                <a:cs typeface="Calibri" panose="020F0502020204030204" pitchFamily="34" charset="0"/>
              </a:rPr>
              <a:t> ▼</a:t>
            </a:r>
            <a:r>
              <a:rPr kumimoji="0" lang="en-US" altLang="ja-JP" sz="900" i="0" u="none" strike="noStrike" kern="0" cap="none" spc="0" normalizeH="0" noProof="0">
                <a:ln>
                  <a:noFill/>
                </a:ln>
                <a:effectLst/>
                <a:uLnTx/>
                <a:uFillTx/>
                <a:latin typeface="Calibri" panose="020F0502020204030204" pitchFamily="34" charset="0"/>
                <a:ea typeface="Meiryo UI" panose="020B0604030504040204" pitchFamily="50" charset="-128"/>
                <a:cs typeface="Calibri" panose="020F0502020204030204" pitchFamily="34" charset="0"/>
              </a:rPr>
              <a:t>Early Apr: </a:t>
            </a:r>
            <a:r>
              <a:rPr kumimoji="0" lang="ja-JP" altLang="en-US" sz="900" i="0" u="none" strike="noStrike" kern="0" cap="none" spc="0" normalizeH="0" noProof="0">
                <a:ln>
                  <a:noFill/>
                </a:ln>
                <a:effectLst/>
                <a:uLnTx/>
                <a:uFillTx/>
                <a:latin typeface="Calibri" panose="020F0502020204030204" pitchFamily="34" charset="0"/>
                <a:ea typeface="Meiryo UI" panose="020B0604030504040204" pitchFamily="50" charset="-128"/>
                <a:cs typeface="Calibri" panose="020F0502020204030204" pitchFamily="34" charset="0"/>
              </a:rPr>
              <a:t>Voluntary Disclosure </a:t>
            </a:r>
            <a:r>
              <a:rPr kumimoji="0" lang="en-US" altLang="ja-JP" sz="900" i="0" u="none" strike="noStrike" kern="0" cap="none" spc="0" normalizeH="0" noProof="0">
                <a:ln>
                  <a:noFill/>
                </a:ln>
                <a:effectLst/>
                <a:uLnTx/>
                <a:uFillTx/>
                <a:latin typeface="Calibri" panose="020F0502020204030204" pitchFamily="34" charset="0"/>
                <a:ea typeface="Meiryo UI" panose="020B0604030504040204" pitchFamily="50" charset="-128"/>
                <a:cs typeface="Calibri" panose="020F0502020204030204" pitchFamily="34" charset="0"/>
              </a:rPr>
              <a:t>(Delisting/Integration)</a:t>
            </a:r>
            <a:endParaRPr kumimoji="0" lang="en-US" altLang="ja-JP" sz="900" i="0" u="none" strike="noStrike" kern="0" cap="none" spc="0" normalizeH="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32" name="正方形/長方形 7">
            <a:extLst>
              <a:ext uri="{FF2B5EF4-FFF2-40B4-BE49-F238E27FC236}">
                <a16:creationId xmlns:a16="http://schemas.microsoft.com/office/drawing/2014/main" id="{4ADD5248-DA03-57A4-BABA-9F32CED0ECC8}"/>
              </a:ext>
            </a:extLst>
          </p:cNvPr>
          <p:cNvSpPr/>
          <p:nvPr/>
        </p:nvSpPr>
        <p:spPr>
          <a:xfrm>
            <a:off x="1108428" y="2309012"/>
            <a:ext cx="863054" cy="188219"/>
          </a:xfrm>
          <a:prstGeom prst="rect">
            <a:avLst/>
          </a:prstGeom>
          <a:noFill/>
          <a:ln w="9525" cap="flat" cmpd="sng" algn="ctr">
            <a:noFill/>
            <a:prstDash val="solid"/>
          </a:ln>
          <a:effectLst/>
        </p:spPr>
        <p:txBody>
          <a:bodyPr wrap="none" lIns="0" tIns="0" rIns="0" bIns="0" rtlCol="0" anchor="ctr" anchorCtr="0"/>
          <a:lstStyle/>
          <a:p>
            <a:pPr marL="0" marR="0" lvl="0" indent="0" defTabSz="457200" eaLnBrk="1" fontAlgn="auto" latinLnBrk="0" hangingPunct="1">
              <a:lnSpc>
                <a:spcPts val="800"/>
              </a:lnSpc>
              <a:spcBef>
                <a:spcPts val="0"/>
              </a:spcBef>
              <a:spcAft>
                <a:spcPts val="0"/>
              </a:spcAft>
              <a:buClrTx/>
              <a:buSzTx/>
              <a:buFontTx/>
              <a:buNone/>
              <a:tabLst/>
              <a:defRPr/>
            </a:pPr>
            <a:r>
              <a:rPr kumimoji="0" lang="ja-JP" altLang="en-US" sz="900" i="0" u="none" strike="noStrike" kern="0" cap="none" spc="0" normalizeH="0" noProof="0">
                <a:ln>
                  <a:noFill/>
                </a:ln>
                <a:effectLst/>
                <a:uLnTx/>
                <a:uFillTx/>
                <a:latin typeface="Calibri" panose="020F0502020204030204" pitchFamily="34" charset="0"/>
                <a:ea typeface="Meiryo UI" panose="020B0604030504040204" pitchFamily="50" charset="-128"/>
                <a:cs typeface="Calibri" panose="020F0502020204030204" pitchFamily="34" charset="0"/>
              </a:rPr>
              <a:t> ▼BDI </a:t>
            </a:r>
            <a:r>
              <a:rPr kumimoji="0" lang="en-US" altLang="ja-JP" sz="900" i="0" u="none" strike="noStrike" kern="0" cap="none" spc="0" normalizeH="0" noProof="0">
                <a:ln>
                  <a:noFill/>
                </a:ln>
                <a:effectLst/>
                <a:uLnTx/>
                <a:uFillTx/>
                <a:latin typeface="Calibri" panose="020F0502020204030204" pitchFamily="34" charset="0"/>
                <a:ea typeface="Meiryo UI" panose="020B0604030504040204" pitchFamily="50" charset="-128"/>
                <a:cs typeface="Calibri" panose="020F0502020204030204" pitchFamily="34" charset="0"/>
              </a:rPr>
              <a:t>Stock Trading Halt</a:t>
            </a:r>
            <a:endParaRPr kumimoji="0" lang="en-US" altLang="ja-JP" sz="900" i="0" u="none" strike="noStrike" kern="0" cap="none" spc="0" normalizeH="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cxnSp>
        <p:nvCxnSpPr>
          <p:cNvPr id="133" name="直線矢印コネクタ 132">
            <a:extLst>
              <a:ext uri="{FF2B5EF4-FFF2-40B4-BE49-F238E27FC236}">
                <a16:creationId xmlns:a16="http://schemas.microsoft.com/office/drawing/2014/main" id="{680EEF14-536B-58B0-03ED-E73BCEC7B422}"/>
              </a:ext>
            </a:extLst>
          </p:cNvPr>
          <p:cNvCxnSpPr>
            <a:cxnSpLocks/>
          </p:cNvCxnSpPr>
          <p:nvPr/>
        </p:nvCxnSpPr>
        <p:spPr>
          <a:xfrm>
            <a:off x="1119156" y="3447081"/>
            <a:ext cx="1238375" cy="0"/>
          </a:xfrm>
          <a:prstGeom prst="straightConnector1">
            <a:avLst/>
          </a:prstGeom>
          <a:ln w="1905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34" name="テキスト ボックス 133">
            <a:extLst>
              <a:ext uri="{FF2B5EF4-FFF2-40B4-BE49-F238E27FC236}">
                <a16:creationId xmlns:a16="http://schemas.microsoft.com/office/drawing/2014/main" id="{EAD3500E-4CA5-37F0-D211-2D1E1E72F7B8}"/>
              </a:ext>
            </a:extLst>
          </p:cNvPr>
          <p:cNvSpPr txBox="1"/>
          <p:nvPr/>
        </p:nvSpPr>
        <p:spPr>
          <a:xfrm>
            <a:off x="1119140" y="3093913"/>
            <a:ext cx="1238375" cy="359452"/>
          </a:xfrm>
          <a:prstGeom prst="rect">
            <a:avLst/>
          </a:prstGeom>
          <a:noFill/>
        </p:spPr>
        <p:txBody>
          <a:bodyPr wrap="none" lIns="36000" tIns="36000" rIns="36000" bIns="36000" rtlCol="0" anchor="b">
            <a:noAutofit/>
          </a:bodyPr>
          <a:lstStyle/>
          <a:p>
            <a:pPr lvl="0" algn="ctr" defTabSz="653626">
              <a:defRPr/>
            </a:pPr>
            <a:r>
              <a:rPr lang="en-US" altLang="ja-JP" sz="900">
                <a:solidFill>
                  <a:prstClr val="black"/>
                </a:solidFill>
                <a:latin typeface="Calibri" panose="020F0502020204030204" pitchFamily="34" charset="0"/>
                <a:ea typeface="Calibri" panose="020F0502020204030204" pitchFamily="34" charset="0"/>
                <a:cs typeface="Calibri" panose="020F0502020204030204" pitchFamily="34" charset="0"/>
              </a:rPr>
              <a:t>Preparation for EGMS (</a:t>
            </a:r>
            <a:r>
              <a:rPr lang="en-US" altLang="ja-JP" sz="900" b="1" u="sng">
                <a:solidFill>
                  <a:prstClr val="black"/>
                </a:solidFill>
                <a:latin typeface="Calibri" panose="020F0502020204030204" pitchFamily="34" charset="0"/>
                <a:ea typeface="Calibri" panose="020F0502020204030204" pitchFamily="34" charset="0"/>
                <a:cs typeface="Calibri" panose="020F0502020204030204" pitchFamily="34" charset="0"/>
              </a:rPr>
              <a:t>3 months</a:t>
            </a:r>
            <a:r>
              <a:rPr lang="en-US" altLang="ja-JP" sz="900">
                <a:solidFill>
                  <a:prstClr val="black"/>
                </a:solidFill>
                <a:latin typeface="Calibri" panose="020F0502020204030204" pitchFamily="34" charset="0"/>
                <a:ea typeface="Calibri" panose="020F0502020204030204" pitchFamily="34" charset="0"/>
                <a:cs typeface="Calibri" panose="020F0502020204030204" pitchFamily="34" charset="0"/>
              </a:rPr>
              <a:t>)</a:t>
            </a:r>
          </a:p>
        </p:txBody>
      </p:sp>
      <p:cxnSp>
        <p:nvCxnSpPr>
          <p:cNvPr id="135" name="直線矢印コネクタ 134">
            <a:extLst>
              <a:ext uri="{FF2B5EF4-FFF2-40B4-BE49-F238E27FC236}">
                <a16:creationId xmlns:a16="http://schemas.microsoft.com/office/drawing/2014/main" id="{2323BA30-A006-D143-7046-A0FC4197781B}"/>
              </a:ext>
            </a:extLst>
          </p:cNvPr>
          <p:cNvCxnSpPr>
            <a:cxnSpLocks/>
          </p:cNvCxnSpPr>
          <p:nvPr/>
        </p:nvCxnSpPr>
        <p:spPr>
          <a:xfrm>
            <a:off x="2871461" y="3751472"/>
            <a:ext cx="1894183" cy="0"/>
          </a:xfrm>
          <a:prstGeom prst="straightConnector1">
            <a:avLst/>
          </a:prstGeom>
          <a:ln w="1905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36" name="テキスト ボックス 135">
            <a:extLst>
              <a:ext uri="{FF2B5EF4-FFF2-40B4-BE49-F238E27FC236}">
                <a16:creationId xmlns:a16="http://schemas.microsoft.com/office/drawing/2014/main" id="{479428ED-5C53-AF14-1D38-D92AB50B255F}"/>
              </a:ext>
            </a:extLst>
          </p:cNvPr>
          <p:cNvSpPr txBox="1"/>
          <p:nvPr/>
        </p:nvSpPr>
        <p:spPr>
          <a:xfrm>
            <a:off x="2871457" y="3398439"/>
            <a:ext cx="1894187" cy="359328"/>
          </a:xfrm>
          <a:prstGeom prst="rect">
            <a:avLst/>
          </a:prstGeom>
          <a:noFill/>
        </p:spPr>
        <p:txBody>
          <a:bodyPr wrap="none" lIns="36000" tIns="36000" rIns="36000" bIns="36000" rtlCol="0" anchor="b">
            <a:noAutofit/>
          </a:bodyPr>
          <a:lstStyle/>
          <a:p>
            <a:pPr lvl="0" algn="ctr" defTabSz="653626">
              <a:defRPr/>
            </a:pPr>
            <a:r>
              <a:rPr kumimoji="1" lang="en-US" altLang="ja-JP" sz="900" b="0" i="0" u="none" strike="noStrike" kern="1200" cap="none" spc="0" normalizeH="0" noProof="0">
                <a:ln>
                  <a:noFill/>
                </a:ln>
                <a:solidFill>
                  <a:prstClr val="black"/>
                </a:solidFill>
                <a:effectLst/>
                <a:uLnTx/>
                <a:uFillTx/>
                <a:latin typeface="Calibri" panose="020F0502020204030204" pitchFamily="34" charset="0"/>
                <a:ea typeface="Meiryo UI" panose="020B0604030504040204" pitchFamily="50" charset="-128"/>
                <a:cs typeface="Calibri" panose="020F0502020204030204" pitchFamily="34" charset="0"/>
              </a:rPr>
              <a:t>VTO Period (4 Rounds: </a:t>
            </a:r>
            <a:r>
              <a:rPr kumimoji="1" lang="en-US" altLang="ja-JP" sz="900" b="1" i="0" u="sng" strike="noStrike" kern="1200" cap="none" spc="0" normalizeH="0" noProof="0">
                <a:ln>
                  <a:noFill/>
                </a:ln>
                <a:solidFill>
                  <a:prstClr val="black"/>
                </a:solidFill>
                <a:effectLst/>
                <a:uLnTx/>
                <a:uFillTx/>
                <a:latin typeface="Calibri" panose="020F0502020204030204" pitchFamily="34" charset="0"/>
                <a:ea typeface="Meiryo UI" panose="020B0604030504040204" pitchFamily="50" charset="-128"/>
                <a:cs typeface="Calibri" panose="020F0502020204030204" pitchFamily="34" charset="0"/>
              </a:rPr>
              <a:t>4.5 months</a:t>
            </a:r>
            <a:r>
              <a:rPr kumimoji="1" lang="en-US" altLang="ja-JP" sz="900" b="0" i="0" u="none" strike="noStrike" kern="1200" cap="none" spc="0" normalizeH="0" noProof="0">
                <a:ln>
                  <a:noFill/>
                </a:ln>
                <a:solidFill>
                  <a:prstClr val="black"/>
                </a:solidFill>
                <a:effectLst/>
                <a:uLnTx/>
                <a:uFillTx/>
                <a:latin typeface="Calibri" panose="020F0502020204030204" pitchFamily="34" charset="0"/>
                <a:ea typeface="Meiryo UI" panose="020B0604030504040204" pitchFamily="50" charset="-128"/>
                <a:cs typeface="Calibri" panose="020F0502020204030204" pitchFamily="34" charset="0"/>
              </a:rPr>
              <a:t>)</a:t>
            </a:r>
            <a:endParaRPr lang="en-US" altLang="ja-JP" sz="900">
              <a:solidFill>
                <a:prstClr val="black"/>
              </a:solidFill>
              <a:latin typeface="Calibri" panose="020F0502020204030204" pitchFamily="34" charset="0"/>
              <a:ea typeface="Meiryo UI" panose="020B0604030504040204" pitchFamily="50" charset="-128"/>
              <a:cs typeface="Calibri" panose="020F0502020204030204" pitchFamily="34" charset="0"/>
            </a:endParaRPr>
          </a:p>
        </p:txBody>
      </p:sp>
      <p:sp>
        <p:nvSpPr>
          <p:cNvPr id="137" name="正方形/長方形 34">
            <a:extLst>
              <a:ext uri="{FF2B5EF4-FFF2-40B4-BE49-F238E27FC236}">
                <a16:creationId xmlns:a16="http://schemas.microsoft.com/office/drawing/2014/main" id="{CB509BF9-681D-9120-F7BA-5D6382C97D3D}"/>
              </a:ext>
            </a:extLst>
          </p:cNvPr>
          <p:cNvSpPr/>
          <p:nvPr/>
        </p:nvSpPr>
        <p:spPr>
          <a:xfrm>
            <a:off x="4878180" y="1766610"/>
            <a:ext cx="648425" cy="188219"/>
          </a:xfrm>
          <a:prstGeom prst="rect">
            <a:avLst/>
          </a:prstGeom>
          <a:noFill/>
          <a:ln w="9525" cap="flat" cmpd="sng" algn="ctr">
            <a:noFill/>
            <a:prstDash val="solid"/>
          </a:ln>
          <a:effectLst/>
        </p:spPr>
        <p:txBody>
          <a:bodyPr wrap="none" lIns="0" tIns="0" rIns="0" bIns="0" rtlCol="0" anchor="ctr" anchorCtr="0"/>
          <a:lstStyle/>
          <a:p>
            <a:pPr marL="0" marR="0" lvl="0" indent="0" defTabSz="457200" eaLnBrk="1" fontAlgn="auto" latinLnBrk="0" hangingPunct="1">
              <a:lnSpc>
                <a:spcPts val="800"/>
              </a:lnSpc>
              <a:spcBef>
                <a:spcPts val="0"/>
              </a:spcBef>
              <a:spcAft>
                <a:spcPts val="0"/>
              </a:spcAft>
              <a:buClrTx/>
              <a:buSzTx/>
              <a:buFontTx/>
              <a:buNone/>
              <a:tabLst/>
              <a:defRPr/>
            </a:pPr>
            <a:r>
              <a:rPr kumimoji="0" lang="ja-JP" altLang="en-US" sz="9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 ▼</a:t>
            </a:r>
            <a:r>
              <a:rPr kumimoji="0" lang="en-US" altLang="ja-JP" sz="9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VTO Completion</a:t>
            </a:r>
            <a:endParaRPr kumimoji="0" lang="en-US" altLang="ja-JP" sz="900" b="1" i="0" u="none" strike="noStrike" kern="0" cap="none" spc="0" normalizeH="0" noProof="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cxnSp>
        <p:nvCxnSpPr>
          <p:cNvPr id="138" name="直線矢印コネクタ 137">
            <a:extLst>
              <a:ext uri="{FF2B5EF4-FFF2-40B4-BE49-F238E27FC236}">
                <a16:creationId xmlns:a16="http://schemas.microsoft.com/office/drawing/2014/main" id="{8B146DBB-5BBE-21EF-2AEB-9264459ED126}"/>
              </a:ext>
            </a:extLst>
          </p:cNvPr>
          <p:cNvCxnSpPr>
            <a:cxnSpLocks/>
          </p:cNvCxnSpPr>
          <p:nvPr/>
        </p:nvCxnSpPr>
        <p:spPr>
          <a:xfrm>
            <a:off x="2442346" y="4196234"/>
            <a:ext cx="2323297" cy="0"/>
          </a:xfrm>
          <a:prstGeom prst="straightConnector1">
            <a:avLst/>
          </a:prstGeom>
          <a:ln w="1905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39" name="テキスト ボックス 138">
            <a:extLst>
              <a:ext uri="{FF2B5EF4-FFF2-40B4-BE49-F238E27FC236}">
                <a16:creationId xmlns:a16="http://schemas.microsoft.com/office/drawing/2014/main" id="{DA61D799-D728-8F41-C384-AEEDCF3A4868}"/>
              </a:ext>
            </a:extLst>
          </p:cNvPr>
          <p:cNvSpPr txBox="1"/>
          <p:nvPr/>
        </p:nvSpPr>
        <p:spPr>
          <a:xfrm>
            <a:off x="2442341" y="3843200"/>
            <a:ext cx="2323302" cy="359328"/>
          </a:xfrm>
          <a:prstGeom prst="rect">
            <a:avLst/>
          </a:prstGeom>
          <a:noFill/>
        </p:spPr>
        <p:txBody>
          <a:bodyPr wrap="none" lIns="36000" tIns="36000" rIns="36000" bIns="36000" rtlCol="0" anchor="b">
            <a:noAutofit/>
          </a:bodyPr>
          <a:lstStyle/>
          <a:p>
            <a:pPr lvl="0" algn="ctr" defTabSz="653626">
              <a:defRPr/>
            </a:pPr>
            <a:r>
              <a:rPr kumimoji="1" lang="en-US" altLang="ja-JP" sz="900" b="0" i="0" u="none" strike="noStrike" kern="1200" cap="none" spc="0" normalizeH="0" noProof="0">
                <a:ln>
                  <a:noFill/>
                </a:ln>
                <a:solidFill>
                  <a:prstClr val="black"/>
                </a:solidFill>
                <a:effectLst/>
                <a:uLnTx/>
                <a:uFillTx/>
                <a:latin typeface="Calibri" panose="020F0502020204030204" pitchFamily="34" charset="0"/>
                <a:ea typeface="Meiryo UI" panose="020B0604030504040204" pitchFamily="50" charset="-128"/>
                <a:cs typeface="Calibri" panose="020F0502020204030204" pitchFamily="34" charset="0"/>
              </a:rPr>
              <a:t>Shareholder </a:t>
            </a:r>
            <a:r>
              <a:rPr lang="en-US" altLang="ja-JP" sz="900">
                <a:solidFill>
                  <a:prstClr val="black"/>
                </a:solidFill>
                <a:latin typeface="Calibri" panose="020F0502020204030204" pitchFamily="34" charset="0"/>
                <a:ea typeface="Meiryo UI" panose="020B0604030504040204" pitchFamily="50" charset="-128"/>
                <a:cs typeface="Calibri" panose="020F0502020204030204" pitchFamily="34" charset="0"/>
              </a:rPr>
              <a:t>Outreach/</a:t>
            </a:r>
            <a:r>
              <a:rPr kumimoji="1" lang="en-US" altLang="ja-JP" sz="900" b="0" i="0" u="none" strike="noStrike" kern="1200" cap="none" spc="0" normalizeH="0" noProof="0">
                <a:ln>
                  <a:noFill/>
                </a:ln>
                <a:solidFill>
                  <a:prstClr val="black"/>
                </a:solidFill>
                <a:effectLst/>
                <a:uLnTx/>
                <a:uFillTx/>
                <a:latin typeface="Calibri" panose="020F0502020204030204" pitchFamily="34" charset="0"/>
                <a:ea typeface="Meiryo UI" panose="020B0604030504040204" pitchFamily="50" charset="-128"/>
                <a:cs typeface="Calibri" panose="020F0502020204030204" pitchFamily="34" charset="0"/>
              </a:rPr>
              <a:t>Absence Evidence Collection</a:t>
            </a:r>
            <a:endParaRPr kumimoji="1" lang="en-US" altLang="ja-JP" sz="900" b="0" i="0" u="none" strike="noStrike" kern="120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endParaRPr>
          </a:p>
        </p:txBody>
      </p:sp>
      <p:sp>
        <p:nvSpPr>
          <p:cNvPr id="140" name="正方形/長方形 7">
            <a:extLst>
              <a:ext uri="{FF2B5EF4-FFF2-40B4-BE49-F238E27FC236}">
                <a16:creationId xmlns:a16="http://schemas.microsoft.com/office/drawing/2014/main" id="{63349371-21DE-B66D-237F-0FCD45796C15}"/>
              </a:ext>
            </a:extLst>
          </p:cNvPr>
          <p:cNvSpPr/>
          <p:nvPr/>
        </p:nvSpPr>
        <p:spPr>
          <a:xfrm>
            <a:off x="1003734" y="2116153"/>
            <a:ext cx="863054" cy="188219"/>
          </a:xfrm>
          <a:prstGeom prst="rect">
            <a:avLst/>
          </a:prstGeom>
          <a:noFill/>
          <a:ln w="9525" cap="flat" cmpd="sng" algn="ctr">
            <a:noFill/>
            <a:prstDash val="solid"/>
          </a:ln>
          <a:effectLst/>
        </p:spPr>
        <p:txBody>
          <a:bodyPr wrap="none" lIns="0" tIns="0" rIns="0" bIns="0" rtlCol="0" anchor="ctr" anchorCtr="0"/>
          <a:lstStyle/>
          <a:p>
            <a:pPr marL="0" marR="0" lvl="0" indent="0" defTabSz="457200" eaLnBrk="1" fontAlgn="auto" latinLnBrk="0" hangingPunct="1">
              <a:lnSpc>
                <a:spcPts val="800"/>
              </a:lnSpc>
              <a:spcBef>
                <a:spcPts val="0"/>
              </a:spcBef>
              <a:spcAft>
                <a:spcPts val="0"/>
              </a:spcAft>
              <a:buClrTx/>
              <a:buSzTx/>
              <a:buFontTx/>
              <a:buNone/>
              <a:tabLst/>
              <a:defRPr/>
            </a:pPr>
            <a:r>
              <a:rPr kumimoji="0" lang="ja-JP" altLang="en-US" sz="900" i="0" u="none" strike="noStrike" kern="0" cap="none" spc="0" normalizeH="0" noProof="0">
                <a:ln>
                  <a:noFill/>
                </a:ln>
                <a:effectLst/>
                <a:uLnTx/>
                <a:uFillTx/>
                <a:latin typeface="Calibri" panose="020F0502020204030204" pitchFamily="34" charset="0"/>
                <a:ea typeface="Meiryo UI" panose="020B0604030504040204" pitchFamily="50" charset="-128"/>
                <a:cs typeface="Calibri" panose="020F0502020204030204" pitchFamily="34" charset="0"/>
              </a:rPr>
              <a:t> ▼</a:t>
            </a:r>
            <a:r>
              <a:rPr kumimoji="0" lang="en-US" altLang="ja-JP" sz="900" i="0" u="none" strike="noStrike" kern="0" cap="none" spc="0" normalizeH="0" noProof="0">
                <a:ln>
                  <a:noFill/>
                </a:ln>
                <a:effectLst/>
                <a:uLnTx/>
                <a:uFillTx/>
                <a:latin typeface="Calibri" panose="020F0502020204030204" pitchFamily="34" charset="0"/>
                <a:ea typeface="Meiryo UI" panose="020B0604030504040204" pitchFamily="50" charset="-128"/>
                <a:cs typeface="Calibri" panose="020F0502020204030204" pitchFamily="34" charset="0"/>
              </a:rPr>
              <a:t>4/1 Submit Delisting/EGMS Agenda to OJK</a:t>
            </a:r>
            <a:endParaRPr kumimoji="0" lang="en-US" altLang="ja-JP" sz="900" i="0" u="none" strike="noStrike" kern="0" cap="none" spc="0" normalizeH="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41" name="正方形/長方形 34">
            <a:extLst>
              <a:ext uri="{FF2B5EF4-FFF2-40B4-BE49-F238E27FC236}">
                <a16:creationId xmlns:a16="http://schemas.microsoft.com/office/drawing/2014/main" id="{07935287-B1F2-648E-C913-972F59832685}"/>
              </a:ext>
            </a:extLst>
          </p:cNvPr>
          <p:cNvSpPr/>
          <p:nvPr/>
        </p:nvSpPr>
        <p:spPr>
          <a:xfrm>
            <a:off x="2080950" y="2677619"/>
            <a:ext cx="648425" cy="188219"/>
          </a:xfrm>
          <a:prstGeom prst="rect">
            <a:avLst/>
          </a:prstGeom>
          <a:noFill/>
          <a:ln w="9525" cap="flat" cmpd="sng" algn="ctr">
            <a:noFill/>
            <a:prstDash val="solid"/>
          </a:ln>
          <a:effectLst/>
        </p:spPr>
        <p:txBody>
          <a:bodyPr wrap="none" lIns="0" tIns="0" rIns="0" bIns="0" rtlCol="0" anchor="ctr" anchorCtr="0"/>
          <a:lstStyle/>
          <a:p>
            <a:pPr marL="0" marR="0" lvl="0" indent="0" defTabSz="457200" eaLnBrk="1" fontAlgn="auto" latinLnBrk="0" hangingPunct="1">
              <a:lnSpc>
                <a:spcPts val="800"/>
              </a:lnSpc>
              <a:spcBef>
                <a:spcPts val="0"/>
              </a:spcBef>
              <a:spcAft>
                <a:spcPts val="0"/>
              </a:spcAft>
              <a:buClrTx/>
              <a:buSzTx/>
              <a:buFontTx/>
              <a:buNone/>
              <a:tabLst/>
              <a:defRPr/>
            </a:pPr>
            <a:r>
              <a:rPr kumimoji="0" lang="ja-JP" altLang="en-US" sz="9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 ▼</a:t>
            </a:r>
            <a:r>
              <a:rPr kumimoji="0" lang="en-US" altLang="ja-JP" sz="900" b="1" kern="0">
                <a:solidFill>
                  <a:srgbClr val="FF0000"/>
                </a:solidFill>
                <a:latin typeface="Calibri" panose="020F0502020204030204" pitchFamily="34" charset="0"/>
                <a:ea typeface="Meiryo UI" panose="020B0604030504040204" pitchFamily="50" charset="-128"/>
                <a:cs typeface="Calibri" panose="020F0502020204030204" pitchFamily="34" charset="0"/>
              </a:rPr>
              <a:t>6/19 </a:t>
            </a:r>
            <a:r>
              <a:rPr kumimoji="0" lang="en-US" altLang="ja-JP" sz="900" b="1" i="0" u="none" strike="noStrike" kern="0" cap="none" spc="0" normalizeH="0" noProof="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EGMS Invitation</a:t>
            </a:r>
          </a:p>
        </p:txBody>
      </p:sp>
      <p:sp>
        <p:nvSpPr>
          <p:cNvPr id="142" name="正方形/長方形 141">
            <a:extLst>
              <a:ext uri="{FF2B5EF4-FFF2-40B4-BE49-F238E27FC236}">
                <a16:creationId xmlns:a16="http://schemas.microsoft.com/office/drawing/2014/main" id="{3E26E8FE-07FB-2E7C-197B-2295EF6B3FCE}"/>
              </a:ext>
            </a:extLst>
          </p:cNvPr>
          <p:cNvSpPr/>
          <p:nvPr/>
        </p:nvSpPr>
        <p:spPr>
          <a:xfrm>
            <a:off x="1150925" y="3471999"/>
            <a:ext cx="1201954" cy="46646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lstStyle/>
          <a:p>
            <a:pPr marL="88900" indent="-88900" algn="l">
              <a:buFont typeface="Calibri" panose="020F0502020204030204" pitchFamily="34" charset="0"/>
              <a:buChar char="̵"/>
            </a:pPr>
            <a:r>
              <a:rPr kumimoji="1" lang="en-US" altLang="ja-JP" sz="800">
                <a:solidFill>
                  <a:schemeClr val="tx1"/>
                </a:solidFill>
                <a:latin typeface="Calibri" panose="020F0502020204030204" pitchFamily="34" charset="0"/>
                <a:ea typeface="Calibri" panose="020F0502020204030204" pitchFamily="34" charset="0"/>
                <a:cs typeface="Calibri" panose="020F0502020204030204" pitchFamily="34" charset="0"/>
              </a:rPr>
              <a:t>Delisting Plan Submission</a:t>
            </a:r>
          </a:p>
          <a:p>
            <a:pPr marL="88900" indent="-88900" algn="l">
              <a:buFont typeface="Calibri" panose="020F0502020204030204" pitchFamily="34" charset="0"/>
              <a:buChar char="̵"/>
            </a:pPr>
            <a:r>
              <a:rPr kumimoji="1" lang="en-US" altLang="ja-JP" sz="800">
                <a:solidFill>
                  <a:schemeClr val="tx1"/>
                </a:solidFill>
                <a:latin typeface="Calibri" panose="020F0502020204030204" pitchFamily="34" charset="0"/>
                <a:ea typeface="Calibri" panose="020F0502020204030204" pitchFamily="34" charset="0"/>
                <a:cs typeface="Calibri" panose="020F0502020204030204" pitchFamily="34" charset="0"/>
              </a:rPr>
              <a:t>Voluntary Disclosure</a:t>
            </a:r>
          </a:p>
          <a:p>
            <a:pPr marL="88900" indent="-88900" algn="l">
              <a:buFont typeface="Calibri" panose="020F0502020204030204" pitchFamily="34" charset="0"/>
              <a:buChar char="̵"/>
            </a:pPr>
            <a:r>
              <a:rPr lang="en-US" altLang="ja-JP" sz="800">
                <a:solidFill>
                  <a:schemeClr val="tx1"/>
                </a:solidFill>
                <a:latin typeface="Calibri" panose="020F0502020204030204" pitchFamily="34" charset="0"/>
                <a:ea typeface="Calibri" panose="020F0502020204030204" pitchFamily="34" charset="0"/>
                <a:cs typeface="Calibri" panose="020F0502020204030204" pitchFamily="34" charset="0"/>
              </a:rPr>
              <a:t>Shareholder Approach </a:t>
            </a:r>
            <a:br>
              <a:rPr lang="en-US" altLang="ja-JP" sz="80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altLang="ja-JP" sz="800">
                <a:solidFill>
                  <a:schemeClr val="tx1"/>
                </a:solidFill>
                <a:latin typeface="Calibri" panose="020F0502020204030204" pitchFamily="34" charset="0"/>
                <a:ea typeface="Calibri" panose="020F0502020204030204" pitchFamily="34" charset="0"/>
                <a:cs typeface="Calibri" panose="020F0502020204030204" pitchFamily="34" charset="0"/>
              </a:rPr>
              <a:t>(for 3 months)</a:t>
            </a:r>
            <a:endParaRPr kumimoji="1" lang="ja-JP" altLang="en-US" sz="800">
              <a:solidFill>
                <a:schemeClr val="tx1"/>
              </a:solidFill>
              <a:latin typeface="Calibri" panose="020F0502020204030204" pitchFamily="34" charset="0"/>
              <a:ea typeface="Meiryo UI" panose="020B0604030504040204" pitchFamily="50" charset="-128"/>
              <a:cs typeface="Calibri" panose="020F0502020204030204" pitchFamily="34" charset="0"/>
            </a:endParaRPr>
          </a:p>
        </p:txBody>
      </p:sp>
      <p:sp>
        <p:nvSpPr>
          <p:cNvPr id="143" name="正方形/長方形 34">
            <a:extLst>
              <a:ext uri="{FF2B5EF4-FFF2-40B4-BE49-F238E27FC236}">
                <a16:creationId xmlns:a16="http://schemas.microsoft.com/office/drawing/2014/main" id="{62334C91-1E89-E382-0A09-DCCAEAA1FF66}"/>
              </a:ext>
            </a:extLst>
          </p:cNvPr>
          <p:cNvSpPr/>
          <p:nvPr/>
        </p:nvSpPr>
        <p:spPr>
          <a:xfrm>
            <a:off x="2442616" y="2996288"/>
            <a:ext cx="648425" cy="188219"/>
          </a:xfrm>
          <a:prstGeom prst="rect">
            <a:avLst/>
          </a:prstGeom>
          <a:noFill/>
          <a:ln w="9525" cap="flat" cmpd="sng" algn="ctr">
            <a:noFill/>
            <a:prstDash val="solid"/>
          </a:ln>
          <a:effectLst/>
        </p:spPr>
        <p:txBody>
          <a:bodyPr wrap="none" lIns="0" tIns="0" rIns="0" bIns="0" rtlCol="0" anchor="ctr" anchorCtr="0"/>
          <a:lstStyle/>
          <a:p>
            <a:pPr marL="0" marR="0" lvl="0" indent="0" defTabSz="457200" eaLnBrk="1" fontAlgn="auto" latinLnBrk="0" hangingPunct="1">
              <a:lnSpc>
                <a:spcPts val="800"/>
              </a:lnSpc>
              <a:spcBef>
                <a:spcPts val="0"/>
              </a:spcBef>
              <a:spcAft>
                <a:spcPts val="0"/>
              </a:spcAft>
              <a:buClrTx/>
              <a:buSzTx/>
              <a:buFontTx/>
              <a:buNone/>
              <a:tabLst/>
              <a:defRPr/>
            </a:pPr>
            <a:r>
              <a:rPr kumimoji="0" lang="ja-JP" altLang="en-US" sz="900" b="1" i="0" u="none" strike="noStrike" kern="0" cap="none" spc="0" normalizeH="0" noProof="0">
                <a:ln>
                  <a:noFill/>
                </a:ln>
                <a:effectLst/>
                <a:uLnTx/>
                <a:uFillTx/>
                <a:latin typeface="Calibri" panose="020F0502020204030204" pitchFamily="34" charset="0"/>
                <a:ea typeface="Meiryo UI" panose="020B0604030504040204" pitchFamily="50" charset="-128"/>
                <a:cs typeface="Calibri" panose="020F0502020204030204" pitchFamily="34" charset="0"/>
              </a:rPr>
              <a:t> ▼</a:t>
            </a:r>
            <a:r>
              <a:rPr kumimoji="0" lang="en-US" altLang="ja-JP" sz="900" b="1" i="0" u="none" strike="noStrike" kern="0" cap="none" spc="0" normalizeH="0" noProof="0">
                <a:ln>
                  <a:noFill/>
                </a:ln>
                <a:effectLst/>
                <a:uLnTx/>
                <a:uFillTx/>
                <a:latin typeface="Calibri" panose="020F0502020204030204" pitchFamily="34" charset="0"/>
                <a:ea typeface="Meiryo UI" panose="020B0604030504040204" pitchFamily="50" charset="-128"/>
                <a:cs typeface="Calibri" panose="020F0502020204030204" pitchFamily="34" charset="0"/>
              </a:rPr>
              <a:t>7</a:t>
            </a:r>
            <a:r>
              <a:rPr kumimoji="0" lang="en-US" altLang="ja-JP" sz="900" b="1" kern="0">
                <a:latin typeface="Calibri" panose="020F0502020204030204" pitchFamily="34" charset="0"/>
                <a:ea typeface="Meiryo UI" panose="020B0604030504040204" pitchFamily="50" charset="-128"/>
                <a:cs typeface="Calibri" panose="020F0502020204030204" pitchFamily="34" charset="0"/>
              </a:rPr>
              <a:t>/13 VTO Statement to OJK/Announcement</a:t>
            </a:r>
            <a:endParaRPr kumimoji="0" lang="en-US" altLang="ja-JP" sz="900" b="1" i="0" u="none" strike="noStrike" kern="0" cap="none" spc="0" normalizeH="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44" name="正方形/長方形 34">
            <a:extLst>
              <a:ext uri="{FF2B5EF4-FFF2-40B4-BE49-F238E27FC236}">
                <a16:creationId xmlns:a16="http://schemas.microsoft.com/office/drawing/2014/main" id="{F9D721BE-2701-CA8B-65C8-96D5DD17106C}"/>
              </a:ext>
            </a:extLst>
          </p:cNvPr>
          <p:cNvSpPr/>
          <p:nvPr/>
        </p:nvSpPr>
        <p:spPr>
          <a:xfrm>
            <a:off x="2679290" y="3152830"/>
            <a:ext cx="648425" cy="188219"/>
          </a:xfrm>
          <a:prstGeom prst="rect">
            <a:avLst/>
          </a:prstGeom>
          <a:noFill/>
          <a:ln w="9525" cap="flat" cmpd="sng" algn="ctr">
            <a:noFill/>
            <a:prstDash val="solid"/>
          </a:ln>
          <a:effectLst/>
        </p:spPr>
        <p:txBody>
          <a:bodyPr wrap="none" lIns="0" tIns="0" rIns="0" bIns="0" rtlCol="0" anchor="ctr" anchorCtr="0"/>
          <a:lstStyle/>
          <a:p>
            <a:pPr marL="0" marR="0" lvl="0" indent="0" defTabSz="457200" eaLnBrk="1" fontAlgn="auto" latinLnBrk="0" hangingPunct="1">
              <a:lnSpc>
                <a:spcPts val="800"/>
              </a:lnSpc>
              <a:spcBef>
                <a:spcPts val="0"/>
              </a:spcBef>
              <a:spcAft>
                <a:spcPts val="0"/>
              </a:spcAft>
              <a:buClrTx/>
              <a:buSzTx/>
              <a:buFontTx/>
              <a:buNone/>
              <a:tabLst/>
              <a:defRPr/>
            </a:pPr>
            <a:r>
              <a:rPr kumimoji="0" lang="ja-JP" altLang="en-US" sz="900" b="1" i="0" u="none" strike="noStrike" kern="0" cap="none" spc="0" normalizeH="0" noProof="0">
                <a:ln>
                  <a:noFill/>
                </a:ln>
                <a:effectLst/>
                <a:uLnTx/>
                <a:uFillTx/>
                <a:latin typeface="Calibri" panose="020F0502020204030204" pitchFamily="34" charset="0"/>
                <a:ea typeface="Meiryo UI" panose="020B0604030504040204" pitchFamily="50" charset="-128"/>
                <a:cs typeface="Calibri" panose="020F0502020204030204" pitchFamily="34" charset="0"/>
              </a:rPr>
              <a:t> ▼</a:t>
            </a:r>
            <a:r>
              <a:rPr kumimoji="0" lang="en-US" altLang="ja-JP" sz="900" b="1" i="0" u="none" strike="noStrike" kern="0" cap="none" spc="0" normalizeH="0" noProof="0">
                <a:ln>
                  <a:noFill/>
                </a:ln>
                <a:effectLst/>
                <a:uLnTx/>
                <a:uFillTx/>
                <a:latin typeface="Calibri" panose="020F0502020204030204" pitchFamily="34" charset="0"/>
                <a:ea typeface="Meiryo UI" panose="020B0604030504040204" pitchFamily="50" charset="-128"/>
                <a:cs typeface="Calibri" panose="020F0502020204030204" pitchFamily="34" charset="0"/>
              </a:rPr>
              <a:t>7</a:t>
            </a:r>
            <a:r>
              <a:rPr kumimoji="0" lang="en-US" altLang="ja-JP" sz="900" b="1" kern="0">
                <a:latin typeface="Calibri" panose="020F0502020204030204" pitchFamily="34" charset="0"/>
                <a:ea typeface="Meiryo UI" panose="020B0604030504040204" pitchFamily="50" charset="-128"/>
                <a:cs typeface="Calibri" panose="020F0502020204030204" pitchFamily="34" charset="0"/>
              </a:rPr>
              <a:t>/28 VTO Statement Effective</a:t>
            </a:r>
            <a:endParaRPr kumimoji="0" lang="en-US" altLang="ja-JP" sz="900" b="1" i="0" u="none" strike="noStrike" kern="0" cap="none" spc="0" normalizeH="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45" name="正方形/長方形 144">
            <a:extLst>
              <a:ext uri="{FF2B5EF4-FFF2-40B4-BE49-F238E27FC236}">
                <a16:creationId xmlns:a16="http://schemas.microsoft.com/office/drawing/2014/main" id="{41AFE4DA-274D-E651-15A1-7DEE26B7DA3A}"/>
              </a:ext>
            </a:extLst>
          </p:cNvPr>
          <p:cNvSpPr/>
          <p:nvPr/>
        </p:nvSpPr>
        <p:spPr>
          <a:xfrm>
            <a:off x="4734692" y="3219922"/>
            <a:ext cx="648425" cy="188219"/>
          </a:xfrm>
          <a:prstGeom prst="rect">
            <a:avLst/>
          </a:prstGeom>
          <a:noFill/>
          <a:ln w="9525" cap="flat" cmpd="sng" algn="ctr">
            <a:noFill/>
            <a:prstDash val="solid"/>
          </a:ln>
          <a:effectLst/>
        </p:spPr>
        <p:txBody>
          <a:bodyPr wrap="none" lIns="0" tIns="0" rIns="0" bIns="0" rtlCol="0" anchor="ctr" anchorCtr="0"/>
          <a:lstStyle/>
          <a:p>
            <a:pPr marL="0" marR="0" lvl="0" indent="0" defTabSz="457200" eaLnBrk="1" fontAlgn="auto" latinLnBrk="0" hangingPunct="1">
              <a:lnSpc>
                <a:spcPts val="800"/>
              </a:lnSpc>
              <a:spcBef>
                <a:spcPts val="0"/>
              </a:spcBef>
              <a:spcAft>
                <a:spcPts val="0"/>
              </a:spcAft>
              <a:buClrTx/>
              <a:buSzTx/>
              <a:buFontTx/>
              <a:buNone/>
              <a:tabLst/>
              <a:defRPr/>
            </a:pPr>
            <a:r>
              <a:rPr kumimoji="0" lang="ja-JP" altLang="en-US" sz="900" b="1" i="0" u="none" strike="noStrike" kern="0" cap="none" spc="0" normalizeH="0" noProof="0">
                <a:ln>
                  <a:noFill/>
                </a:ln>
                <a:effectLst/>
                <a:uLnTx/>
                <a:uFillTx/>
                <a:latin typeface="Calibri" panose="020F0502020204030204" pitchFamily="34" charset="0"/>
                <a:ea typeface="Meiryo UI" panose="020B0604030504040204" pitchFamily="50" charset="-128"/>
                <a:cs typeface="Calibri" panose="020F0502020204030204" pitchFamily="34" charset="0"/>
              </a:rPr>
              <a:t> ▼</a:t>
            </a:r>
            <a:r>
              <a:rPr kumimoji="0" lang="en-US" altLang="ja-JP" sz="900" b="1" i="0" u="none" strike="noStrike" kern="0" cap="none" spc="0" normalizeH="0" noProof="0">
                <a:ln>
                  <a:noFill/>
                </a:ln>
                <a:effectLst/>
                <a:uLnTx/>
                <a:uFillTx/>
                <a:latin typeface="Calibri" panose="020F0502020204030204" pitchFamily="34" charset="0"/>
                <a:ea typeface="Meiryo UI" panose="020B0604030504040204" pitchFamily="50" charset="-128"/>
                <a:cs typeface="Calibri" panose="020F0502020204030204" pitchFamily="34" charset="0"/>
              </a:rPr>
              <a:t>Report VTO Completion to OJK</a:t>
            </a:r>
            <a:endParaRPr kumimoji="0" lang="en-US" altLang="ja-JP" sz="900" b="1" i="0" u="none" strike="noStrike" kern="0" cap="none" spc="0" normalizeH="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46" name="グループ化 145">
            <a:extLst>
              <a:ext uri="{FF2B5EF4-FFF2-40B4-BE49-F238E27FC236}">
                <a16:creationId xmlns:a16="http://schemas.microsoft.com/office/drawing/2014/main" id="{FDF58B15-6713-6FDB-591B-35FEA3EF1679}"/>
              </a:ext>
            </a:extLst>
          </p:cNvPr>
          <p:cNvGrpSpPr/>
          <p:nvPr/>
        </p:nvGrpSpPr>
        <p:grpSpPr>
          <a:xfrm>
            <a:off x="5072872" y="3398439"/>
            <a:ext cx="2939133" cy="359328"/>
            <a:chOff x="3581738" y="3020949"/>
            <a:chExt cx="478453" cy="187175"/>
          </a:xfrm>
        </p:grpSpPr>
        <p:cxnSp>
          <p:nvCxnSpPr>
            <p:cNvPr id="147" name="直線矢印コネクタ 146">
              <a:extLst>
                <a:ext uri="{FF2B5EF4-FFF2-40B4-BE49-F238E27FC236}">
                  <a16:creationId xmlns:a16="http://schemas.microsoft.com/office/drawing/2014/main" id="{8FF500C8-A485-DD83-EC5A-015923B65714}"/>
                </a:ext>
              </a:extLst>
            </p:cNvPr>
            <p:cNvCxnSpPr>
              <a:cxnSpLocks/>
            </p:cNvCxnSpPr>
            <p:nvPr/>
          </p:nvCxnSpPr>
          <p:spPr>
            <a:xfrm>
              <a:off x="3581739" y="3204845"/>
              <a:ext cx="478452" cy="0"/>
            </a:xfrm>
            <a:prstGeom prst="straightConnector1">
              <a:avLst/>
            </a:prstGeom>
            <a:ln w="1905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48" name="テキスト ボックス 147">
              <a:extLst>
                <a:ext uri="{FF2B5EF4-FFF2-40B4-BE49-F238E27FC236}">
                  <a16:creationId xmlns:a16="http://schemas.microsoft.com/office/drawing/2014/main" id="{0E13709D-D03A-386D-8619-5CB1F1E27E16}"/>
                </a:ext>
              </a:extLst>
            </p:cNvPr>
            <p:cNvSpPr txBox="1"/>
            <p:nvPr/>
          </p:nvSpPr>
          <p:spPr>
            <a:xfrm>
              <a:off x="3581738" y="3020949"/>
              <a:ext cx="478453" cy="187175"/>
            </a:xfrm>
            <a:prstGeom prst="rect">
              <a:avLst/>
            </a:prstGeom>
            <a:noFill/>
          </p:spPr>
          <p:txBody>
            <a:bodyPr wrap="none" lIns="36000" tIns="36000" rIns="36000" bIns="36000" rtlCol="0" anchor="b">
              <a:noAutofit/>
            </a:bodyPr>
            <a:lstStyle/>
            <a:p>
              <a:pPr lvl="0" algn="ctr" defTabSz="653626">
                <a:defRPr/>
              </a:pPr>
              <a:r>
                <a:rPr kumimoji="1" lang="en-US" altLang="ja-JP" sz="900" b="0" i="0" u="none" strike="noStrike" kern="1200" cap="none" spc="0" normalizeH="0" noProof="0">
                  <a:ln>
                    <a:noFill/>
                  </a:ln>
                  <a:solidFill>
                    <a:prstClr val="black"/>
                  </a:solidFill>
                  <a:effectLst/>
                  <a:uLnTx/>
                  <a:uFillTx/>
                  <a:latin typeface="Calibri" panose="020F0502020204030204" pitchFamily="34" charset="0"/>
                  <a:ea typeface="Meiryo UI" panose="020B0604030504040204" pitchFamily="50" charset="-128"/>
                  <a:cs typeface="Calibri" panose="020F0502020204030204" pitchFamily="34" charset="0"/>
                </a:rPr>
                <a:t>Absence Procedures (</a:t>
              </a:r>
              <a:r>
                <a:rPr kumimoji="1" lang="en-US" altLang="ja-JP" sz="900" b="1" i="0" u="sng" strike="noStrike" kern="1200" cap="none" spc="0" normalizeH="0" noProof="0">
                  <a:ln>
                    <a:noFill/>
                  </a:ln>
                  <a:solidFill>
                    <a:prstClr val="black"/>
                  </a:solidFill>
                  <a:effectLst/>
                  <a:uLnTx/>
                  <a:uFillTx/>
                  <a:latin typeface="Calibri" panose="020F0502020204030204" pitchFamily="34" charset="0"/>
                  <a:ea typeface="Meiryo UI" panose="020B0604030504040204" pitchFamily="50" charset="-128"/>
                  <a:cs typeface="Calibri" panose="020F0502020204030204" pitchFamily="34" charset="0"/>
                </a:rPr>
                <a:t>6 months</a:t>
              </a:r>
              <a:r>
                <a:rPr kumimoji="1" lang="en-US" altLang="ja-JP" sz="900" b="0" i="0" u="none" strike="noStrike" kern="1200" cap="none" spc="0" normalizeH="0" noProof="0">
                  <a:ln>
                    <a:noFill/>
                  </a:ln>
                  <a:solidFill>
                    <a:prstClr val="black"/>
                  </a:solidFill>
                  <a:effectLst/>
                  <a:uLnTx/>
                  <a:uFillTx/>
                  <a:latin typeface="Calibri" panose="020F0502020204030204" pitchFamily="34" charset="0"/>
                  <a:ea typeface="Meiryo UI" panose="020B0604030504040204" pitchFamily="50" charset="-128"/>
                  <a:cs typeface="Calibri" panose="020F0502020204030204" pitchFamily="34" charset="0"/>
                </a:rPr>
                <a:t>)</a:t>
              </a:r>
              <a:endParaRPr kumimoji="1" lang="en-US" altLang="ja-JP" sz="900" b="0" i="0" u="none" strike="noStrike" kern="120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endParaRPr>
            </a:p>
          </p:txBody>
        </p:sp>
      </p:grpSp>
      <p:sp>
        <p:nvSpPr>
          <p:cNvPr id="149" name="正方形/長方形 148">
            <a:extLst>
              <a:ext uri="{FF2B5EF4-FFF2-40B4-BE49-F238E27FC236}">
                <a16:creationId xmlns:a16="http://schemas.microsoft.com/office/drawing/2014/main" id="{8855D41D-3AA6-FD45-816C-A6D1A8D472F8}"/>
              </a:ext>
            </a:extLst>
          </p:cNvPr>
          <p:cNvSpPr/>
          <p:nvPr/>
        </p:nvSpPr>
        <p:spPr>
          <a:xfrm>
            <a:off x="5166899" y="3795809"/>
            <a:ext cx="2585795" cy="46646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lstStyle/>
          <a:p>
            <a:pPr marL="88900" indent="-88900" algn="l">
              <a:buFont typeface="Calibri" panose="020F0502020204030204" pitchFamily="34" charset="0"/>
              <a:buChar char="̵"/>
            </a:pPr>
            <a:r>
              <a:rPr kumimoji="1" lang="en-US" altLang="ja-JP" sz="800">
                <a:solidFill>
                  <a:schemeClr val="tx1"/>
                </a:solidFill>
                <a:latin typeface="Calibri" panose="020F0502020204030204" pitchFamily="34" charset="0"/>
                <a:ea typeface="Meiryo UI" panose="020B0604030504040204" pitchFamily="50" charset="-128"/>
                <a:cs typeface="Calibri" panose="020F0502020204030204" pitchFamily="34" charset="0"/>
              </a:rPr>
              <a:t>Absence Application to District Court</a:t>
            </a:r>
          </a:p>
          <a:p>
            <a:pPr marL="88900" indent="-88900" algn="l">
              <a:buFont typeface="Calibri" panose="020F0502020204030204" pitchFamily="34" charset="0"/>
              <a:buChar char="̵"/>
            </a:pPr>
            <a:r>
              <a:rPr kumimoji="1" lang="en-US" altLang="ja-JP" sz="800">
                <a:solidFill>
                  <a:schemeClr val="tx1"/>
                </a:solidFill>
                <a:latin typeface="Calibri" panose="020F0502020204030204" pitchFamily="34" charset="0"/>
                <a:ea typeface="Meiryo UI" panose="020B0604030504040204" pitchFamily="50" charset="-128"/>
                <a:cs typeface="Calibri" panose="020F0502020204030204" pitchFamily="34" charset="0"/>
              </a:rPr>
              <a:t>Court Stipulation</a:t>
            </a:r>
          </a:p>
          <a:p>
            <a:pPr marL="88900" indent="-88900" algn="l">
              <a:buFont typeface="Calibri" panose="020F0502020204030204" pitchFamily="34" charset="0"/>
              <a:buChar char="̵"/>
            </a:pPr>
            <a:r>
              <a:rPr lang="en-US" altLang="ja-JP" sz="800">
                <a:solidFill>
                  <a:schemeClr val="tx1"/>
                </a:solidFill>
                <a:latin typeface="Calibri" panose="020F0502020204030204" pitchFamily="34" charset="0"/>
                <a:ea typeface="Meiryo UI" panose="020B0604030504040204" pitchFamily="50" charset="-128"/>
                <a:cs typeface="Calibri" panose="020F0502020204030204" pitchFamily="34" charset="0"/>
              </a:rPr>
              <a:t>Transfer of Shares to BHP</a:t>
            </a:r>
            <a:endParaRPr kumimoji="1" lang="ja-JP" altLang="en-US" sz="800">
              <a:solidFill>
                <a:schemeClr val="tx1"/>
              </a:solidFill>
              <a:latin typeface="Calibri" panose="020F0502020204030204" pitchFamily="34" charset="0"/>
              <a:ea typeface="Meiryo UI" panose="020B0604030504040204" pitchFamily="50" charset="-128"/>
              <a:cs typeface="Calibri" panose="020F0502020204030204" pitchFamily="34" charset="0"/>
            </a:endParaRPr>
          </a:p>
        </p:txBody>
      </p:sp>
      <p:cxnSp>
        <p:nvCxnSpPr>
          <p:cNvPr id="150" name="直線矢印コネクタ 149">
            <a:extLst>
              <a:ext uri="{FF2B5EF4-FFF2-40B4-BE49-F238E27FC236}">
                <a16:creationId xmlns:a16="http://schemas.microsoft.com/office/drawing/2014/main" id="{872A64C3-B23B-0EE4-CE7F-CF8F400C74E6}"/>
              </a:ext>
            </a:extLst>
          </p:cNvPr>
          <p:cNvCxnSpPr>
            <a:cxnSpLocks/>
          </p:cNvCxnSpPr>
          <p:nvPr/>
        </p:nvCxnSpPr>
        <p:spPr>
          <a:xfrm>
            <a:off x="8040717" y="4196234"/>
            <a:ext cx="162674" cy="0"/>
          </a:xfrm>
          <a:prstGeom prst="straightConnector1">
            <a:avLst/>
          </a:prstGeom>
          <a:ln w="1905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51" name="テキスト ボックス 150">
            <a:extLst>
              <a:ext uri="{FF2B5EF4-FFF2-40B4-BE49-F238E27FC236}">
                <a16:creationId xmlns:a16="http://schemas.microsoft.com/office/drawing/2014/main" id="{3276D2C3-EBF1-7283-E62D-0F93758576E3}"/>
              </a:ext>
            </a:extLst>
          </p:cNvPr>
          <p:cNvSpPr txBox="1"/>
          <p:nvPr/>
        </p:nvSpPr>
        <p:spPr>
          <a:xfrm>
            <a:off x="8040717" y="3843200"/>
            <a:ext cx="162674" cy="359328"/>
          </a:xfrm>
          <a:prstGeom prst="rect">
            <a:avLst/>
          </a:prstGeom>
          <a:noFill/>
        </p:spPr>
        <p:txBody>
          <a:bodyPr wrap="none" lIns="36000" tIns="36000" rIns="36000" bIns="36000" rtlCol="0" anchor="b">
            <a:noAutofit/>
          </a:bodyPr>
          <a:lstStyle/>
          <a:p>
            <a:pPr lvl="0" algn="ctr" defTabSz="653626">
              <a:defRPr/>
            </a:pPr>
            <a:r>
              <a:rPr kumimoji="1" lang="en-US" altLang="ja-JP" sz="900" b="0" i="0" u="none" strike="noStrike" kern="1200" cap="none" spc="0" normalizeH="0" noProof="0">
                <a:ln>
                  <a:noFill/>
                </a:ln>
                <a:solidFill>
                  <a:prstClr val="black"/>
                </a:solidFill>
                <a:effectLst/>
                <a:uLnTx/>
                <a:uFillTx/>
                <a:latin typeface="Calibri" panose="020F0502020204030204" pitchFamily="34" charset="0"/>
                <a:ea typeface="Meiryo UI" panose="020B0604030504040204" pitchFamily="50" charset="-128"/>
                <a:cs typeface="Calibri" panose="020F0502020204030204" pitchFamily="34" charset="0"/>
              </a:rPr>
              <a:t>Stakeholder Exemption</a:t>
            </a:r>
            <a:endParaRPr kumimoji="1" lang="en-US" altLang="ja-JP" sz="900" b="0" i="0" u="none" strike="noStrike" kern="120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endParaRPr>
          </a:p>
        </p:txBody>
      </p:sp>
      <p:cxnSp>
        <p:nvCxnSpPr>
          <p:cNvPr id="152" name="直線矢印コネクタ 151">
            <a:extLst>
              <a:ext uri="{FF2B5EF4-FFF2-40B4-BE49-F238E27FC236}">
                <a16:creationId xmlns:a16="http://schemas.microsoft.com/office/drawing/2014/main" id="{BEC8C2E9-9133-0D00-D7F4-C34B9C699738}"/>
              </a:ext>
            </a:extLst>
          </p:cNvPr>
          <p:cNvCxnSpPr>
            <a:cxnSpLocks/>
          </p:cNvCxnSpPr>
          <p:nvPr/>
        </p:nvCxnSpPr>
        <p:spPr>
          <a:xfrm>
            <a:off x="8040718" y="4650488"/>
            <a:ext cx="482624" cy="0"/>
          </a:xfrm>
          <a:prstGeom prst="straightConnector1">
            <a:avLst/>
          </a:prstGeom>
          <a:ln w="1905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53" name="テキスト ボックス 152">
            <a:extLst>
              <a:ext uri="{FF2B5EF4-FFF2-40B4-BE49-F238E27FC236}">
                <a16:creationId xmlns:a16="http://schemas.microsoft.com/office/drawing/2014/main" id="{949043FF-83C0-3FA2-6178-B7D5FC753CE9}"/>
              </a:ext>
            </a:extLst>
          </p:cNvPr>
          <p:cNvSpPr txBox="1"/>
          <p:nvPr/>
        </p:nvSpPr>
        <p:spPr>
          <a:xfrm>
            <a:off x="8040717" y="4297454"/>
            <a:ext cx="482625" cy="359328"/>
          </a:xfrm>
          <a:prstGeom prst="rect">
            <a:avLst/>
          </a:prstGeom>
          <a:noFill/>
        </p:spPr>
        <p:txBody>
          <a:bodyPr wrap="none" lIns="36000" tIns="36000" rIns="36000" bIns="36000" rtlCol="0" anchor="b">
            <a:noAutofit/>
          </a:bodyPr>
          <a:lstStyle/>
          <a:p>
            <a:pPr lvl="0" algn="ctr" defTabSz="653626">
              <a:defRPr/>
            </a:pPr>
            <a:r>
              <a:rPr kumimoji="1" lang="en-US" altLang="ja-JP" sz="900" b="0" i="0" u="none" strike="noStrike" kern="1200" cap="none" spc="0" normalizeH="0" noProof="0">
                <a:ln>
                  <a:noFill/>
                </a:ln>
                <a:solidFill>
                  <a:prstClr val="black"/>
                </a:solidFill>
                <a:effectLst/>
                <a:uLnTx/>
                <a:uFillTx/>
                <a:latin typeface="Calibri" panose="020F0502020204030204" pitchFamily="34" charset="0"/>
                <a:ea typeface="Meiryo UI" panose="020B0604030504040204" pitchFamily="50" charset="-128"/>
                <a:cs typeface="Calibri" panose="020F0502020204030204" pitchFamily="34" charset="0"/>
              </a:rPr>
              <a:t>Delisting Approval</a:t>
            </a:r>
            <a:endParaRPr kumimoji="1" lang="en-US" altLang="ja-JP" sz="900" b="0" i="0" u="none" strike="noStrike" kern="120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endParaRPr>
          </a:p>
        </p:txBody>
      </p:sp>
      <p:sp>
        <p:nvSpPr>
          <p:cNvPr id="154" name="正方形/長方形 21">
            <a:extLst>
              <a:ext uri="{FF2B5EF4-FFF2-40B4-BE49-F238E27FC236}">
                <a16:creationId xmlns:a16="http://schemas.microsoft.com/office/drawing/2014/main" id="{50F389A8-5FA9-6EA5-A4F2-DDA3F9AD2CA3}"/>
              </a:ext>
            </a:extLst>
          </p:cNvPr>
          <p:cNvSpPr/>
          <p:nvPr/>
        </p:nvSpPr>
        <p:spPr>
          <a:xfrm>
            <a:off x="8427275" y="2460639"/>
            <a:ext cx="691778" cy="625583"/>
          </a:xfrm>
          <a:prstGeom prst="rect">
            <a:avLst/>
          </a:prstGeom>
          <a:noFill/>
          <a:ln w="9525" cap="flat" cmpd="sng" algn="ctr">
            <a:noFill/>
            <a:prstDash val="solid"/>
          </a:ln>
          <a:effectLst/>
        </p:spPr>
        <p:txBody>
          <a:bodyPr wrap="none" lIns="0" tIns="0" rIns="0" bIns="0" rtlCol="0" anchor="t" anchorCtr="0"/>
          <a:lstStyle/>
          <a:p>
            <a:pPr marL="0" marR="0" lvl="0" indent="0" defTabSz="457200" eaLnBrk="1" fontAlgn="auto" latinLnBrk="0" hangingPunct="1">
              <a:spcBef>
                <a:spcPts val="0"/>
              </a:spcBef>
              <a:spcAft>
                <a:spcPts val="0"/>
              </a:spcAft>
              <a:buClrTx/>
              <a:buSzTx/>
              <a:buFontTx/>
              <a:buNone/>
              <a:tabLst/>
              <a:defRPr/>
            </a:pPr>
            <a:r>
              <a:rPr kumimoji="0" lang="ja-JP" altLang="en-US" sz="9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 ▼</a:t>
            </a:r>
            <a:r>
              <a:rPr kumimoji="0" lang="en-US" altLang="ja-JP" sz="9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8/23 </a:t>
            </a:r>
            <a:br>
              <a:rPr kumimoji="0" lang="en-US" altLang="ja-JP" sz="9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br>
            <a:r>
              <a:rPr kumimoji="0" lang="en-US" altLang="ja-JP" sz="9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Delisting</a:t>
            </a:r>
          </a:p>
          <a:p>
            <a:pPr marL="0" marR="0" lvl="0" indent="0" defTabSz="457200" eaLnBrk="1" fontAlgn="auto" latinLnBrk="0" hangingPunct="1">
              <a:spcBef>
                <a:spcPts val="0"/>
              </a:spcBef>
              <a:spcAft>
                <a:spcPts val="0"/>
              </a:spcAft>
              <a:buClrTx/>
              <a:buSzTx/>
              <a:buFontTx/>
              <a:buNone/>
              <a:tabLst/>
              <a:defRPr/>
            </a:pPr>
            <a:r>
              <a:rPr kumimoji="0" lang="en-US" altLang="ja-JP" sz="9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Completion</a:t>
            </a:r>
            <a:endParaRPr kumimoji="0" lang="en-US" altLang="ja-JP" sz="900" b="1" i="0" u="none" strike="noStrike" kern="0" cap="none" spc="0" normalizeH="0" noProof="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55" name="正方形/長方形 9">
            <a:extLst>
              <a:ext uri="{FF2B5EF4-FFF2-40B4-BE49-F238E27FC236}">
                <a16:creationId xmlns:a16="http://schemas.microsoft.com/office/drawing/2014/main" id="{594D6DCF-FB92-ABAC-ADAB-297D719BC831}"/>
              </a:ext>
            </a:extLst>
          </p:cNvPr>
          <p:cNvSpPr/>
          <p:nvPr/>
        </p:nvSpPr>
        <p:spPr>
          <a:xfrm>
            <a:off x="7456352" y="1187841"/>
            <a:ext cx="806627" cy="143537"/>
          </a:xfrm>
          <a:prstGeom prst="rect">
            <a:avLst/>
          </a:prstGeom>
          <a:noFill/>
          <a:ln w="9525" cap="flat" cmpd="sng" algn="ctr">
            <a:noFill/>
            <a:prstDash val="solid"/>
          </a:ln>
          <a:effectLst/>
        </p:spPr>
        <p:txBody>
          <a:bodyPr wrap="none" lIns="0" tIns="0" rIns="0" bIns="0" rtlCol="0" anchor="ctr" anchorCtr="0"/>
          <a:lstStyle/>
          <a:p>
            <a:pPr marL="0" marR="0" lvl="0" indent="0" defTabSz="457200" eaLnBrk="1" fontAlgn="auto" latinLnBrk="0" hangingPunct="1">
              <a:lnSpc>
                <a:spcPts val="800"/>
              </a:lnSpc>
              <a:spcBef>
                <a:spcPts val="0"/>
              </a:spcBef>
              <a:spcAft>
                <a:spcPts val="0"/>
              </a:spcAft>
              <a:buClrTx/>
              <a:buSzTx/>
              <a:buFontTx/>
              <a:buNone/>
              <a:tabLst/>
              <a:defRPr/>
            </a:pPr>
            <a:r>
              <a:rPr kumimoji="0" lang="ja-JP" altLang="en-US" sz="10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 </a:t>
            </a:r>
            <a:r>
              <a:rPr kumimoji="0" lang="ja-JP" altLang="en-US" sz="9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a:t>
            </a:r>
            <a:r>
              <a:rPr kumimoji="0" lang="en-US" altLang="ja-JP" sz="900" b="1" i="0" u="none" strike="noStrike" kern="0" cap="none" spc="0" normalizeH="0" noProof="0">
                <a:ln>
                  <a:noFill/>
                </a:ln>
                <a:solidFill>
                  <a:srgbClr val="FF0000"/>
                </a:solidFill>
                <a:effectLst/>
                <a:uLnTx/>
                <a:uFillTx/>
                <a:latin typeface="Calibri" panose="020F0502020204030204" pitchFamily="34" charset="0"/>
                <a:ea typeface="Meiryo UI" panose="020B0604030504040204" pitchFamily="50" charset="-128"/>
                <a:cs typeface="Calibri" panose="020F0502020204030204" pitchFamily="34" charset="0"/>
              </a:rPr>
              <a:t>Ref: 6/15 EGMS</a:t>
            </a:r>
            <a:endParaRPr kumimoji="0" lang="en-US" altLang="ja-JP" sz="900" b="1" i="0" u="none" strike="noStrike" kern="0" cap="none" spc="0" normalizeH="0" noProof="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57" name="正方形/長方形 156">
            <a:extLst>
              <a:ext uri="{FF2B5EF4-FFF2-40B4-BE49-F238E27FC236}">
                <a16:creationId xmlns:a16="http://schemas.microsoft.com/office/drawing/2014/main" id="{41463795-8AC8-73FD-2862-B2D22B0980AD}"/>
              </a:ext>
            </a:extLst>
          </p:cNvPr>
          <p:cNvSpPr/>
          <p:nvPr/>
        </p:nvSpPr>
        <p:spPr>
          <a:xfrm>
            <a:off x="964280" y="1523663"/>
            <a:ext cx="1817768" cy="33123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27FD2FCE-2ADE-508F-8B57-076A3E99EBA9}"/>
              </a:ext>
            </a:extLst>
          </p:cNvPr>
          <p:cNvSpPr/>
          <p:nvPr/>
        </p:nvSpPr>
        <p:spPr>
          <a:xfrm>
            <a:off x="8318500" y="152400"/>
            <a:ext cx="615608" cy="324000"/>
          </a:xfrm>
          <a:prstGeom prst="rect">
            <a:avLst/>
          </a:prstGeom>
          <a:solidFill>
            <a:srgbClr val="FFFFCC"/>
          </a:solidFill>
          <a:ln w="6350">
            <a:solidFill>
              <a:schemeClr val="tx1"/>
            </a:solidFill>
          </a:ln>
          <a:effectLst/>
        </p:spPr>
        <p:style>
          <a:lnRef idx="1">
            <a:schemeClr val="accent1"/>
          </a:lnRef>
          <a:fillRef idx="3">
            <a:schemeClr val="accent1"/>
          </a:fillRef>
          <a:effectRef idx="2">
            <a:schemeClr val="accent1"/>
          </a:effectRef>
          <a:fontRef idx="minor">
            <a:schemeClr val="lt1"/>
          </a:fontRef>
        </p:style>
        <p:txBody>
          <a:bodyPr vert="horz" wrap="none" lIns="36000" rIns="36000" rtlCol="0" anchor="ctr">
            <a:noAutofit/>
          </a:bodyPr>
          <a:lstStyle/>
          <a:p>
            <a:pPr marL="0" marR="0" lvl="0" indent="0" algn="ctr" defTabSz="278600" rtl="0" eaLnBrk="1" fontAlgn="base" latinLnBrk="0" hangingPunct="1">
              <a:lnSpc>
                <a:spcPct val="100000"/>
              </a:lnSpc>
              <a:spcBef>
                <a:spcPct val="0"/>
              </a:spcBef>
              <a:spcAft>
                <a:spcPct val="0"/>
              </a:spcAft>
              <a:buClrTx/>
              <a:buSzTx/>
              <a:buFontTx/>
              <a:buNone/>
              <a:tabLst/>
              <a:defRPr/>
            </a:pPr>
            <a:r>
              <a:rPr lang="ja-JP" altLang="en-US" sz="1000" dirty="0">
                <a:solidFill>
                  <a:prstClr val="black"/>
                </a:solidFill>
                <a:latin typeface="Meiryo UI"/>
                <a:ea typeface="Meiryo UI"/>
                <a:cs typeface="Calibri" panose="020F0502020204030204" pitchFamily="34" charset="0"/>
              </a:rPr>
              <a:t>不変</a:t>
            </a:r>
            <a:endParaRPr kumimoji="1" lang="ja-JP" altLang="en-US" sz="1000" i="0" u="none" strike="noStrike" kern="1200" cap="none" spc="0" normalizeH="0" baseline="0" noProof="0" dirty="0">
              <a:ln>
                <a:noFill/>
              </a:ln>
              <a:solidFill>
                <a:prstClr val="black"/>
              </a:solidFill>
              <a:effectLst/>
              <a:uLnTx/>
              <a:uFillTx/>
              <a:latin typeface="Meiryo UI"/>
              <a:ea typeface="Meiryo UI"/>
              <a:cs typeface="Calibri" panose="020F0502020204030204" pitchFamily="34" charset="0"/>
            </a:endParaRPr>
          </a:p>
        </p:txBody>
      </p:sp>
    </p:spTree>
    <p:extLst>
      <p:ext uri="{BB962C8B-B14F-4D97-AF65-F5344CB8AC3E}">
        <p14:creationId xmlns:p14="http://schemas.microsoft.com/office/powerpoint/2010/main" val="3198023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ADDFD-1264-D2FB-CDD8-CCEAB42C4699}"/>
            </a:ext>
          </a:extLst>
        </p:cNvPr>
        <p:cNvGrpSpPr/>
        <p:nvPr/>
      </p:nvGrpSpPr>
      <p:grpSpPr>
        <a:xfrm>
          <a:off x="0" y="0"/>
          <a:ext cx="0" cy="0"/>
          <a:chOff x="0" y="0"/>
          <a:chExt cx="0" cy="0"/>
        </a:xfrm>
      </p:grpSpPr>
      <p:sp>
        <p:nvSpPr>
          <p:cNvPr id="5" name="テキスト プレースホルダー 19">
            <a:extLst>
              <a:ext uri="{FF2B5EF4-FFF2-40B4-BE49-F238E27FC236}">
                <a16:creationId xmlns:a16="http://schemas.microsoft.com/office/drawing/2014/main" id="{D7E4E0F0-1548-37B0-721D-B6CF68A6F54D}"/>
              </a:ext>
            </a:extLst>
          </p:cNvPr>
          <p:cNvSpPr>
            <a:spLocks noGrp="1"/>
          </p:cNvSpPr>
          <p:nvPr>
            <p:ph type="body" sz="quarter" idx="37"/>
          </p:nvPr>
        </p:nvSpPr>
        <p:spPr>
          <a:xfrm>
            <a:off x="225584" y="729086"/>
            <a:ext cx="8532000" cy="246221"/>
          </a:xfrm>
        </p:spPr>
        <p:txBody>
          <a:bodyPr vert="horz" lIns="0" tIns="0" rIns="0" bIns="0" rtlCol="0" anchor="t">
            <a:spAutoFit/>
          </a:bodyPr>
          <a:lstStyle/>
          <a:p>
            <a:r>
              <a:rPr lang="en-US" altLang="ja-JP">
                <a:latin typeface="Graphik" panose="020B0503030202060203" pitchFamily="34" charset="0"/>
              </a:rPr>
              <a:t>Below are the FA High Level Timeline.</a:t>
            </a:r>
            <a:endParaRPr lang="en-US" altLang="ja-JP">
              <a:latin typeface="Meiryo UI"/>
              <a:ea typeface="Meiryo UI"/>
            </a:endParaRPr>
          </a:p>
        </p:txBody>
      </p:sp>
      <p:sp>
        <p:nvSpPr>
          <p:cNvPr id="32" name="タイトル 3">
            <a:extLst>
              <a:ext uri="{FF2B5EF4-FFF2-40B4-BE49-F238E27FC236}">
                <a16:creationId xmlns:a16="http://schemas.microsoft.com/office/drawing/2014/main" id="{D6598A84-A4B5-C77E-BF58-7FD3ADCDE8B3}"/>
              </a:ext>
            </a:extLst>
          </p:cNvPr>
          <p:cNvSpPr>
            <a:spLocks noGrp="1"/>
          </p:cNvSpPr>
          <p:nvPr>
            <p:ph type="title"/>
          </p:nvPr>
        </p:nvSpPr>
        <p:spPr>
          <a:xfrm>
            <a:off x="225584" y="369598"/>
            <a:ext cx="8532000" cy="324000"/>
          </a:xfrm>
        </p:spPr>
        <p:txBody>
          <a:bodyPr/>
          <a:lstStyle/>
          <a:p>
            <a:r>
              <a:rPr lang="en-US" altLang="ja-JP">
                <a:latin typeface="Graphik" panose="020B0503030202060203" pitchFamily="34" charset="0"/>
              </a:rPr>
              <a:t>Timeline</a:t>
            </a:r>
            <a:r>
              <a:rPr lang="ja-JP" altLang="en-US">
                <a:latin typeface="Graphik" panose="020B0503030202060203" pitchFamily="34" charset="0"/>
              </a:rPr>
              <a:t>　</a:t>
            </a:r>
            <a:r>
              <a:rPr lang="en-US" altLang="ja-JP">
                <a:latin typeface="Graphik" panose="020B0503030202060203" pitchFamily="34" charset="0"/>
              </a:rPr>
              <a:t>FA – Tail Management</a:t>
            </a:r>
            <a:endParaRPr kumimoji="1" lang="ja-JP" altLang="en-US"/>
          </a:p>
        </p:txBody>
      </p:sp>
      <p:sp>
        <p:nvSpPr>
          <p:cNvPr id="70" name="テキスト プレースホルダー 69">
            <a:extLst>
              <a:ext uri="{FF2B5EF4-FFF2-40B4-BE49-F238E27FC236}">
                <a16:creationId xmlns:a16="http://schemas.microsoft.com/office/drawing/2014/main" id="{5FD462D2-882E-98EE-4292-52DCDA106FE1}"/>
              </a:ext>
            </a:extLst>
          </p:cNvPr>
          <p:cNvSpPr>
            <a:spLocks noGrp="1"/>
          </p:cNvSpPr>
          <p:nvPr>
            <p:ph type="body" sz="quarter" idx="36"/>
          </p:nvPr>
        </p:nvSpPr>
        <p:spPr>
          <a:xfrm>
            <a:off x="225584" y="87891"/>
            <a:ext cx="8532000" cy="215444"/>
          </a:xfrm>
        </p:spPr>
        <p:txBody>
          <a:bodyPr/>
          <a:lstStyle/>
          <a:p>
            <a:r>
              <a:rPr lang="en-US" altLang="ja-JP">
                <a:solidFill>
                  <a:srgbClr val="460073"/>
                </a:solidFill>
              </a:rPr>
              <a:t>2. </a:t>
            </a:r>
            <a:r>
              <a:rPr lang="ja-JP" altLang="en-US">
                <a:solidFill>
                  <a:srgbClr val="460073"/>
                </a:solidFill>
              </a:rPr>
              <a:t>ご支援概要 </a:t>
            </a:r>
            <a:r>
              <a:rPr lang="en-US" altLang="ja-JP">
                <a:solidFill>
                  <a:srgbClr val="460073"/>
                </a:solidFill>
              </a:rPr>
              <a:t>(Approach)</a:t>
            </a:r>
            <a:endParaRPr lang="zh-TW" altLang="en-US">
              <a:solidFill>
                <a:srgbClr val="460073"/>
              </a:solidFill>
            </a:endParaRPr>
          </a:p>
        </p:txBody>
      </p:sp>
      <p:sp>
        <p:nvSpPr>
          <p:cNvPr id="2" name="正方形/長方形 4">
            <a:extLst>
              <a:ext uri="{FF2B5EF4-FFF2-40B4-BE49-F238E27FC236}">
                <a16:creationId xmlns:a16="http://schemas.microsoft.com/office/drawing/2014/main" id="{EC3DB66C-4C88-BE6D-2DA3-CABFE2774EC6}"/>
              </a:ext>
            </a:extLst>
          </p:cNvPr>
          <p:cNvSpPr/>
          <p:nvPr/>
        </p:nvSpPr>
        <p:spPr bwMode="gray">
          <a:xfrm>
            <a:off x="374924" y="1419445"/>
            <a:ext cx="867375" cy="450981"/>
          </a:xfrm>
          <a:prstGeom prst="rect">
            <a:avLst/>
          </a:prstGeom>
          <a:solidFill>
            <a:schemeClr val="tx1"/>
          </a:solidFill>
          <a:ln w="6350">
            <a:noFill/>
            <a:miter lim="800000"/>
            <a:headEnd/>
            <a:tailEnd/>
          </a:ln>
          <a:effectLst/>
        </p:spPr>
        <p:txBody>
          <a:bodyPr vert="horz" wrap="none" lIns="72000" tIns="72000" rIns="72000" bIns="72000" numCol="1" rtlCol="0" anchor="ctr" anchorCtr="0" compatLnSpc="1">
            <a:prstTxWarp prst="textNoShape">
              <a:avLst/>
            </a:prstTxWarp>
            <a:noAutofit/>
          </a:bodyPr>
          <a:lstStyle/>
          <a:p>
            <a:pPr algn="ctr" defTabSz="603472">
              <a:defRPr/>
            </a:pPr>
            <a:r>
              <a:rPr kumimoji="0" lang="en-US" altLang="ja-JP" sz="900" b="1" kern="0">
                <a:solidFill>
                  <a:prstClr val="white"/>
                </a:solidFill>
                <a:latin typeface="Calibri" panose="020F0502020204030204" pitchFamily="34" charset="0"/>
                <a:ea typeface="Calibri" panose="020F0502020204030204" pitchFamily="34" charset="0"/>
                <a:cs typeface="Calibri" panose="020F0502020204030204" pitchFamily="34" charset="0"/>
              </a:rPr>
              <a:t>Milestone</a:t>
            </a:r>
            <a:endParaRPr lang="ja-JP" altLang="en-US" sz="900" b="1" kern="0">
              <a:solidFill>
                <a:prstClr val="white"/>
              </a:solidFill>
              <a:latin typeface="Calibri" panose="020F0502020204030204" pitchFamily="34" charset="0"/>
              <a:cs typeface="Calibri" panose="020F0502020204030204" pitchFamily="34" charset="0"/>
            </a:endParaRPr>
          </a:p>
        </p:txBody>
      </p:sp>
      <p:cxnSp>
        <p:nvCxnSpPr>
          <p:cNvPr id="3" name="直線コネクタ 34">
            <a:extLst>
              <a:ext uri="{FF2B5EF4-FFF2-40B4-BE49-F238E27FC236}">
                <a16:creationId xmlns:a16="http://schemas.microsoft.com/office/drawing/2014/main" id="{B29F773A-94E1-FB55-DBAB-19A58F25AC9F}"/>
              </a:ext>
            </a:extLst>
          </p:cNvPr>
          <p:cNvCxnSpPr>
            <a:cxnSpLocks/>
          </p:cNvCxnSpPr>
          <p:nvPr/>
        </p:nvCxnSpPr>
        <p:spPr>
          <a:xfrm>
            <a:off x="373087" y="1897424"/>
            <a:ext cx="8452437" cy="0"/>
          </a:xfrm>
          <a:prstGeom prst="line">
            <a:avLst/>
          </a:prstGeom>
          <a:noFill/>
          <a:ln w="9525" cap="flat" cmpd="sng" algn="ctr">
            <a:solidFill>
              <a:sysClr val="window" lastClr="FFFFFF">
                <a:lumMod val="65000"/>
              </a:sysClr>
            </a:solidFill>
            <a:prstDash val="dash"/>
          </a:ln>
          <a:effectLst/>
        </p:spPr>
      </p:cxnSp>
      <p:sp>
        <p:nvSpPr>
          <p:cNvPr id="4" name="テキスト ボックス 3">
            <a:extLst>
              <a:ext uri="{FF2B5EF4-FFF2-40B4-BE49-F238E27FC236}">
                <a16:creationId xmlns:a16="http://schemas.microsoft.com/office/drawing/2014/main" id="{6F919527-08E8-DF43-CEF3-F51B2B0F3CC6}"/>
              </a:ext>
            </a:extLst>
          </p:cNvPr>
          <p:cNvSpPr txBox="1"/>
          <p:nvPr/>
        </p:nvSpPr>
        <p:spPr>
          <a:xfrm>
            <a:off x="8318500" y="1495117"/>
            <a:ext cx="293359" cy="144000"/>
          </a:xfrm>
          <a:prstGeom prst="rect">
            <a:avLst/>
          </a:prstGeom>
          <a:noFill/>
        </p:spPr>
        <p:txBody>
          <a:bodyPr wrap="none" rtlCol="0" anchor="t" anchorCtr="0">
            <a:noAutofit/>
          </a:bodyPr>
          <a:lstStyle>
            <a:defPPr>
              <a:defRPr lang="ja-JP"/>
            </a:defPPr>
            <a:lvl1pPr>
              <a:defRPr sz="788" b="1">
                <a:latin typeface="Meiryo UI" panose="020B0604030504040204" pitchFamily="50" charset="-128"/>
                <a:ea typeface="Meiryo UI" panose="020B0604030504040204" pitchFamily="50" charset="-128"/>
              </a:defRPr>
            </a:lvl1pPr>
          </a:lstStyle>
          <a:p>
            <a:pPr defTabSz="685738">
              <a:lnSpc>
                <a:spcPts val="700"/>
              </a:lnSpc>
              <a:defRPr/>
            </a:pPr>
            <a:r>
              <a:rPr lang="en-US" altLang="ja-JP" sz="700">
                <a:solidFill>
                  <a:srgbClr val="FF0000"/>
                </a:solidFill>
                <a:latin typeface="Calibri" panose="020F0502020204030204" pitchFamily="34" charset="0"/>
                <a:ea typeface="Calibri" panose="020F0502020204030204" pitchFamily="34" charset="0"/>
                <a:cs typeface="Calibri" panose="020F0502020204030204" pitchFamily="34" charset="0"/>
              </a:rPr>
              <a:t> LD1</a:t>
            </a:r>
            <a:endParaRPr lang="ja-JP" altLang="en-US" sz="700">
              <a:solidFill>
                <a:srgbClr val="FF0000"/>
              </a:solidFill>
              <a:latin typeface="Calibri" panose="020F0502020204030204" pitchFamily="34" charset="0"/>
              <a:ea typeface="+mn-ea"/>
              <a:cs typeface="Calibri" panose="020F0502020204030204" pitchFamily="34" charset="0"/>
            </a:endParaRPr>
          </a:p>
        </p:txBody>
      </p:sp>
      <p:sp>
        <p:nvSpPr>
          <p:cNvPr id="6" name="テキスト ボックス 5">
            <a:extLst>
              <a:ext uri="{FF2B5EF4-FFF2-40B4-BE49-F238E27FC236}">
                <a16:creationId xmlns:a16="http://schemas.microsoft.com/office/drawing/2014/main" id="{EE78948D-96C3-45E8-2901-5D25B0F3203B}"/>
              </a:ext>
            </a:extLst>
          </p:cNvPr>
          <p:cNvSpPr txBox="1"/>
          <p:nvPr/>
        </p:nvSpPr>
        <p:spPr>
          <a:xfrm>
            <a:off x="1660753" y="1495117"/>
            <a:ext cx="293359" cy="180000"/>
          </a:xfrm>
          <a:prstGeom prst="rect">
            <a:avLst/>
          </a:prstGeom>
          <a:noFill/>
        </p:spPr>
        <p:txBody>
          <a:bodyPr wrap="none" rtlCol="0" anchor="t" anchorCtr="0">
            <a:noAutofit/>
          </a:bodyPr>
          <a:lstStyle>
            <a:defPPr>
              <a:defRPr lang="ja-JP"/>
            </a:defPPr>
            <a:lvl1pPr>
              <a:defRPr sz="788" b="1">
                <a:latin typeface="Meiryo UI" panose="020B0604030504040204" pitchFamily="50" charset="-128"/>
                <a:ea typeface="Meiryo UI" panose="020B0604030504040204" pitchFamily="50" charset="-128"/>
              </a:defRPr>
            </a:lvl1pPr>
          </a:lstStyle>
          <a:p>
            <a:pPr defTabSz="685738">
              <a:lnSpc>
                <a:spcPts val="700"/>
              </a:lnSpc>
              <a:defRPr/>
            </a:pPr>
            <a:r>
              <a:rPr lang="en-US" altLang="ja-JP" sz="700">
                <a:solidFill>
                  <a:prstClr val="black"/>
                </a:solidFill>
                <a:latin typeface="Calibri" panose="020F0502020204030204" pitchFamily="34" charset="0"/>
                <a:ea typeface="Calibri" panose="020F0502020204030204" pitchFamily="34" charset="0"/>
                <a:cs typeface="Calibri" panose="020F0502020204030204" pitchFamily="34" charset="0"/>
              </a:rPr>
              <a:t>5</a:t>
            </a:r>
            <a:r>
              <a:rPr lang="en-US" altLang="ja-JP" sz="700" baseline="3000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US" altLang="ja-JP" sz="700">
                <a:solidFill>
                  <a:prstClr val="black"/>
                </a:solidFill>
                <a:latin typeface="Calibri" panose="020F0502020204030204" pitchFamily="34" charset="0"/>
                <a:ea typeface="Calibri" panose="020F0502020204030204" pitchFamily="34" charset="0"/>
                <a:cs typeface="Calibri" panose="020F0502020204030204" pitchFamily="34" charset="0"/>
              </a:rPr>
              <a:t> </a:t>
            </a:r>
            <a:r>
              <a:rPr lang="en-US" altLang="ja-JP" sz="700" err="1">
                <a:solidFill>
                  <a:prstClr val="black"/>
                </a:solidFill>
                <a:latin typeface="Calibri" panose="020F0502020204030204" pitchFamily="34" charset="0"/>
                <a:ea typeface="Calibri" panose="020F0502020204030204" pitchFamily="34" charset="0"/>
                <a:cs typeface="Calibri" panose="020F0502020204030204" pitchFamily="34" charset="0"/>
              </a:rPr>
              <a:t>SteerCo</a:t>
            </a:r>
            <a:endParaRPr lang="ja-JP" altLang="en-US" sz="700">
              <a:solidFill>
                <a:prstClr val="black"/>
              </a:solidFill>
              <a:latin typeface="Calibri" panose="020F0502020204030204" pitchFamily="34" charset="0"/>
              <a:ea typeface="+mn-ea"/>
              <a:cs typeface="Calibri" panose="020F0502020204030204" pitchFamily="34" charset="0"/>
            </a:endParaRPr>
          </a:p>
        </p:txBody>
      </p:sp>
      <p:sp>
        <p:nvSpPr>
          <p:cNvPr id="7" name="二等辺三角形 6">
            <a:extLst>
              <a:ext uri="{FF2B5EF4-FFF2-40B4-BE49-F238E27FC236}">
                <a16:creationId xmlns:a16="http://schemas.microsoft.com/office/drawing/2014/main" id="{ABCD6625-A305-9A5C-C115-28D32274A124}"/>
              </a:ext>
            </a:extLst>
          </p:cNvPr>
          <p:cNvSpPr/>
          <p:nvPr/>
        </p:nvSpPr>
        <p:spPr>
          <a:xfrm rot="10800000">
            <a:off x="2351016" y="1447365"/>
            <a:ext cx="68275" cy="74433"/>
          </a:xfrm>
          <a:prstGeom prst="triangle">
            <a:avLst/>
          </a:prstGeom>
          <a:solidFill>
            <a:schemeClr val="tx1"/>
          </a:solidFill>
          <a:ln w="6350"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685738">
              <a:lnSpc>
                <a:spcPts val="700"/>
              </a:lnSpc>
              <a:spcBef>
                <a:spcPts val="600"/>
              </a:spcBef>
              <a:buClr>
                <a:prstClr val="black"/>
              </a:buClr>
              <a:tabLst>
                <a:tab pos="180959" algn="l"/>
              </a:tabLst>
              <a:defRPr/>
            </a:pPr>
            <a:endParaRPr lang="ja-JP" altLang="en-US" sz="700" kern="0">
              <a:solidFill>
                <a:prstClr val="white"/>
              </a:solidFill>
              <a:latin typeface="Calibri" panose="020F0502020204030204" pitchFamily="34" charset="0"/>
              <a:cs typeface="Calibri" panose="020F0502020204030204" pitchFamily="34" charset="0"/>
            </a:endParaRPr>
          </a:p>
        </p:txBody>
      </p:sp>
      <p:sp>
        <p:nvSpPr>
          <p:cNvPr id="8" name="テキスト ボックス 7">
            <a:extLst>
              <a:ext uri="{FF2B5EF4-FFF2-40B4-BE49-F238E27FC236}">
                <a16:creationId xmlns:a16="http://schemas.microsoft.com/office/drawing/2014/main" id="{07F7B995-D37F-B678-3F33-CC722F446308}"/>
              </a:ext>
            </a:extLst>
          </p:cNvPr>
          <p:cNvSpPr txBox="1"/>
          <p:nvPr/>
        </p:nvSpPr>
        <p:spPr>
          <a:xfrm>
            <a:off x="2329757" y="1495117"/>
            <a:ext cx="293359" cy="180000"/>
          </a:xfrm>
          <a:prstGeom prst="rect">
            <a:avLst/>
          </a:prstGeom>
          <a:noFill/>
        </p:spPr>
        <p:txBody>
          <a:bodyPr wrap="none" rtlCol="0" anchor="t" anchorCtr="0">
            <a:noAutofit/>
          </a:bodyPr>
          <a:lstStyle>
            <a:defPPr>
              <a:defRPr lang="ja-JP"/>
            </a:defPPr>
            <a:lvl1pPr>
              <a:defRPr sz="788" b="1">
                <a:latin typeface="Meiryo UI" panose="020B0604030504040204" pitchFamily="50" charset="-128"/>
                <a:ea typeface="Meiryo UI" panose="020B0604030504040204" pitchFamily="50" charset="-128"/>
              </a:defRPr>
            </a:lvl1pPr>
          </a:lstStyle>
          <a:p>
            <a:pPr algn="ctr" defTabSz="685738">
              <a:lnSpc>
                <a:spcPts val="700"/>
              </a:lnSpc>
              <a:defRPr/>
            </a:pPr>
            <a:r>
              <a:rPr lang="en-US" altLang="ja-JP" sz="700" err="1">
                <a:solidFill>
                  <a:prstClr val="black"/>
                </a:solidFill>
                <a:latin typeface="Calibri" panose="020F0502020204030204" pitchFamily="34" charset="0"/>
                <a:ea typeface="Calibri" panose="020F0502020204030204" pitchFamily="34" charset="0"/>
                <a:cs typeface="Calibri" panose="020F0502020204030204" pitchFamily="34" charset="0"/>
              </a:rPr>
              <a:t>Mgmt</a:t>
            </a:r>
            <a:r>
              <a:rPr lang="en-US" altLang="ja-JP" sz="700">
                <a:solidFill>
                  <a:prstClr val="black"/>
                </a:solidFill>
                <a:latin typeface="Calibri" panose="020F0502020204030204" pitchFamily="34" charset="0"/>
                <a:ea typeface="Calibri" panose="020F0502020204030204" pitchFamily="34" charset="0"/>
                <a:cs typeface="Calibri" panose="020F0502020204030204" pitchFamily="34" charset="0"/>
              </a:rPr>
              <a:t> MTG</a:t>
            </a:r>
          </a:p>
        </p:txBody>
      </p:sp>
      <p:sp>
        <p:nvSpPr>
          <p:cNvPr id="9" name="正方形/長方形 8">
            <a:extLst>
              <a:ext uri="{FF2B5EF4-FFF2-40B4-BE49-F238E27FC236}">
                <a16:creationId xmlns:a16="http://schemas.microsoft.com/office/drawing/2014/main" id="{2A8580F1-062E-6030-8A07-524808AB0918}"/>
              </a:ext>
            </a:extLst>
          </p:cNvPr>
          <p:cNvSpPr/>
          <p:nvPr/>
        </p:nvSpPr>
        <p:spPr>
          <a:xfrm>
            <a:off x="1331950" y="1031070"/>
            <a:ext cx="4500000" cy="186411"/>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 2026</a:t>
            </a:r>
            <a:endParaRPr lang="ja-JP" altLang="en-US" sz="800" b="1">
              <a:solidFill>
                <a:prstClr val="white"/>
              </a:solidFill>
              <a:latin typeface="Calibri" panose="020F0502020204030204" pitchFamily="34" charset="0"/>
              <a:cs typeface="Calibri" panose="020F0502020204030204" pitchFamily="34" charset="0"/>
            </a:endParaRPr>
          </a:p>
        </p:txBody>
      </p:sp>
      <p:sp>
        <p:nvSpPr>
          <p:cNvPr id="10" name="正方形/長方形 9">
            <a:extLst>
              <a:ext uri="{FF2B5EF4-FFF2-40B4-BE49-F238E27FC236}">
                <a16:creationId xmlns:a16="http://schemas.microsoft.com/office/drawing/2014/main" id="{01180A7D-B0FE-4844-C31F-B7032E808207}"/>
              </a:ext>
            </a:extLst>
          </p:cNvPr>
          <p:cNvSpPr/>
          <p:nvPr/>
        </p:nvSpPr>
        <p:spPr>
          <a:xfrm>
            <a:off x="5839427" y="1031070"/>
            <a:ext cx="2988000" cy="186411"/>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 2027</a:t>
            </a:r>
            <a:endParaRPr lang="ja-JP" altLang="en-US" sz="800" b="1">
              <a:solidFill>
                <a:prstClr val="white"/>
              </a:solidFill>
              <a:latin typeface="Calibri" panose="020F0502020204030204" pitchFamily="34" charset="0"/>
              <a:cs typeface="Calibri" panose="020F0502020204030204" pitchFamily="34" charset="0"/>
            </a:endParaRPr>
          </a:p>
        </p:txBody>
      </p:sp>
      <p:sp>
        <p:nvSpPr>
          <p:cNvPr id="11" name="二等辺三角形 10">
            <a:extLst>
              <a:ext uri="{FF2B5EF4-FFF2-40B4-BE49-F238E27FC236}">
                <a16:creationId xmlns:a16="http://schemas.microsoft.com/office/drawing/2014/main" id="{10100CB4-7280-1499-5871-D6143E8E6665}"/>
              </a:ext>
            </a:extLst>
          </p:cNvPr>
          <p:cNvSpPr/>
          <p:nvPr/>
        </p:nvSpPr>
        <p:spPr>
          <a:xfrm rot="10800000">
            <a:off x="8317767" y="1692992"/>
            <a:ext cx="68275" cy="74433"/>
          </a:xfrm>
          <a:prstGeom prst="triangle">
            <a:avLst/>
          </a:prstGeom>
          <a:solidFill>
            <a:schemeClr val="tx1"/>
          </a:solidFill>
          <a:ln w="6350"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685738">
              <a:lnSpc>
                <a:spcPts val="700"/>
              </a:lnSpc>
              <a:spcBef>
                <a:spcPts val="600"/>
              </a:spcBef>
              <a:buClr>
                <a:prstClr val="black"/>
              </a:buClr>
              <a:tabLst>
                <a:tab pos="180959" algn="l"/>
              </a:tabLst>
              <a:defRPr/>
            </a:pPr>
            <a:endParaRPr lang="ja-JP" altLang="en-US" sz="700" kern="0">
              <a:solidFill>
                <a:prstClr val="white"/>
              </a:solidFill>
              <a:latin typeface="Calibri" panose="020F0502020204030204" pitchFamily="34" charset="0"/>
              <a:cs typeface="Calibri" panose="020F0502020204030204" pitchFamily="34" charset="0"/>
            </a:endParaRPr>
          </a:p>
        </p:txBody>
      </p:sp>
      <p:sp>
        <p:nvSpPr>
          <p:cNvPr id="12" name="テキスト ボックス 11">
            <a:extLst>
              <a:ext uri="{FF2B5EF4-FFF2-40B4-BE49-F238E27FC236}">
                <a16:creationId xmlns:a16="http://schemas.microsoft.com/office/drawing/2014/main" id="{09EA4E80-D1B7-2C88-E61F-4A013173E3A8}"/>
              </a:ext>
            </a:extLst>
          </p:cNvPr>
          <p:cNvSpPr txBox="1"/>
          <p:nvPr/>
        </p:nvSpPr>
        <p:spPr>
          <a:xfrm>
            <a:off x="7592298" y="1730315"/>
            <a:ext cx="573363" cy="167767"/>
          </a:xfrm>
          <a:prstGeom prst="rect">
            <a:avLst/>
          </a:prstGeom>
          <a:noFill/>
        </p:spPr>
        <p:txBody>
          <a:bodyPr wrap="none" rtlCol="0" anchor="t" anchorCtr="0">
            <a:noAutofit/>
          </a:bodyPr>
          <a:lstStyle>
            <a:defPPr>
              <a:defRPr lang="ja-JP"/>
            </a:defPPr>
            <a:lvl1pPr>
              <a:defRPr sz="788" b="1">
                <a:latin typeface="Meiryo UI" panose="020B0604030504040204" pitchFamily="50" charset="-128"/>
                <a:ea typeface="Meiryo UI" panose="020B0604030504040204" pitchFamily="50" charset="-128"/>
              </a:defRPr>
            </a:lvl1pPr>
          </a:lstStyle>
          <a:p>
            <a:pPr algn="ctr" defTabSz="685738">
              <a:lnSpc>
                <a:spcPts val="700"/>
              </a:lnSpc>
              <a:defRPr/>
            </a:pPr>
            <a:r>
              <a:rPr lang="en-US" altLang="ja-JP" sz="700">
                <a:solidFill>
                  <a:prstClr val="black"/>
                </a:solidFill>
                <a:latin typeface="Calibri" panose="020F0502020204030204" pitchFamily="34" charset="0"/>
                <a:ea typeface="Calibri" panose="020F0502020204030204" pitchFamily="34" charset="0"/>
                <a:cs typeface="Calibri" panose="020F0502020204030204" pitchFamily="34" charset="0"/>
              </a:rPr>
              <a:t>Integration Plan Approval</a:t>
            </a:r>
            <a:endParaRPr lang="ja-JP" altLang="en-US" sz="700">
              <a:solidFill>
                <a:prstClr val="black"/>
              </a:solidFill>
              <a:latin typeface="Calibri" panose="020F0502020204030204" pitchFamily="34" charset="0"/>
              <a:ea typeface="+mn-ea"/>
              <a:cs typeface="Calibri" panose="020F0502020204030204" pitchFamily="34" charset="0"/>
            </a:endParaRPr>
          </a:p>
        </p:txBody>
      </p:sp>
      <p:grpSp>
        <p:nvGrpSpPr>
          <p:cNvPr id="13" name="グループ化 12">
            <a:extLst>
              <a:ext uri="{FF2B5EF4-FFF2-40B4-BE49-F238E27FC236}">
                <a16:creationId xmlns:a16="http://schemas.microsoft.com/office/drawing/2014/main" id="{47ECDA55-8981-AEA4-2BAA-766BF3518E78}"/>
              </a:ext>
            </a:extLst>
          </p:cNvPr>
          <p:cNvGrpSpPr/>
          <p:nvPr/>
        </p:nvGrpSpPr>
        <p:grpSpPr>
          <a:xfrm>
            <a:off x="3396195" y="1447365"/>
            <a:ext cx="293359" cy="147085"/>
            <a:chOff x="3396195" y="1555919"/>
            <a:chExt cx="293359" cy="147085"/>
          </a:xfrm>
        </p:grpSpPr>
        <p:sp>
          <p:nvSpPr>
            <p:cNvPr id="14" name="二等辺三角形 13">
              <a:extLst>
                <a:ext uri="{FF2B5EF4-FFF2-40B4-BE49-F238E27FC236}">
                  <a16:creationId xmlns:a16="http://schemas.microsoft.com/office/drawing/2014/main" id="{3CF0BDB3-323B-2275-E38A-2B0D1789415A}"/>
                </a:ext>
              </a:extLst>
            </p:cNvPr>
            <p:cNvSpPr/>
            <p:nvPr/>
          </p:nvSpPr>
          <p:spPr>
            <a:xfrm rot="10800000">
              <a:off x="3491425" y="1555919"/>
              <a:ext cx="68275" cy="74433"/>
            </a:xfrm>
            <a:prstGeom prst="triangle">
              <a:avLst/>
            </a:prstGeom>
            <a:solidFill>
              <a:schemeClr val="tx1"/>
            </a:solidFill>
            <a:ln w="6350"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685738">
                <a:lnSpc>
                  <a:spcPts val="700"/>
                </a:lnSpc>
                <a:spcBef>
                  <a:spcPts val="600"/>
                </a:spcBef>
                <a:buClr>
                  <a:prstClr val="black"/>
                </a:buClr>
                <a:tabLst>
                  <a:tab pos="180959" algn="l"/>
                </a:tabLst>
                <a:defRPr/>
              </a:pPr>
              <a:endParaRPr lang="ja-JP" altLang="en-US" sz="700" kern="0">
                <a:solidFill>
                  <a:prstClr val="white"/>
                </a:solidFill>
                <a:latin typeface="Calibri" panose="020F0502020204030204" pitchFamily="34" charset="0"/>
                <a:cs typeface="Calibri" panose="020F0502020204030204" pitchFamily="34" charset="0"/>
              </a:endParaRPr>
            </a:p>
          </p:txBody>
        </p:sp>
        <p:sp>
          <p:nvSpPr>
            <p:cNvPr id="15" name="テキスト ボックス 14">
              <a:extLst>
                <a:ext uri="{FF2B5EF4-FFF2-40B4-BE49-F238E27FC236}">
                  <a16:creationId xmlns:a16="http://schemas.microsoft.com/office/drawing/2014/main" id="{7040D1D7-EB27-5EDA-B69A-BFF304557C7F}"/>
                </a:ext>
              </a:extLst>
            </p:cNvPr>
            <p:cNvSpPr txBox="1"/>
            <p:nvPr/>
          </p:nvSpPr>
          <p:spPr>
            <a:xfrm>
              <a:off x="3396195" y="1603671"/>
              <a:ext cx="293359" cy="99333"/>
            </a:xfrm>
            <a:prstGeom prst="rect">
              <a:avLst/>
            </a:prstGeom>
            <a:noFill/>
          </p:spPr>
          <p:txBody>
            <a:bodyPr wrap="none" rtlCol="0" anchor="t" anchorCtr="0">
              <a:noAutofit/>
            </a:bodyPr>
            <a:lstStyle>
              <a:defPPr>
                <a:defRPr lang="ja-JP"/>
              </a:defPPr>
              <a:lvl1pPr>
                <a:defRPr sz="788" b="1">
                  <a:latin typeface="Meiryo UI" panose="020B0604030504040204" pitchFamily="50" charset="-128"/>
                  <a:ea typeface="Meiryo UI" panose="020B0604030504040204" pitchFamily="50" charset="-128"/>
                </a:defRPr>
              </a:lvl1pPr>
            </a:lstStyle>
            <a:p>
              <a:pPr algn="ctr" defTabSz="685738">
                <a:lnSpc>
                  <a:spcPts val="700"/>
                </a:lnSpc>
                <a:defRPr/>
              </a:pPr>
              <a:r>
                <a:rPr lang="en-US" altLang="ja-JP" sz="700" err="1">
                  <a:solidFill>
                    <a:prstClr val="black"/>
                  </a:solidFill>
                  <a:latin typeface="Calibri" panose="020F0502020204030204" pitchFamily="34" charset="0"/>
                  <a:ea typeface="Calibri" panose="020F0502020204030204" pitchFamily="34" charset="0"/>
                  <a:cs typeface="Calibri" panose="020F0502020204030204" pitchFamily="34" charset="0"/>
                </a:rPr>
                <a:t>Mgmt</a:t>
              </a:r>
              <a:r>
                <a:rPr lang="en-US" altLang="ja-JP" sz="700">
                  <a:solidFill>
                    <a:prstClr val="black"/>
                  </a:solidFill>
                  <a:latin typeface="Calibri" panose="020F0502020204030204" pitchFamily="34" charset="0"/>
                  <a:ea typeface="Calibri" panose="020F0502020204030204" pitchFamily="34" charset="0"/>
                  <a:cs typeface="Calibri" panose="020F0502020204030204" pitchFamily="34" charset="0"/>
                </a:rPr>
                <a:t> MTG</a:t>
              </a:r>
              <a:endParaRPr lang="ja-JP" altLang="en-US" sz="700">
                <a:solidFill>
                  <a:prstClr val="black"/>
                </a:solidFill>
                <a:latin typeface="Calibri" panose="020F0502020204030204" pitchFamily="34" charset="0"/>
                <a:ea typeface="+mn-ea"/>
                <a:cs typeface="Calibri" panose="020F0502020204030204" pitchFamily="34" charset="0"/>
              </a:endParaRPr>
            </a:p>
          </p:txBody>
        </p:sp>
      </p:grpSp>
      <p:sp>
        <p:nvSpPr>
          <p:cNvPr id="16" name="二等辺三角形 15">
            <a:extLst>
              <a:ext uri="{FF2B5EF4-FFF2-40B4-BE49-F238E27FC236}">
                <a16:creationId xmlns:a16="http://schemas.microsoft.com/office/drawing/2014/main" id="{67F6229F-BB7C-4FAC-8526-010DA78832C1}"/>
              </a:ext>
            </a:extLst>
          </p:cNvPr>
          <p:cNvSpPr/>
          <p:nvPr/>
        </p:nvSpPr>
        <p:spPr>
          <a:xfrm rot="10800000">
            <a:off x="8461515" y="1447365"/>
            <a:ext cx="68275" cy="74433"/>
          </a:xfrm>
          <a:prstGeom prst="triangle">
            <a:avLst/>
          </a:prstGeom>
          <a:solidFill>
            <a:srgbClr val="FF0000"/>
          </a:solidFill>
          <a:ln w="6350"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685738">
              <a:lnSpc>
                <a:spcPts val="700"/>
              </a:lnSpc>
              <a:spcBef>
                <a:spcPts val="600"/>
              </a:spcBef>
              <a:buClr>
                <a:prstClr val="black"/>
              </a:buClr>
              <a:tabLst>
                <a:tab pos="180959" algn="l"/>
              </a:tabLst>
              <a:defRPr/>
            </a:pPr>
            <a:endParaRPr lang="ja-JP" altLang="en-US" sz="700" kern="0">
              <a:solidFill>
                <a:srgbClr val="FF0000"/>
              </a:solidFill>
              <a:latin typeface="Calibri" panose="020F0502020204030204" pitchFamily="34" charset="0"/>
              <a:cs typeface="Calibri" panose="020F0502020204030204" pitchFamily="34" charset="0"/>
            </a:endParaRPr>
          </a:p>
        </p:txBody>
      </p:sp>
      <p:sp>
        <p:nvSpPr>
          <p:cNvPr id="17" name="二等辺三角形 16">
            <a:extLst>
              <a:ext uri="{FF2B5EF4-FFF2-40B4-BE49-F238E27FC236}">
                <a16:creationId xmlns:a16="http://schemas.microsoft.com/office/drawing/2014/main" id="{45D7DC68-7102-ABD7-5821-D96AD9B7917B}"/>
              </a:ext>
            </a:extLst>
          </p:cNvPr>
          <p:cNvSpPr/>
          <p:nvPr/>
        </p:nvSpPr>
        <p:spPr>
          <a:xfrm rot="10800000">
            <a:off x="2116513" y="1447365"/>
            <a:ext cx="68275" cy="74433"/>
          </a:xfrm>
          <a:prstGeom prst="triangle">
            <a:avLst/>
          </a:prstGeom>
          <a:solidFill>
            <a:schemeClr val="tx1"/>
          </a:solidFill>
          <a:ln w="6350"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685738">
              <a:lnSpc>
                <a:spcPts val="700"/>
              </a:lnSpc>
              <a:spcBef>
                <a:spcPts val="600"/>
              </a:spcBef>
              <a:buClr>
                <a:prstClr val="black"/>
              </a:buClr>
              <a:tabLst>
                <a:tab pos="180959" algn="l"/>
              </a:tabLst>
              <a:defRPr/>
            </a:pPr>
            <a:endParaRPr lang="ja-JP" altLang="en-US" sz="700" kern="0">
              <a:solidFill>
                <a:prstClr val="white"/>
              </a:solidFill>
              <a:latin typeface="Calibri" panose="020F0502020204030204" pitchFamily="34" charset="0"/>
              <a:cs typeface="Calibri" panose="020F0502020204030204" pitchFamily="34" charset="0"/>
            </a:endParaRPr>
          </a:p>
        </p:txBody>
      </p:sp>
      <p:sp>
        <p:nvSpPr>
          <p:cNvPr id="18" name="テキスト ボックス 17">
            <a:extLst>
              <a:ext uri="{FF2B5EF4-FFF2-40B4-BE49-F238E27FC236}">
                <a16:creationId xmlns:a16="http://schemas.microsoft.com/office/drawing/2014/main" id="{5D31E7C4-7E84-6F1C-F96B-34FFB02903CC}"/>
              </a:ext>
            </a:extLst>
          </p:cNvPr>
          <p:cNvSpPr txBox="1"/>
          <p:nvPr/>
        </p:nvSpPr>
        <p:spPr>
          <a:xfrm>
            <a:off x="2623342" y="1482777"/>
            <a:ext cx="780035" cy="115683"/>
          </a:xfrm>
          <a:prstGeom prst="rect">
            <a:avLst/>
          </a:prstGeom>
          <a:noFill/>
        </p:spPr>
        <p:txBody>
          <a:bodyPr wrap="none" rtlCol="0" anchor="t" anchorCtr="0">
            <a:noAutofit/>
          </a:bodyPr>
          <a:lstStyle>
            <a:defPPr>
              <a:defRPr lang="ja-JP"/>
            </a:defPPr>
            <a:lvl1pPr>
              <a:defRPr sz="788" b="1">
                <a:latin typeface="Meiryo UI" panose="020B0604030504040204" pitchFamily="50" charset="-128"/>
                <a:ea typeface="Meiryo UI" panose="020B0604030504040204" pitchFamily="50" charset="-128"/>
              </a:defRPr>
            </a:lvl1pPr>
          </a:lstStyle>
          <a:p>
            <a:pPr defTabSz="685738">
              <a:lnSpc>
                <a:spcPts val="700"/>
              </a:lnSpc>
              <a:defRPr/>
            </a:pPr>
            <a:r>
              <a:rPr lang="en-US" altLang="ja-JP" sz="700">
                <a:solidFill>
                  <a:srgbClr val="FF0000"/>
                </a:solidFill>
                <a:latin typeface="Calibri" panose="020F0502020204030204" pitchFamily="34" charset="0"/>
                <a:ea typeface="Calibri" panose="020F0502020204030204" pitchFamily="34" charset="0"/>
                <a:cs typeface="Calibri" panose="020F0502020204030204" pitchFamily="34" charset="0"/>
              </a:rPr>
              <a:t>Voluntary</a:t>
            </a:r>
          </a:p>
          <a:p>
            <a:pPr defTabSz="685738">
              <a:lnSpc>
                <a:spcPts val="700"/>
              </a:lnSpc>
              <a:defRPr/>
            </a:pPr>
            <a:r>
              <a:rPr lang="en-US" altLang="ja-JP" sz="700">
                <a:solidFill>
                  <a:srgbClr val="FF0000"/>
                </a:solidFill>
                <a:latin typeface="Calibri" panose="020F0502020204030204" pitchFamily="34" charset="0"/>
                <a:ea typeface="Calibri" panose="020F0502020204030204" pitchFamily="34" charset="0"/>
                <a:cs typeface="Calibri" panose="020F0502020204030204" pitchFamily="34" charset="0"/>
              </a:rPr>
              <a:t>Announcement</a:t>
            </a:r>
            <a:endParaRPr lang="ja-JP" altLang="en-US" sz="700">
              <a:solidFill>
                <a:srgbClr val="FF0000"/>
              </a:solidFill>
              <a:latin typeface="Calibri" panose="020F0502020204030204" pitchFamily="34" charset="0"/>
              <a:ea typeface="+mn-ea"/>
              <a:cs typeface="Calibri" panose="020F0502020204030204" pitchFamily="34" charset="0"/>
            </a:endParaRPr>
          </a:p>
        </p:txBody>
      </p:sp>
      <p:sp>
        <p:nvSpPr>
          <p:cNvPr id="19" name="テキスト ボックス 18">
            <a:extLst>
              <a:ext uri="{FF2B5EF4-FFF2-40B4-BE49-F238E27FC236}">
                <a16:creationId xmlns:a16="http://schemas.microsoft.com/office/drawing/2014/main" id="{E8FBB377-EB3F-90BF-9CC5-88C19DB05CD9}"/>
              </a:ext>
            </a:extLst>
          </p:cNvPr>
          <p:cNvSpPr txBox="1"/>
          <p:nvPr/>
        </p:nvSpPr>
        <p:spPr>
          <a:xfrm>
            <a:off x="7806895" y="1495117"/>
            <a:ext cx="275024" cy="115930"/>
          </a:xfrm>
          <a:prstGeom prst="rect">
            <a:avLst/>
          </a:prstGeom>
          <a:noFill/>
        </p:spPr>
        <p:txBody>
          <a:bodyPr wrap="none" rtlCol="0" anchor="t" anchorCtr="0">
            <a:noAutofit/>
          </a:bodyPr>
          <a:lstStyle>
            <a:defPPr>
              <a:defRPr lang="ja-JP"/>
            </a:defPPr>
            <a:lvl1pPr>
              <a:defRPr sz="788" b="1">
                <a:latin typeface="Meiryo UI" panose="020B0604030504040204" pitchFamily="50" charset="-128"/>
                <a:ea typeface="Meiryo UI" panose="020B0604030504040204" pitchFamily="50" charset="-128"/>
              </a:defRPr>
            </a:lvl1pPr>
          </a:lstStyle>
          <a:p>
            <a:pPr algn="ctr" defTabSz="685738">
              <a:lnSpc>
                <a:spcPts val="700"/>
              </a:lnSpc>
              <a:defRPr/>
            </a:pPr>
            <a:r>
              <a:rPr lang="en-US" altLang="ja-JP" sz="700">
                <a:solidFill>
                  <a:prstClr val="black"/>
                </a:solidFill>
                <a:latin typeface="Calibri" panose="020F0502020204030204" pitchFamily="34" charset="0"/>
                <a:ea typeface="Calibri" panose="020F0502020204030204" pitchFamily="34" charset="0"/>
                <a:cs typeface="Calibri" panose="020F0502020204030204" pitchFamily="34" charset="0"/>
              </a:rPr>
              <a:t> BDI EGMS</a:t>
            </a:r>
          </a:p>
        </p:txBody>
      </p:sp>
      <p:sp>
        <p:nvSpPr>
          <p:cNvPr id="20" name="二等辺三角形 19">
            <a:extLst>
              <a:ext uri="{FF2B5EF4-FFF2-40B4-BE49-F238E27FC236}">
                <a16:creationId xmlns:a16="http://schemas.microsoft.com/office/drawing/2014/main" id="{81F78E8F-C801-6E4F-2378-327DA5B9073D}"/>
              </a:ext>
            </a:extLst>
          </p:cNvPr>
          <p:cNvSpPr/>
          <p:nvPr/>
        </p:nvSpPr>
        <p:spPr>
          <a:xfrm rot="10800000">
            <a:off x="7934379" y="1447366"/>
            <a:ext cx="68275" cy="74433"/>
          </a:xfrm>
          <a:prstGeom prst="triangle">
            <a:avLst/>
          </a:prstGeom>
          <a:solidFill>
            <a:schemeClr val="tx1"/>
          </a:solidFill>
          <a:ln w="6350"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685738">
              <a:lnSpc>
                <a:spcPts val="700"/>
              </a:lnSpc>
              <a:spcBef>
                <a:spcPts val="600"/>
              </a:spcBef>
              <a:buClr>
                <a:prstClr val="black"/>
              </a:buClr>
              <a:tabLst>
                <a:tab pos="180959" algn="l"/>
              </a:tabLst>
              <a:defRPr/>
            </a:pPr>
            <a:endParaRPr lang="ja-JP" altLang="en-US" sz="700" kern="0">
              <a:solidFill>
                <a:prstClr val="white"/>
              </a:solidFill>
              <a:latin typeface="Calibri" panose="020F0502020204030204" pitchFamily="34" charset="0"/>
              <a:cs typeface="Calibri" panose="020F0502020204030204" pitchFamily="34" charset="0"/>
            </a:endParaRPr>
          </a:p>
        </p:txBody>
      </p:sp>
      <p:sp>
        <p:nvSpPr>
          <p:cNvPr id="21" name="二等辺三角形 20">
            <a:extLst>
              <a:ext uri="{FF2B5EF4-FFF2-40B4-BE49-F238E27FC236}">
                <a16:creationId xmlns:a16="http://schemas.microsoft.com/office/drawing/2014/main" id="{D537906E-C3B8-DF5F-92A0-9970E1B89046}"/>
              </a:ext>
            </a:extLst>
          </p:cNvPr>
          <p:cNvSpPr/>
          <p:nvPr/>
        </p:nvSpPr>
        <p:spPr>
          <a:xfrm rot="10800000">
            <a:off x="7410488" y="1447365"/>
            <a:ext cx="68275" cy="74433"/>
          </a:xfrm>
          <a:prstGeom prst="triangle">
            <a:avLst/>
          </a:prstGeom>
          <a:solidFill>
            <a:schemeClr val="tx1"/>
          </a:solidFill>
          <a:ln w="6350"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685738">
              <a:lnSpc>
                <a:spcPts val="700"/>
              </a:lnSpc>
              <a:spcBef>
                <a:spcPts val="600"/>
              </a:spcBef>
              <a:buClr>
                <a:prstClr val="black"/>
              </a:buClr>
              <a:tabLst>
                <a:tab pos="180959" algn="l"/>
              </a:tabLst>
              <a:defRPr/>
            </a:pPr>
            <a:endParaRPr lang="ja-JP" altLang="en-US" sz="700" kern="0">
              <a:solidFill>
                <a:prstClr val="white"/>
              </a:solidFill>
              <a:latin typeface="Calibri" panose="020F0502020204030204" pitchFamily="34" charset="0"/>
              <a:cs typeface="Calibri" panose="020F0502020204030204" pitchFamily="34" charset="0"/>
            </a:endParaRPr>
          </a:p>
        </p:txBody>
      </p:sp>
      <p:sp>
        <p:nvSpPr>
          <p:cNvPr id="22" name="正方形/長方形 44">
            <a:extLst>
              <a:ext uri="{FF2B5EF4-FFF2-40B4-BE49-F238E27FC236}">
                <a16:creationId xmlns:a16="http://schemas.microsoft.com/office/drawing/2014/main" id="{BF471236-B6FD-602E-061E-FFBC87844939}"/>
              </a:ext>
            </a:extLst>
          </p:cNvPr>
          <p:cNvSpPr/>
          <p:nvPr/>
        </p:nvSpPr>
        <p:spPr bwMode="gray">
          <a:xfrm>
            <a:off x="374924" y="1915933"/>
            <a:ext cx="867375" cy="441385"/>
          </a:xfrm>
          <a:prstGeom prst="rect">
            <a:avLst/>
          </a:prstGeom>
          <a:solidFill>
            <a:schemeClr val="tx1"/>
          </a:solidFill>
          <a:ln w="6350">
            <a:noFill/>
            <a:miter lim="800000"/>
            <a:headEnd/>
            <a:tailEnd/>
          </a:ln>
          <a:effectLst/>
        </p:spPr>
        <p:txBody>
          <a:bodyPr vert="horz" wrap="none" lIns="72000" tIns="72000" rIns="72000" bIns="72000" numCol="1" rtlCol="0" anchor="ctr" anchorCtr="0" compatLnSpc="1">
            <a:prstTxWarp prst="textNoShape">
              <a:avLst/>
            </a:prstTxWarp>
            <a:noAutofit/>
          </a:bodyPr>
          <a:lstStyle/>
          <a:p>
            <a:pPr algn="ctr" defTabSz="603472">
              <a:defRPr/>
            </a:pPr>
            <a:r>
              <a:rPr lang="en-US" altLang="ja-JP" sz="900" b="1" kern="0">
                <a:solidFill>
                  <a:prstClr val="white"/>
                </a:solidFill>
                <a:latin typeface="Calibri" panose="020F0502020204030204" pitchFamily="34" charset="0"/>
                <a:ea typeface="Calibri" panose="020F0502020204030204" pitchFamily="34" charset="0"/>
                <a:cs typeface="Calibri" panose="020F0502020204030204" pitchFamily="34" charset="0"/>
              </a:rPr>
              <a:t>Regulatory</a:t>
            </a:r>
          </a:p>
          <a:p>
            <a:pPr algn="ctr" defTabSz="603472">
              <a:defRPr/>
            </a:pPr>
            <a:r>
              <a:rPr lang="en-US" altLang="ja-JP" sz="900" b="1" kern="0">
                <a:solidFill>
                  <a:prstClr val="white"/>
                </a:solidFill>
                <a:latin typeface="Calibri" panose="020F0502020204030204" pitchFamily="34" charset="0"/>
                <a:ea typeface="Calibri" panose="020F0502020204030204" pitchFamily="34" charset="0"/>
                <a:cs typeface="Calibri" panose="020F0502020204030204" pitchFamily="34" charset="0"/>
              </a:rPr>
              <a:t>Negotiation</a:t>
            </a:r>
          </a:p>
        </p:txBody>
      </p:sp>
      <p:sp>
        <p:nvSpPr>
          <p:cNvPr id="23" name="正方形/長方形 44">
            <a:extLst>
              <a:ext uri="{FF2B5EF4-FFF2-40B4-BE49-F238E27FC236}">
                <a16:creationId xmlns:a16="http://schemas.microsoft.com/office/drawing/2014/main" id="{F71F3AE0-0C32-8962-825F-8D48037425D2}"/>
              </a:ext>
            </a:extLst>
          </p:cNvPr>
          <p:cNvSpPr/>
          <p:nvPr/>
        </p:nvSpPr>
        <p:spPr bwMode="gray">
          <a:xfrm>
            <a:off x="373088" y="2409329"/>
            <a:ext cx="195191" cy="1170432"/>
          </a:xfrm>
          <a:prstGeom prst="rect">
            <a:avLst/>
          </a:prstGeom>
          <a:solidFill>
            <a:schemeClr val="tx1"/>
          </a:solidFill>
          <a:ln w="6350">
            <a:noFill/>
            <a:miter lim="800000"/>
            <a:headEnd/>
            <a:tailEnd/>
          </a:ln>
          <a:effectLst/>
        </p:spPr>
        <p:txBody>
          <a:bodyPr vert="vert270" wrap="none" lIns="72000" tIns="72000" rIns="72000" bIns="72000" numCol="1" rtlCol="0" anchor="ctr" anchorCtr="0" compatLnSpc="1">
            <a:prstTxWarp prst="textNoShape">
              <a:avLst/>
            </a:prstTxWarp>
            <a:noAutofit/>
          </a:bodyPr>
          <a:lstStyle/>
          <a:p>
            <a:pPr algn="ctr" defTabSz="603472">
              <a:defRPr/>
            </a:pPr>
            <a:r>
              <a:rPr lang="en-US" altLang="ja-JP" sz="900" b="1" kern="0">
                <a:solidFill>
                  <a:prstClr val="white"/>
                </a:solidFill>
                <a:latin typeface="Calibri" panose="020F0502020204030204" pitchFamily="34" charset="0"/>
                <a:ea typeface="Calibri" panose="020F0502020204030204" pitchFamily="34" charset="0"/>
                <a:cs typeface="Calibri" panose="020F0502020204030204" pitchFamily="34" charset="0"/>
              </a:rPr>
              <a:t>Tail Operations</a:t>
            </a:r>
            <a:endParaRPr lang="ja-JP" altLang="en-US" sz="900" b="1" kern="0">
              <a:solidFill>
                <a:prstClr val="white"/>
              </a:solidFill>
              <a:latin typeface="Calibri" panose="020F0502020204030204" pitchFamily="34" charset="0"/>
              <a:cs typeface="Calibri" panose="020F0502020204030204" pitchFamily="34" charset="0"/>
            </a:endParaRPr>
          </a:p>
        </p:txBody>
      </p:sp>
      <p:sp>
        <p:nvSpPr>
          <p:cNvPr id="24" name="正方形/長方形 44">
            <a:extLst>
              <a:ext uri="{FF2B5EF4-FFF2-40B4-BE49-F238E27FC236}">
                <a16:creationId xmlns:a16="http://schemas.microsoft.com/office/drawing/2014/main" id="{EFEA44EC-AD86-8ADE-9354-B7AF0CA6F9CB}"/>
              </a:ext>
            </a:extLst>
          </p:cNvPr>
          <p:cNvSpPr/>
          <p:nvPr/>
        </p:nvSpPr>
        <p:spPr bwMode="gray">
          <a:xfrm>
            <a:off x="374924" y="3639319"/>
            <a:ext cx="865538" cy="1374679"/>
          </a:xfrm>
          <a:prstGeom prst="rect">
            <a:avLst/>
          </a:prstGeom>
          <a:solidFill>
            <a:schemeClr val="tx1"/>
          </a:solidFill>
          <a:ln w="6350">
            <a:noFill/>
            <a:miter lim="800000"/>
            <a:headEnd/>
            <a:tailEnd/>
          </a:ln>
          <a:effectLst/>
        </p:spPr>
        <p:txBody>
          <a:bodyPr vert="horz" wrap="none" lIns="72000" tIns="72000" rIns="72000" bIns="72000" numCol="1" rtlCol="0" anchor="ctr" anchorCtr="0" compatLnSpc="1">
            <a:prstTxWarp prst="textNoShape">
              <a:avLst/>
            </a:prstTxWarp>
            <a:noAutofit/>
          </a:bodyPr>
          <a:lstStyle/>
          <a:p>
            <a:pPr algn="ctr" defTabSz="603472">
              <a:defRPr/>
            </a:pPr>
            <a:r>
              <a:rPr lang="en-US" altLang="ja-JP" sz="900" b="1" kern="0">
                <a:solidFill>
                  <a:prstClr val="white"/>
                </a:solidFill>
                <a:latin typeface="Calibri" panose="020F0502020204030204" pitchFamily="34" charset="0"/>
                <a:ea typeface="Calibri" panose="020F0502020204030204" pitchFamily="34" charset="0"/>
                <a:cs typeface="Calibri" panose="020F0502020204030204" pitchFamily="34" charset="0"/>
              </a:rPr>
              <a:t>Tail Liquidation</a:t>
            </a:r>
            <a:endParaRPr lang="ja-JP" altLang="en-US" sz="900" b="1" kern="0">
              <a:solidFill>
                <a:prstClr val="white"/>
              </a:solidFill>
              <a:latin typeface="Calibri" panose="020F0502020204030204" pitchFamily="34" charset="0"/>
              <a:cs typeface="Calibri" panose="020F0502020204030204" pitchFamily="34" charset="0"/>
            </a:endParaRPr>
          </a:p>
        </p:txBody>
      </p:sp>
      <p:cxnSp>
        <p:nvCxnSpPr>
          <p:cNvPr id="25" name="直線コネクタ 24">
            <a:extLst>
              <a:ext uri="{FF2B5EF4-FFF2-40B4-BE49-F238E27FC236}">
                <a16:creationId xmlns:a16="http://schemas.microsoft.com/office/drawing/2014/main" id="{E2C8C18E-178B-2E49-7D5B-B6692B9708A9}"/>
              </a:ext>
            </a:extLst>
          </p:cNvPr>
          <p:cNvCxnSpPr>
            <a:cxnSpLocks/>
          </p:cNvCxnSpPr>
          <p:nvPr/>
        </p:nvCxnSpPr>
        <p:spPr>
          <a:xfrm>
            <a:off x="379811" y="2380135"/>
            <a:ext cx="8452437" cy="0"/>
          </a:xfrm>
          <a:prstGeom prst="line">
            <a:avLst/>
          </a:prstGeom>
          <a:noFill/>
          <a:ln w="9525" cap="flat" cmpd="sng" algn="ctr">
            <a:solidFill>
              <a:sysClr val="window" lastClr="FFFFFF">
                <a:lumMod val="65000"/>
              </a:sysClr>
            </a:solidFill>
            <a:prstDash val="dash"/>
          </a:ln>
          <a:effectLst/>
        </p:spPr>
      </p:cxnSp>
      <p:cxnSp>
        <p:nvCxnSpPr>
          <p:cNvPr id="26" name="直線コネクタ 34">
            <a:extLst>
              <a:ext uri="{FF2B5EF4-FFF2-40B4-BE49-F238E27FC236}">
                <a16:creationId xmlns:a16="http://schemas.microsoft.com/office/drawing/2014/main" id="{AA608D07-4675-CD54-5AF1-3AE7350555F8}"/>
              </a:ext>
            </a:extLst>
          </p:cNvPr>
          <p:cNvCxnSpPr>
            <a:cxnSpLocks/>
          </p:cNvCxnSpPr>
          <p:nvPr/>
        </p:nvCxnSpPr>
        <p:spPr>
          <a:xfrm>
            <a:off x="373087" y="3596700"/>
            <a:ext cx="8452437" cy="0"/>
          </a:xfrm>
          <a:prstGeom prst="line">
            <a:avLst/>
          </a:prstGeom>
          <a:noFill/>
          <a:ln w="9525" cap="flat" cmpd="sng" algn="ctr">
            <a:solidFill>
              <a:sysClr val="window" lastClr="FFFFFF">
                <a:lumMod val="65000"/>
              </a:sysClr>
            </a:solidFill>
            <a:prstDash val="dash"/>
          </a:ln>
          <a:effectLst/>
        </p:spPr>
      </p:cxnSp>
      <p:sp>
        <p:nvSpPr>
          <p:cNvPr id="27" name="二等辺三角形 26">
            <a:extLst>
              <a:ext uri="{FF2B5EF4-FFF2-40B4-BE49-F238E27FC236}">
                <a16:creationId xmlns:a16="http://schemas.microsoft.com/office/drawing/2014/main" id="{4EC91CE6-CAA4-E371-3931-93EE8FBB454A}"/>
              </a:ext>
            </a:extLst>
          </p:cNvPr>
          <p:cNvSpPr/>
          <p:nvPr/>
        </p:nvSpPr>
        <p:spPr>
          <a:xfrm rot="10800000">
            <a:off x="2673136" y="1447365"/>
            <a:ext cx="68275" cy="74433"/>
          </a:xfrm>
          <a:prstGeom prst="triangle">
            <a:avLst/>
          </a:prstGeom>
          <a:solidFill>
            <a:srgbClr val="FF0000"/>
          </a:solidFill>
          <a:ln w="6350"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685738">
              <a:lnSpc>
                <a:spcPts val="700"/>
              </a:lnSpc>
              <a:spcBef>
                <a:spcPts val="600"/>
              </a:spcBef>
              <a:buClr>
                <a:prstClr val="black"/>
              </a:buClr>
              <a:tabLst>
                <a:tab pos="180959" algn="l"/>
              </a:tabLst>
              <a:defRPr/>
            </a:pPr>
            <a:endParaRPr lang="ja-JP" altLang="en-US" sz="700" kern="0">
              <a:solidFill>
                <a:srgbClr val="FF0000"/>
              </a:solidFill>
              <a:latin typeface="Calibri" panose="020F0502020204030204" pitchFamily="34" charset="0"/>
              <a:cs typeface="Calibri" panose="020F0502020204030204" pitchFamily="34" charset="0"/>
            </a:endParaRPr>
          </a:p>
        </p:txBody>
      </p:sp>
      <p:sp>
        <p:nvSpPr>
          <p:cNvPr id="28" name="正方形/長方形 27">
            <a:extLst>
              <a:ext uri="{FF2B5EF4-FFF2-40B4-BE49-F238E27FC236}">
                <a16:creationId xmlns:a16="http://schemas.microsoft.com/office/drawing/2014/main" id="{A5410DFF-D2D3-8852-6026-C3A282533232}"/>
              </a:ext>
            </a:extLst>
          </p:cNvPr>
          <p:cNvSpPr/>
          <p:nvPr/>
        </p:nvSpPr>
        <p:spPr>
          <a:xfrm>
            <a:off x="1707574" y="122137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Feb</a:t>
            </a:r>
            <a:endParaRPr lang="ja-JP" altLang="en-US" sz="800" b="1">
              <a:solidFill>
                <a:prstClr val="white"/>
              </a:solidFill>
              <a:latin typeface="Calibri" panose="020F0502020204030204" pitchFamily="34" charset="0"/>
              <a:cs typeface="Calibri" panose="020F0502020204030204" pitchFamily="34" charset="0"/>
            </a:endParaRPr>
          </a:p>
        </p:txBody>
      </p:sp>
      <p:sp>
        <p:nvSpPr>
          <p:cNvPr id="29" name="正方形/長方形 28">
            <a:extLst>
              <a:ext uri="{FF2B5EF4-FFF2-40B4-BE49-F238E27FC236}">
                <a16:creationId xmlns:a16="http://schemas.microsoft.com/office/drawing/2014/main" id="{F6BDA39E-6716-2CF5-B76E-3ED526D3371F}"/>
              </a:ext>
            </a:extLst>
          </p:cNvPr>
          <p:cNvSpPr/>
          <p:nvPr/>
        </p:nvSpPr>
        <p:spPr>
          <a:xfrm>
            <a:off x="2083197" y="122137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Mar</a:t>
            </a:r>
            <a:endParaRPr lang="ja-JP" altLang="en-US" sz="800" b="1">
              <a:solidFill>
                <a:prstClr val="white"/>
              </a:solidFill>
              <a:latin typeface="Calibri" panose="020F0502020204030204" pitchFamily="34" charset="0"/>
              <a:cs typeface="Calibri" panose="020F0502020204030204" pitchFamily="34" charset="0"/>
            </a:endParaRPr>
          </a:p>
        </p:txBody>
      </p:sp>
      <p:sp>
        <p:nvSpPr>
          <p:cNvPr id="30" name="正方形/長方形 29">
            <a:extLst>
              <a:ext uri="{FF2B5EF4-FFF2-40B4-BE49-F238E27FC236}">
                <a16:creationId xmlns:a16="http://schemas.microsoft.com/office/drawing/2014/main" id="{B210847F-616E-A83C-CFFD-066D9640BCE7}"/>
              </a:ext>
            </a:extLst>
          </p:cNvPr>
          <p:cNvSpPr/>
          <p:nvPr/>
        </p:nvSpPr>
        <p:spPr>
          <a:xfrm>
            <a:off x="2458820" y="122137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Apr</a:t>
            </a:r>
            <a:endParaRPr lang="ja-JP" altLang="en-US" sz="800" b="1">
              <a:solidFill>
                <a:prstClr val="white"/>
              </a:solidFill>
              <a:latin typeface="Calibri" panose="020F0502020204030204" pitchFamily="34" charset="0"/>
              <a:cs typeface="Calibri" panose="020F0502020204030204" pitchFamily="34" charset="0"/>
            </a:endParaRPr>
          </a:p>
        </p:txBody>
      </p:sp>
      <p:sp>
        <p:nvSpPr>
          <p:cNvPr id="31" name="正方形/長方形 30">
            <a:extLst>
              <a:ext uri="{FF2B5EF4-FFF2-40B4-BE49-F238E27FC236}">
                <a16:creationId xmlns:a16="http://schemas.microsoft.com/office/drawing/2014/main" id="{693190E9-C890-3C30-7B39-8D772000AA69}"/>
              </a:ext>
            </a:extLst>
          </p:cNvPr>
          <p:cNvSpPr/>
          <p:nvPr/>
        </p:nvSpPr>
        <p:spPr>
          <a:xfrm>
            <a:off x="2834443" y="122137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May</a:t>
            </a:r>
            <a:endParaRPr lang="ja-JP" altLang="en-US" sz="800" b="1">
              <a:solidFill>
                <a:prstClr val="white"/>
              </a:solidFill>
              <a:latin typeface="Calibri" panose="020F0502020204030204" pitchFamily="34" charset="0"/>
              <a:cs typeface="Calibri" panose="020F0502020204030204" pitchFamily="34" charset="0"/>
            </a:endParaRPr>
          </a:p>
        </p:txBody>
      </p:sp>
      <p:sp>
        <p:nvSpPr>
          <p:cNvPr id="33" name="正方形/長方形 32">
            <a:extLst>
              <a:ext uri="{FF2B5EF4-FFF2-40B4-BE49-F238E27FC236}">
                <a16:creationId xmlns:a16="http://schemas.microsoft.com/office/drawing/2014/main" id="{ECA0C916-CA78-802C-BDC1-A30EBF16E6D3}"/>
              </a:ext>
            </a:extLst>
          </p:cNvPr>
          <p:cNvSpPr/>
          <p:nvPr/>
        </p:nvSpPr>
        <p:spPr>
          <a:xfrm>
            <a:off x="3210066" y="122137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Jun</a:t>
            </a:r>
            <a:endParaRPr lang="ja-JP" altLang="en-US" sz="800" b="1">
              <a:solidFill>
                <a:prstClr val="white"/>
              </a:solidFill>
              <a:latin typeface="Calibri" panose="020F0502020204030204" pitchFamily="34" charset="0"/>
              <a:cs typeface="Calibri" panose="020F0502020204030204" pitchFamily="34" charset="0"/>
            </a:endParaRPr>
          </a:p>
        </p:txBody>
      </p:sp>
      <p:sp>
        <p:nvSpPr>
          <p:cNvPr id="34" name="正方形/長方形 33">
            <a:extLst>
              <a:ext uri="{FF2B5EF4-FFF2-40B4-BE49-F238E27FC236}">
                <a16:creationId xmlns:a16="http://schemas.microsoft.com/office/drawing/2014/main" id="{E418C749-2EC2-0DC8-AD8F-740CA96E954F}"/>
              </a:ext>
            </a:extLst>
          </p:cNvPr>
          <p:cNvSpPr/>
          <p:nvPr/>
        </p:nvSpPr>
        <p:spPr>
          <a:xfrm>
            <a:off x="3585689" y="122137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Jul</a:t>
            </a:r>
            <a:endParaRPr lang="ja-JP" altLang="en-US" sz="800" b="1">
              <a:solidFill>
                <a:prstClr val="white"/>
              </a:solidFill>
              <a:latin typeface="Calibri" panose="020F0502020204030204" pitchFamily="34" charset="0"/>
              <a:cs typeface="Calibri" panose="020F0502020204030204" pitchFamily="34" charset="0"/>
            </a:endParaRPr>
          </a:p>
        </p:txBody>
      </p:sp>
      <p:sp>
        <p:nvSpPr>
          <p:cNvPr id="35" name="正方形/長方形 34">
            <a:extLst>
              <a:ext uri="{FF2B5EF4-FFF2-40B4-BE49-F238E27FC236}">
                <a16:creationId xmlns:a16="http://schemas.microsoft.com/office/drawing/2014/main" id="{0F0B1DB2-D825-4CF2-F94B-E048AFC818CE}"/>
              </a:ext>
            </a:extLst>
          </p:cNvPr>
          <p:cNvSpPr/>
          <p:nvPr/>
        </p:nvSpPr>
        <p:spPr>
          <a:xfrm>
            <a:off x="3961312" y="122137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Aug</a:t>
            </a:r>
            <a:endParaRPr lang="ja-JP" altLang="en-US" sz="800" b="1">
              <a:solidFill>
                <a:prstClr val="white"/>
              </a:solidFill>
              <a:latin typeface="Calibri" panose="020F0502020204030204" pitchFamily="34" charset="0"/>
              <a:cs typeface="Calibri" panose="020F0502020204030204" pitchFamily="34" charset="0"/>
            </a:endParaRPr>
          </a:p>
        </p:txBody>
      </p:sp>
      <p:sp>
        <p:nvSpPr>
          <p:cNvPr id="36" name="正方形/長方形 35">
            <a:extLst>
              <a:ext uri="{FF2B5EF4-FFF2-40B4-BE49-F238E27FC236}">
                <a16:creationId xmlns:a16="http://schemas.microsoft.com/office/drawing/2014/main" id="{BEBADFDF-A67A-39BB-9CBC-61BA055B1EC2}"/>
              </a:ext>
            </a:extLst>
          </p:cNvPr>
          <p:cNvSpPr/>
          <p:nvPr/>
        </p:nvSpPr>
        <p:spPr>
          <a:xfrm>
            <a:off x="4336935" y="122137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Sep</a:t>
            </a:r>
            <a:endParaRPr lang="ja-JP" altLang="en-US" sz="800" b="1">
              <a:solidFill>
                <a:prstClr val="white"/>
              </a:solidFill>
              <a:latin typeface="Calibri" panose="020F0502020204030204" pitchFamily="34" charset="0"/>
              <a:cs typeface="Calibri" panose="020F0502020204030204" pitchFamily="34" charset="0"/>
            </a:endParaRPr>
          </a:p>
        </p:txBody>
      </p:sp>
      <p:sp>
        <p:nvSpPr>
          <p:cNvPr id="37" name="正方形/長方形 36">
            <a:extLst>
              <a:ext uri="{FF2B5EF4-FFF2-40B4-BE49-F238E27FC236}">
                <a16:creationId xmlns:a16="http://schemas.microsoft.com/office/drawing/2014/main" id="{AC832911-036D-8D71-7643-95B4E6849605}"/>
              </a:ext>
            </a:extLst>
          </p:cNvPr>
          <p:cNvSpPr/>
          <p:nvPr/>
        </p:nvSpPr>
        <p:spPr>
          <a:xfrm>
            <a:off x="4712558" y="122137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Oct</a:t>
            </a:r>
            <a:endParaRPr lang="ja-JP" altLang="en-US" sz="800" b="1">
              <a:solidFill>
                <a:prstClr val="white"/>
              </a:solidFill>
              <a:latin typeface="Calibri" panose="020F0502020204030204" pitchFamily="34" charset="0"/>
              <a:cs typeface="Calibri" panose="020F0502020204030204" pitchFamily="34" charset="0"/>
            </a:endParaRPr>
          </a:p>
        </p:txBody>
      </p:sp>
      <p:sp>
        <p:nvSpPr>
          <p:cNvPr id="38" name="正方形/長方形 37">
            <a:extLst>
              <a:ext uri="{FF2B5EF4-FFF2-40B4-BE49-F238E27FC236}">
                <a16:creationId xmlns:a16="http://schemas.microsoft.com/office/drawing/2014/main" id="{EF1506A6-34D9-483C-8A2A-0C70251895DD}"/>
              </a:ext>
            </a:extLst>
          </p:cNvPr>
          <p:cNvSpPr/>
          <p:nvPr/>
        </p:nvSpPr>
        <p:spPr>
          <a:xfrm>
            <a:off x="5088181" y="122137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Nov</a:t>
            </a:r>
            <a:endParaRPr lang="ja-JP" altLang="en-US" sz="800" b="1">
              <a:solidFill>
                <a:prstClr val="white"/>
              </a:solidFill>
              <a:latin typeface="Calibri" panose="020F0502020204030204" pitchFamily="34" charset="0"/>
              <a:cs typeface="Calibri" panose="020F0502020204030204" pitchFamily="34" charset="0"/>
            </a:endParaRPr>
          </a:p>
        </p:txBody>
      </p:sp>
      <p:sp>
        <p:nvSpPr>
          <p:cNvPr id="39" name="正方形/長方形 38">
            <a:extLst>
              <a:ext uri="{FF2B5EF4-FFF2-40B4-BE49-F238E27FC236}">
                <a16:creationId xmlns:a16="http://schemas.microsoft.com/office/drawing/2014/main" id="{AC79A92C-F998-2D0E-2F82-571C99D53B41}"/>
              </a:ext>
            </a:extLst>
          </p:cNvPr>
          <p:cNvSpPr/>
          <p:nvPr/>
        </p:nvSpPr>
        <p:spPr>
          <a:xfrm>
            <a:off x="5463804" y="122137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Dec</a:t>
            </a:r>
            <a:endParaRPr lang="ja-JP" altLang="en-US" sz="800" b="1">
              <a:solidFill>
                <a:prstClr val="white"/>
              </a:solidFill>
              <a:latin typeface="Calibri" panose="020F0502020204030204" pitchFamily="34" charset="0"/>
              <a:cs typeface="Calibri" panose="020F0502020204030204" pitchFamily="34" charset="0"/>
            </a:endParaRPr>
          </a:p>
        </p:txBody>
      </p:sp>
      <p:sp>
        <p:nvSpPr>
          <p:cNvPr id="40" name="正方形/長方形 39">
            <a:extLst>
              <a:ext uri="{FF2B5EF4-FFF2-40B4-BE49-F238E27FC236}">
                <a16:creationId xmlns:a16="http://schemas.microsoft.com/office/drawing/2014/main" id="{F872F19F-109E-1764-0DBF-83C044328816}"/>
              </a:ext>
            </a:extLst>
          </p:cNvPr>
          <p:cNvSpPr/>
          <p:nvPr/>
        </p:nvSpPr>
        <p:spPr>
          <a:xfrm>
            <a:off x="5839427" y="122064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Jan</a:t>
            </a:r>
            <a:endParaRPr lang="ja-JP" altLang="en-US" sz="800" b="1">
              <a:solidFill>
                <a:prstClr val="white"/>
              </a:solidFill>
              <a:latin typeface="Calibri" panose="020F0502020204030204" pitchFamily="34" charset="0"/>
              <a:cs typeface="Calibri" panose="020F0502020204030204" pitchFamily="34" charset="0"/>
            </a:endParaRPr>
          </a:p>
        </p:txBody>
      </p:sp>
      <p:sp>
        <p:nvSpPr>
          <p:cNvPr id="41" name="正方形/長方形 40">
            <a:extLst>
              <a:ext uri="{FF2B5EF4-FFF2-40B4-BE49-F238E27FC236}">
                <a16:creationId xmlns:a16="http://schemas.microsoft.com/office/drawing/2014/main" id="{8CDA5FDD-30E5-1404-7B8C-A8D0F777ACD6}"/>
              </a:ext>
            </a:extLst>
          </p:cNvPr>
          <p:cNvSpPr/>
          <p:nvPr/>
        </p:nvSpPr>
        <p:spPr>
          <a:xfrm>
            <a:off x="6215050" y="1220648"/>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Feb</a:t>
            </a:r>
            <a:endParaRPr lang="ja-JP" altLang="en-US" sz="800" b="1">
              <a:solidFill>
                <a:prstClr val="white"/>
              </a:solidFill>
              <a:latin typeface="Calibri" panose="020F0502020204030204" pitchFamily="34" charset="0"/>
              <a:cs typeface="Calibri" panose="020F0502020204030204" pitchFamily="34" charset="0"/>
            </a:endParaRPr>
          </a:p>
        </p:txBody>
      </p:sp>
      <p:sp>
        <p:nvSpPr>
          <p:cNvPr id="42" name="正方形/長方形 41">
            <a:extLst>
              <a:ext uri="{FF2B5EF4-FFF2-40B4-BE49-F238E27FC236}">
                <a16:creationId xmlns:a16="http://schemas.microsoft.com/office/drawing/2014/main" id="{EAD94D6F-F074-D9D6-0A5C-679549AC6B40}"/>
              </a:ext>
            </a:extLst>
          </p:cNvPr>
          <p:cNvSpPr/>
          <p:nvPr/>
        </p:nvSpPr>
        <p:spPr>
          <a:xfrm>
            <a:off x="6590673" y="122064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Mar</a:t>
            </a:r>
            <a:endParaRPr lang="ja-JP" altLang="en-US" sz="800" b="1">
              <a:solidFill>
                <a:prstClr val="white"/>
              </a:solidFill>
              <a:latin typeface="Calibri" panose="020F0502020204030204" pitchFamily="34" charset="0"/>
              <a:cs typeface="Calibri" panose="020F0502020204030204" pitchFamily="34" charset="0"/>
            </a:endParaRPr>
          </a:p>
        </p:txBody>
      </p:sp>
      <p:sp>
        <p:nvSpPr>
          <p:cNvPr id="43" name="正方形/長方形 42">
            <a:extLst>
              <a:ext uri="{FF2B5EF4-FFF2-40B4-BE49-F238E27FC236}">
                <a16:creationId xmlns:a16="http://schemas.microsoft.com/office/drawing/2014/main" id="{41B887E8-931E-89F5-5A4B-2C607D57ED09}"/>
              </a:ext>
            </a:extLst>
          </p:cNvPr>
          <p:cNvSpPr/>
          <p:nvPr/>
        </p:nvSpPr>
        <p:spPr>
          <a:xfrm>
            <a:off x="6966296" y="122064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Apr</a:t>
            </a:r>
            <a:endParaRPr lang="ja-JP" altLang="en-US" sz="800" b="1">
              <a:solidFill>
                <a:prstClr val="white"/>
              </a:solidFill>
              <a:latin typeface="Calibri" panose="020F0502020204030204" pitchFamily="34" charset="0"/>
              <a:cs typeface="Calibri" panose="020F0502020204030204" pitchFamily="34" charset="0"/>
            </a:endParaRPr>
          </a:p>
        </p:txBody>
      </p:sp>
      <p:sp>
        <p:nvSpPr>
          <p:cNvPr id="44" name="正方形/長方形 43">
            <a:extLst>
              <a:ext uri="{FF2B5EF4-FFF2-40B4-BE49-F238E27FC236}">
                <a16:creationId xmlns:a16="http://schemas.microsoft.com/office/drawing/2014/main" id="{5F435A37-2731-04D3-7C73-20B6E582CFDE}"/>
              </a:ext>
            </a:extLst>
          </p:cNvPr>
          <p:cNvSpPr/>
          <p:nvPr/>
        </p:nvSpPr>
        <p:spPr>
          <a:xfrm>
            <a:off x="7341919" y="1220648"/>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May</a:t>
            </a:r>
            <a:endParaRPr lang="ja-JP" altLang="en-US" sz="800" b="1">
              <a:solidFill>
                <a:prstClr val="white"/>
              </a:solidFill>
              <a:latin typeface="Calibri" panose="020F0502020204030204" pitchFamily="34" charset="0"/>
              <a:cs typeface="Calibri" panose="020F0502020204030204" pitchFamily="34" charset="0"/>
            </a:endParaRPr>
          </a:p>
        </p:txBody>
      </p:sp>
      <p:sp>
        <p:nvSpPr>
          <p:cNvPr id="45" name="正方形/長方形 44">
            <a:extLst>
              <a:ext uri="{FF2B5EF4-FFF2-40B4-BE49-F238E27FC236}">
                <a16:creationId xmlns:a16="http://schemas.microsoft.com/office/drawing/2014/main" id="{F2D26CFC-769F-4553-2CA2-9A8DEB76CE0B}"/>
              </a:ext>
            </a:extLst>
          </p:cNvPr>
          <p:cNvSpPr/>
          <p:nvPr/>
        </p:nvSpPr>
        <p:spPr>
          <a:xfrm>
            <a:off x="7717542" y="122064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Jun</a:t>
            </a:r>
            <a:endParaRPr lang="ja-JP" altLang="en-US" sz="800" b="1">
              <a:solidFill>
                <a:prstClr val="white"/>
              </a:solidFill>
              <a:latin typeface="Calibri" panose="020F0502020204030204" pitchFamily="34" charset="0"/>
              <a:cs typeface="Calibri" panose="020F0502020204030204" pitchFamily="34" charset="0"/>
            </a:endParaRPr>
          </a:p>
        </p:txBody>
      </p:sp>
      <p:sp>
        <p:nvSpPr>
          <p:cNvPr id="46" name="正方形/長方形 45">
            <a:extLst>
              <a:ext uri="{FF2B5EF4-FFF2-40B4-BE49-F238E27FC236}">
                <a16:creationId xmlns:a16="http://schemas.microsoft.com/office/drawing/2014/main" id="{802E632D-90CF-B7C4-23AE-216C480C3001}"/>
              </a:ext>
            </a:extLst>
          </p:cNvPr>
          <p:cNvSpPr/>
          <p:nvPr/>
        </p:nvSpPr>
        <p:spPr>
          <a:xfrm>
            <a:off x="8093165" y="122064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Jul</a:t>
            </a:r>
            <a:endParaRPr lang="ja-JP" altLang="en-US" sz="800" b="1">
              <a:solidFill>
                <a:prstClr val="white"/>
              </a:solidFill>
              <a:latin typeface="Calibri" panose="020F0502020204030204" pitchFamily="34" charset="0"/>
              <a:cs typeface="Calibri" panose="020F0502020204030204" pitchFamily="34" charset="0"/>
            </a:endParaRPr>
          </a:p>
        </p:txBody>
      </p:sp>
      <p:sp>
        <p:nvSpPr>
          <p:cNvPr id="47" name="正方形/長方形 46">
            <a:extLst>
              <a:ext uri="{FF2B5EF4-FFF2-40B4-BE49-F238E27FC236}">
                <a16:creationId xmlns:a16="http://schemas.microsoft.com/office/drawing/2014/main" id="{3ECE4260-278B-4214-CA0F-AF5F45D481AE}"/>
              </a:ext>
            </a:extLst>
          </p:cNvPr>
          <p:cNvSpPr/>
          <p:nvPr/>
        </p:nvSpPr>
        <p:spPr>
          <a:xfrm>
            <a:off x="8468788" y="1220643"/>
            <a:ext cx="358309"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Aug</a:t>
            </a:r>
            <a:endParaRPr lang="ja-JP" altLang="en-US" sz="800" b="1">
              <a:solidFill>
                <a:prstClr val="white"/>
              </a:solidFill>
              <a:latin typeface="Calibri" panose="020F0502020204030204" pitchFamily="34" charset="0"/>
              <a:cs typeface="Calibri" panose="020F0502020204030204" pitchFamily="34" charset="0"/>
            </a:endParaRPr>
          </a:p>
        </p:txBody>
      </p:sp>
      <p:sp>
        <p:nvSpPr>
          <p:cNvPr id="48" name="正方形/長方形 47">
            <a:extLst>
              <a:ext uri="{FF2B5EF4-FFF2-40B4-BE49-F238E27FC236}">
                <a16:creationId xmlns:a16="http://schemas.microsoft.com/office/drawing/2014/main" id="{0719FA0E-69A1-0DC1-5713-BE38F0496639}"/>
              </a:ext>
            </a:extLst>
          </p:cNvPr>
          <p:cNvSpPr/>
          <p:nvPr/>
        </p:nvSpPr>
        <p:spPr>
          <a:xfrm>
            <a:off x="1331951" y="1221373"/>
            <a:ext cx="367260" cy="183304"/>
          </a:xfrm>
          <a:prstGeom prst="rect">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685749">
              <a:defRPr/>
            </a:pPr>
            <a:r>
              <a:rPr lang="en-US" altLang="ja-JP" sz="800" b="1">
                <a:solidFill>
                  <a:prstClr val="white"/>
                </a:solidFill>
                <a:latin typeface="Calibri" panose="020F0502020204030204" pitchFamily="34" charset="0"/>
                <a:ea typeface="Calibri" panose="020F0502020204030204" pitchFamily="34" charset="0"/>
                <a:cs typeface="Calibri" panose="020F0502020204030204" pitchFamily="34" charset="0"/>
              </a:rPr>
              <a:t>Jan</a:t>
            </a:r>
            <a:endParaRPr lang="ja-JP" altLang="en-US" sz="800" b="1">
              <a:solidFill>
                <a:prstClr val="white"/>
              </a:solidFill>
              <a:latin typeface="Calibri" panose="020F0502020204030204" pitchFamily="34" charset="0"/>
              <a:cs typeface="Calibri" panose="020F0502020204030204" pitchFamily="34" charset="0"/>
            </a:endParaRPr>
          </a:p>
        </p:txBody>
      </p:sp>
      <p:sp>
        <p:nvSpPr>
          <p:cNvPr id="49" name="テキスト ボックス 48">
            <a:extLst>
              <a:ext uri="{FF2B5EF4-FFF2-40B4-BE49-F238E27FC236}">
                <a16:creationId xmlns:a16="http://schemas.microsoft.com/office/drawing/2014/main" id="{312CA057-23A7-91AE-9C95-11CCE662A41D}"/>
              </a:ext>
            </a:extLst>
          </p:cNvPr>
          <p:cNvSpPr txBox="1"/>
          <p:nvPr/>
        </p:nvSpPr>
        <p:spPr>
          <a:xfrm>
            <a:off x="7184986" y="1502194"/>
            <a:ext cx="573363" cy="223298"/>
          </a:xfrm>
          <a:prstGeom prst="rect">
            <a:avLst/>
          </a:prstGeom>
          <a:noFill/>
        </p:spPr>
        <p:txBody>
          <a:bodyPr wrap="none" rtlCol="0" anchor="t" anchorCtr="0">
            <a:noAutofit/>
          </a:bodyPr>
          <a:lstStyle>
            <a:defPPr>
              <a:defRPr lang="ja-JP"/>
            </a:defPPr>
            <a:lvl1pPr>
              <a:defRPr sz="788" b="1">
                <a:latin typeface="Meiryo UI" panose="020B0604030504040204" pitchFamily="50" charset="-128"/>
                <a:ea typeface="Meiryo UI" panose="020B0604030504040204" pitchFamily="50" charset="-128"/>
              </a:defRPr>
            </a:lvl1pPr>
          </a:lstStyle>
          <a:p>
            <a:pPr algn="ctr" defTabSz="685738">
              <a:lnSpc>
                <a:spcPts val="700"/>
              </a:lnSpc>
              <a:defRPr/>
            </a:pPr>
            <a:r>
              <a:rPr lang="en-US" altLang="ja-JP" sz="700">
                <a:solidFill>
                  <a:prstClr val="black"/>
                </a:solidFill>
                <a:latin typeface="Calibri" panose="020F0502020204030204" pitchFamily="34" charset="0"/>
                <a:ea typeface="Calibri" panose="020F0502020204030204" pitchFamily="34" charset="0"/>
                <a:cs typeface="Calibri" panose="020F0502020204030204" pitchFamily="34" charset="0"/>
              </a:rPr>
              <a:t>Transition</a:t>
            </a:r>
          </a:p>
          <a:p>
            <a:pPr algn="ctr" defTabSz="685738">
              <a:lnSpc>
                <a:spcPts val="700"/>
              </a:lnSpc>
              <a:defRPr/>
            </a:pPr>
            <a:r>
              <a:rPr lang="en-US" altLang="ja-JP" sz="700">
                <a:solidFill>
                  <a:prstClr val="black"/>
                </a:solidFill>
                <a:latin typeface="Calibri" panose="020F0502020204030204" pitchFamily="34" charset="0"/>
                <a:ea typeface="Calibri" panose="020F0502020204030204" pitchFamily="34" charset="0"/>
                <a:cs typeface="Calibri" panose="020F0502020204030204" pitchFamily="34" charset="0"/>
              </a:rPr>
              <a:t>Decision</a:t>
            </a:r>
            <a:endParaRPr lang="ja-JP" altLang="en-US" sz="700">
              <a:solidFill>
                <a:prstClr val="black"/>
              </a:solidFill>
              <a:latin typeface="Calibri" panose="020F0502020204030204" pitchFamily="34" charset="0"/>
              <a:ea typeface="+mn-ea"/>
              <a:cs typeface="Calibri" panose="020F0502020204030204" pitchFamily="34" charset="0"/>
            </a:endParaRPr>
          </a:p>
        </p:txBody>
      </p:sp>
      <p:sp>
        <p:nvSpPr>
          <p:cNvPr id="50" name="矢印: 五方向 49">
            <a:extLst>
              <a:ext uri="{FF2B5EF4-FFF2-40B4-BE49-F238E27FC236}">
                <a16:creationId xmlns:a16="http://schemas.microsoft.com/office/drawing/2014/main" id="{0AA21FCA-961C-7B3B-2985-157CA954F5B6}"/>
              </a:ext>
            </a:extLst>
          </p:cNvPr>
          <p:cNvSpPr/>
          <p:nvPr/>
        </p:nvSpPr>
        <p:spPr>
          <a:xfrm>
            <a:off x="1279994" y="3757060"/>
            <a:ext cx="1139297" cy="567762"/>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Discuss/Align on Remaining Assets Minimization Approach</a:t>
            </a:r>
          </a:p>
        </p:txBody>
      </p:sp>
      <p:sp>
        <p:nvSpPr>
          <p:cNvPr id="51" name="矢印: 五方向 50">
            <a:extLst>
              <a:ext uri="{FF2B5EF4-FFF2-40B4-BE49-F238E27FC236}">
                <a16:creationId xmlns:a16="http://schemas.microsoft.com/office/drawing/2014/main" id="{9E262472-82BC-6C58-5B82-1233223DD261}"/>
              </a:ext>
            </a:extLst>
          </p:cNvPr>
          <p:cNvSpPr/>
          <p:nvPr/>
        </p:nvSpPr>
        <p:spPr>
          <a:xfrm>
            <a:off x="2489988" y="3757060"/>
            <a:ext cx="711715" cy="567762"/>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Align on Minimization Timeline/Execution Approach</a:t>
            </a:r>
          </a:p>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(before LD1)</a:t>
            </a:r>
          </a:p>
        </p:txBody>
      </p:sp>
      <p:sp>
        <p:nvSpPr>
          <p:cNvPr id="52" name="矢印: 五方向 51">
            <a:extLst>
              <a:ext uri="{FF2B5EF4-FFF2-40B4-BE49-F238E27FC236}">
                <a16:creationId xmlns:a16="http://schemas.microsoft.com/office/drawing/2014/main" id="{192912FB-A166-B218-1C78-79DE9E861592}"/>
              </a:ext>
            </a:extLst>
          </p:cNvPr>
          <p:cNvSpPr/>
          <p:nvPr/>
        </p:nvSpPr>
        <p:spPr>
          <a:xfrm>
            <a:off x="1279994" y="3117647"/>
            <a:ext cx="1336368" cy="219456"/>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Create BRD for Tail Requirements</a:t>
            </a:r>
          </a:p>
        </p:txBody>
      </p:sp>
      <p:sp>
        <p:nvSpPr>
          <p:cNvPr id="53" name="矢印: 五方向 52">
            <a:extLst>
              <a:ext uri="{FF2B5EF4-FFF2-40B4-BE49-F238E27FC236}">
                <a16:creationId xmlns:a16="http://schemas.microsoft.com/office/drawing/2014/main" id="{C15E31D7-38DD-CE6E-AEF5-E479D6D5E117}"/>
              </a:ext>
            </a:extLst>
          </p:cNvPr>
          <p:cNvSpPr/>
          <p:nvPr/>
        </p:nvSpPr>
        <p:spPr>
          <a:xfrm>
            <a:off x="1279993" y="2643723"/>
            <a:ext cx="1336367" cy="219456"/>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Define Scope for Tail Reporting/</a:t>
            </a:r>
          </a:p>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Regulatory Negotiation</a:t>
            </a:r>
          </a:p>
        </p:txBody>
      </p:sp>
      <p:sp>
        <p:nvSpPr>
          <p:cNvPr id="54" name="矢印: 五方向 53">
            <a:extLst>
              <a:ext uri="{FF2B5EF4-FFF2-40B4-BE49-F238E27FC236}">
                <a16:creationId xmlns:a16="http://schemas.microsoft.com/office/drawing/2014/main" id="{1C084A65-9D2C-73DA-879C-523B64812815}"/>
              </a:ext>
            </a:extLst>
          </p:cNvPr>
          <p:cNvSpPr/>
          <p:nvPr/>
        </p:nvSpPr>
        <p:spPr>
          <a:xfrm>
            <a:off x="1279994" y="1931119"/>
            <a:ext cx="1139298" cy="398713"/>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Confirm Regulatory Requirements for Tail Reporting (OJK)</a:t>
            </a:r>
          </a:p>
        </p:txBody>
      </p:sp>
      <p:sp>
        <p:nvSpPr>
          <p:cNvPr id="55" name="矢印: 五方向 54">
            <a:extLst>
              <a:ext uri="{FF2B5EF4-FFF2-40B4-BE49-F238E27FC236}">
                <a16:creationId xmlns:a16="http://schemas.microsoft.com/office/drawing/2014/main" id="{7B0AFB7C-B8F5-D455-1B77-A9A71A73ACAD}"/>
              </a:ext>
            </a:extLst>
          </p:cNvPr>
          <p:cNvSpPr/>
          <p:nvPr/>
        </p:nvSpPr>
        <p:spPr>
          <a:xfrm>
            <a:off x="2489988" y="1931120"/>
            <a:ext cx="711715" cy="398713"/>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Negotiate/</a:t>
            </a:r>
          </a:p>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Agree on Remaining Assets</a:t>
            </a:r>
          </a:p>
        </p:txBody>
      </p:sp>
      <p:cxnSp>
        <p:nvCxnSpPr>
          <p:cNvPr id="56" name="コネクタ: カギ線 55">
            <a:extLst>
              <a:ext uri="{FF2B5EF4-FFF2-40B4-BE49-F238E27FC236}">
                <a16:creationId xmlns:a16="http://schemas.microsoft.com/office/drawing/2014/main" id="{E19BABC0-AAEF-CDC0-6EC7-6E4638CA4D87}"/>
              </a:ext>
            </a:extLst>
          </p:cNvPr>
          <p:cNvCxnSpPr>
            <a:cxnSpLocks/>
            <a:stCxn id="50" idx="3"/>
            <a:endCxn id="55" idx="1"/>
          </p:cNvCxnSpPr>
          <p:nvPr/>
        </p:nvCxnSpPr>
        <p:spPr>
          <a:xfrm flipV="1">
            <a:off x="2419291" y="2130477"/>
            <a:ext cx="70697" cy="1910464"/>
          </a:xfrm>
          <a:prstGeom prst="bentConnector3">
            <a:avLst>
              <a:gd name="adj1" fmla="val 50000"/>
            </a:avLst>
          </a:prstGeom>
          <a:ln w="63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7" name="矢印: 五方向 56">
            <a:extLst>
              <a:ext uri="{FF2B5EF4-FFF2-40B4-BE49-F238E27FC236}">
                <a16:creationId xmlns:a16="http://schemas.microsoft.com/office/drawing/2014/main" id="{189210A3-007A-BAED-6157-E26F8D69EDCA}"/>
              </a:ext>
            </a:extLst>
          </p:cNvPr>
          <p:cNvSpPr/>
          <p:nvPr/>
        </p:nvSpPr>
        <p:spPr>
          <a:xfrm>
            <a:off x="2665405" y="2643723"/>
            <a:ext cx="544662" cy="219456"/>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Define Scope</a:t>
            </a:r>
          </a:p>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for Tail Operations</a:t>
            </a:r>
          </a:p>
        </p:txBody>
      </p:sp>
      <p:sp>
        <p:nvSpPr>
          <p:cNvPr id="58" name="矢印: 五方向 57">
            <a:extLst>
              <a:ext uri="{FF2B5EF4-FFF2-40B4-BE49-F238E27FC236}">
                <a16:creationId xmlns:a16="http://schemas.microsoft.com/office/drawing/2014/main" id="{BCF06CE6-2759-14A2-E091-EA6A9B3A2800}"/>
              </a:ext>
            </a:extLst>
          </p:cNvPr>
          <p:cNvSpPr/>
          <p:nvPr/>
        </p:nvSpPr>
        <p:spPr>
          <a:xfrm>
            <a:off x="3250769" y="2643723"/>
            <a:ext cx="1072565" cy="219456"/>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Define Detailed Operation</a:t>
            </a:r>
          </a:p>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Flows of Tail Operations</a:t>
            </a:r>
          </a:p>
        </p:txBody>
      </p:sp>
      <p:sp>
        <p:nvSpPr>
          <p:cNvPr id="59" name="矢印: 五方向 58">
            <a:extLst>
              <a:ext uri="{FF2B5EF4-FFF2-40B4-BE49-F238E27FC236}">
                <a16:creationId xmlns:a16="http://schemas.microsoft.com/office/drawing/2014/main" id="{55079F79-4422-2C96-C431-E422088EC7C5}"/>
              </a:ext>
            </a:extLst>
          </p:cNvPr>
          <p:cNvSpPr/>
          <p:nvPr/>
        </p:nvSpPr>
        <p:spPr>
          <a:xfrm>
            <a:off x="4362357" y="2409178"/>
            <a:ext cx="1819317" cy="219456"/>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Create Resource Plan for</a:t>
            </a:r>
          </a:p>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Tail Operations (by names)</a:t>
            </a:r>
          </a:p>
        </p:txBody>
      </p:sp>
      <p:sp>
        <p:nvSpPr>
          <p:cNvPr id="60" name="矢印: 五方向 59">
            <a:extLst>
              <a:ext uri="{FF2B5EF4-FFF2-40B4-BE49-F238E27FC236}">
                <a16:creationId xmlns:a16="http://schemas.microsoft.com/office/drawing/2014/main" id="{67647D23-4B3E-63D8-B19B-EADE11560AEC}"/>
              </a:ext>
            </a:extLst>
          </p:cNvPr>
          <p:cNvSpPr/>
          <p:nvPr/>
        </p:nvSpPr>
        <p:spPr>
          <a:xfrm>
            <a:off x="4362358" y="2643723"/>
            <a:ext cx="1468706" cy="219456"/>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Update Manuals/</a:t>
            </a:r>
          </a:p>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Prepare for Trainings</a:t>
            </a:r>
          </a:p>
        </p:txBody>
      </p:sp>
      <p:sp>
        <p:nvSpPr>
          <p:cNvPr id="61" name="矢印: 五方向 60">
            <a:extLst>
              <a:ext uri="{FF2B5EF4-FFF2-40B4-BE49-F238E27FC236}">
                <a16:creationId xmlns:a16="http://schemas.microsoft.com/office/drawing/2014/main" id="{128CE326-275A-7A8C-3163-0B8362707961}"/>
              </a:ext>
            </a:extLst>
          </p:cNvPr>
          <p:cNvSpPr/>
          <p:nvPr/>
        </p:nvSpPr>
        <p:spPr>
          <a:xfrm>
            <a:off x="7392696" y="3364878"/>
            <a:ext cx="640080" cy="219456"/>
          </a:xfrm>
          <a:prstGeom prst="homePlate">
            <a:avLst>
              <a:gd name="adj" fmla="val 12883"/>
            </a:avLst>
          </a:prstGeom>
          <a:solidFill>
            <a:srgbClr val="FFFFFF"/>
          </a:solidFill>
          <a:ln w="3175">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Conduct UAT</a:t>
            </a:r>
          </a:p>
        </p:txBody>
      </p:sp>
      <p:sp>
        <p:nvSpPr>
          <p:cNvPr id="62" name="矢印: 五方向 61">
            <a:extLst>
              <a:ext uri="{FF2B5EF4-FFF2-40B4-BE49-F238E27FC236}">
                <a16:creationId xmlns:a16="http://schemas.microsoft.com/office/drawing/2014/main" id="{455FF68E-299E-9474-9682-E4805BFF2274}"/>
              </a:ext>
            </a:extLst>
          </p:cNvPr>
          <p:cNvSpPr/>
          <p:nvPr/>
        </p:nvSpPr>
        <p:spPr>
          <a:xfrm>
            <a:off x="3250769" y="3741922"/>
            <a:ext cx="5209656" cy="249729"/>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Execute Minimization Approach</a:t>
            </a:r>
          </a:p>
        </p:txBody>
      </p:sp>
      <p:sp>
        <p:nvSpPr>
          <p:cNvPr id="63" name="矢印: 五方向 62">
            <a:extLst>
              <a:ext uri="{FF2B5EF4-FFF2-40B4-BE49-F238E27FC236}">
                <a16:creationId xmlns:a16="http://schemas.microsoft.com/office/drawing/2014/main" id="{1113F673-44BC-B3A2-79A5-3EF0EDA7D999}"/>
              </a:ext>
            </a:extLst>
          </p:cNvPr>
          <p:cNvSpPr/>
          <p:nvPr/>
        </p:nvSpPr>
        <p:spPr>
          <a:xfrm>
            <a:off x="3976702" y="4075093"/>
            <a:ext cx="1453426" cy="249729"/>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Draft Revocation Preparation Approval Documents (1st Draft)</a:t>
            </a:r>
          </a:p>
        </p:txBody>
      </p:sp>
      <p:sp>
        <p:nvSpPr>
          <p:cNvPr id="64" name="矢印: 五方向 63">
            <a:extLst>
              <a:ext uri="{FF2B5EF4-FFF2-40B4-BE49-F238E27FC236}">
                <a16:creationId xmlns:a16="http://schemas.microsoft.com/office/drawing/2014/main" id="{ACDC4C32-6FB6-C22B-74A6-3BEDEEBAD27F}"/>
              </a:ext>
            </a:extLst>
          </p:cNvPr>
          <p:cNvSpPr/>
          <p:nvPr/>
        </p:nvSpPr>
        <p:spPr>
          <a:xfrm>
            <a:off x="5463024" y="4075093"/>
            <a:ext cx="1453426" cy="249729"/>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Draft Revocation Preparation Approval Documents (2nd Draft)</a:t>
            </a:r>
          </a:p>
        </p:txBody>
      </p:sp>
      <p:sp>
        <p:nvSpPr>
          <p:cNvPr id="65" name="矢印: 五方向 64">
            <a:extLst>
              <a:ext uri="{FF2B5EF4-FFF2-40B4-BE49-F238E27FC236}">
                <a16:creationId xmlns:a16="http://schemas.microsoft.com/office/drawing/2014/main" id="{E29FF0FF-DE8D-856E-E215-42AACBD2306B}"/>
              </a:ext>
            </a:extLst>
          </p:cNvPr>
          <p:cNvSpPr/>
          <p:nvPr/>
        </p:nvSpPr>
        <p:spPr>
          <a:xfrm>
            <a:off x="6965515" y="4075093"/>
            <a:ext cx="1494909" cy="249729"/>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Draft Revocation Preparation Approval Documents (Final Draft)</a:t>
            </a:r>
          </a:p>
        </p:txBody>
      </p:sp>
      <p:sp>
        <p:nvSpPr>
          <p:cNvPr id="66" name="矢印: 五方向 65">
            <a:extLst>
              <a:ext uri="{FF2B5EF4-FFF2-40B4-BE49-F238E27FC236}">
                <a16:creationId xmlns:a16="http://schemas.microsoft.com/office/drawing/2014/main" id="{727827E0-B37A-FFAE-9DF8-812A302C006F}"/>
              </a:ext>
            </a:extLst>
          </p:cNvPr>
          <p:cNvSpPr/>
          <p:nvPr/>
        </p:nvSpPr>
        <p:spPr>
          <a:xfrm>
            <a:off x="3961311" y="1931119"/>
            <a:ext cx="2996622" cy="398713"/>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Pre-Consultation for Integration</a:t>
            </a:r>
          </a:p>
        </p:txBody>
      </p:sp>
      <p:sp>
        <p:nvSpPr>
          <p:cNvPr id="67" name="矢印: 五方向 66">
            <a:extLst>
              <a:ext uri="{FF2B5EF4-FFF2-40B4-BE49-F238E27FC236}">
                <a16:creationId xmlns:a16="http://schemas.microsoft.com/office/drawing/2014/main" id="{5A1F9656-997B-AE42-0590-161397995594}"/>
              </a:ext>
            </a:extLst>
          </p:cNvPr>
          <p:cNvSpPr/>
          <p:nvPr/>
        </p:nvSpPr>
        <p:spPr>
          <a:xfrm>
            <a:off x="3961311" y="4406195"/>
            <a:ext cx="2996621" cy="249729"/>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Finalize Integration Plan</a:t>
            </a:r>
            <a:b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b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(Settlement of Remaining Obligation Sections)</a:t>
            </a:r>
          </a:p>
        </p:txBody>
      </p:sp>
      <p:sp>
        <p:nvSpPr>
          <p:cNvPr id="68" name="矢印: 五方向 67">
            <a:extLst>
              <a:ext uri="{FF2B5EF4-FFF2-40B4-BE49-F238E27FC236}">
                <a16:creationId xmlns:a16="http://schemas.microsoft.com/office/drawing/2014/main" id="{0F2597F0-758A-38EF-8D33-7CD830DDB3FD}"/>
              </a:ext>
            </a:extLst>
          </p:cNvPr>
          <p:cNvSpPr/>
          <p:nvPr/>
        </p:nvSpPr>
        <p:spPr>
          <a:xfrm>
            <a:off x="2673137" y="4406195"/>
            <a:ext cx="1279812" cy="249729"/>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Create Integration Plan</a:t>
            </a:r>
            <a:b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b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(Settlement of Remaining Obligation Sections)</a:t>
            </a:r>
          </a:p>
        </p:txBody>
      </p:sp>
      <p:sp>
        <p:nvSpPr>
          <p:cNvPr id="69" name="矢印: 五方向 68">
            <a:extLst>
              <a:ext uri="{FF2B5EF4-FFF2-40B4-BE49-F238E27FC236}">
                <a16:creationId xmlns:a16="http://schemas.microsoft.com/office/drawing/2014/main" id="{FECC75E9-97B9-503B-0780-D289D6285B3A}"/>
              </a:ext>
            </a:extLst>
          </p:cNvPr>
          <p:cNvSpPr/>
          <p:nvPr/>
        </p:nvSpPr>
        <p:spPr>
          <a:xfrm>
            <a:off x="3250769" y="1931120"/>
            <a:ext cx="711715" cy="398713"/>
          </a:xfrm>
          <a:prstGeom prst="homePlate">
            <a:avLst>
              <a:gd name="adj" fmla="val 12883"/>
            </a:avLst>
          </a:prstGeom>
          <a:solidFill>
            <a:srgbClr val="FFFFFF"/>
          </a:solidFill>
          <a:ln w="3175">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Follow-up Discussions</a:t>
            </a:r>
          </a:p>
        </p:txBody>
      </p:sp>
      <p:sp>
        <p:nvSpPr>
          <p:cNvPr id="71" name="矢印: 五方向 70">
            <a:extLst>
              <a:ext uri="{FF2B5EF4-FFF2-40B4-BE49-F238E27FC236}">
                <a16:creationId xmlns:a16="http://schemas.microsoft.com/office/drawing/2014/main" id="{D3EEFB5D-CBBD-1865-38FE-068EFFC6B24D}"/>
              </a:ext>
            </a:extLst>
          </p:cNvPr>
          <p:cNvSpPr/>
          <p:nvPr/>
        </p:nvSpPr>
        <p:spPr>
          <a:xfrm>
            <a:off x="7410488" y="2643723"/>
            <a:ext cx="1048047" cy="219456"/>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Operation Transition/</a:t>
            </a:r>
          </a:p>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Rehearsal</a:t>
            </a:r>
          </a:p>
        </p:txBody>
      </p:sp>
      <p:sp>
        <p:nvSpPr>
          <p:cNvPr id="72" name="矢印: 五方向 71">
            <a:extLst>
              <a:ext uri="{FF2B5EF4-FFF2-40B4-BE49-F238E27FC236}">
                <a16:creationId xmlns:a16="http://schemas.microsoft.com/office/drawing/2014/main" id="{72101E96-F9E9-E00B-C549-69879FD90A04}"/>
              </a:ext>
            </a:extLst>
          </p:cNvPr>
          <p:cNvSpPr/>
          <p:nvPr/>
        </p:nvSpPr>
        <p:spPr>
          <a:xfrm>
            <a:off x="5452527" y="4743081"/>
            <a:ext cx="729148" cy="249729"/>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Finalize FS </a:t>
            </a:r>
          </a:p>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of FY2026</a:t>
            </a:r>
          </a:p>
        </p:txBody>
      </p:sp>
      <p:sp>
        <p:nvSpPr>
          <p:cNvPr id="73" name="矢印: 五方向 72">
            <a:extLst>
              <a:ext uri="{FF2B5EF4-FFF2-40B4-BE49-F238E27FC236}">
                <a16:creationId xmlns:a16="http://schemas.microsoft.com/office/drawing/2014/main" id="{9CEC98FA-4B44-2256-D84C-C245A188CC4E}"/>
              </a:ext>
            </a:extLst>
          </p:cNvPr>
          <p:cNvSpPr/>
          <p:nvPr/>
        </p:nvSpPr>
        <p:spPr>
          <a:xfrm>
            <a:off x="6215050" y="4743081"/>
            <a:ext cx="1118505" cy="249729"/>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FY2026 Corporate</a:t>
            </a:r>
          </a:p>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Tax Filing</a:t>
            </a:r>
          </a:p>
        </p:txBody>
      </p:sp>
      <p:sp>
        <p:nvSpPr>
          <p:cNvPr id="74" name="矢印: 五方向 73">
            <a:extLst>
              <a:ext uri="{FF2B5EF4-FFF2-40B4-BE49-F238E27FC236}">
                <a16:creationId xmlns:a16="http://schemas.microsoft.com/office/drawing/2014/main" id="{8D34399D-2951-C0B6-A5A7-3DBBD13B617F}"/>
              </a:ext>
            </a:extLst>
          </p:cNvPr>
          <p:cNvSpPr/>
          <p:nvPr/>
        </p:nvSpPr>
        <p:spPr>
          <a:xfrm>
            <a:off x="7366930" y="4743081"/>
            <a:ext cx="1012132" cy="249729"/>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Receive Tax Letter</a:t>
            </a:r>
          </a:p>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From DGT</a:t>
            </a:r>
          </a:p>
        </p:txBody>
      </p:sp>
      <p:cxnSp>
        <p:nvCxnSpPr>
          <p:cNvPr id="75" name="直線コネクタ 33">
            <a:extLst>
              <a:ext uri="{FF2B5EF4-FFF2-40B4-BE49-F238E27FC236}">
                <a16:creationId xmlns:a16="http://schemas.microsoft.com/office/drawing/2014/main" id="{27089052-556C-FF69-B17C-4371C040CB8A}"/>
              </a:ext>
            </a:extLst>
          </p:cNvPr>
          <p:cNvCxnSpPr>
            <a:cxnSpLocks/>
          </p:cNvCxnSpPr>
          <p:nvPr/>
        </p:nvCxnSpPr>
        <p:spPr>
          <a:xfrm>
            <a:off x="8498496" y="1497051"/>
            <a:ext cx="0" cy="3416364"/>
          </a:xfrm>
          <a:prstGeom prst="line">
            <a:avLst/>
          </a:prstGeom>
          <a:ln w="6350">
            <a:solidFill>
              <a:srgbClr val="FF0000"/>
            </a:solidFill>
          </a:ln>
        </p:spPr>
        <p:style>
          <a:lnRef idx="1">
            <a:schemeClr val="accent1"/>
          </a:lnRef>
          <a:fillRef idx="0">
            <a:schemeClr val="accent1"/>
          </a:fillRef>
          <a:effectRef idx="0">
            <a:schemeClr val="accent1"/>
          </a:effectRef>
          <a:fontRef idx="minor">
            <a:schemeClr val="tx1"/>
          </a:fontRef>
        </p:style>
      </p:cxnSp>
      <p:sp>
        <p:nvSpPr>
          <p:cNvPr id="79" name="矢印: 五方向 78">
            <a:extLst>
              <a:ext uri="{FF2B5EF4-FFF2-40B4-BE49-F238E27FC236}">
                <a16:creationId xmlns:a16="http://schemas.microsoft.com/office/drawing/2014/main" id="{4163EA3E-1022-6139-F1BE-F50CD3D2133F}"/>
              </a:ext>
            </a:extLst>
          </p:cNvPr>
          <p:cNvSpPr/>
          <p:nvPr/>
        </p:nvSpPr>
        <p:spPr>
          <a:xfrm>
            <a:off x="6993835" y="1953387"/>
            <a:ext cx="1323929" cy="175373"/>
          </a:xfrm>
          <a:prstGeom prst="homePlate">
            <a:avLst>
              <a:gd name="adj" fmla="val 12883"/>
            </a:avLst>
          </a:prstGeom>
          <a:solidFill>
            <a:srgbClr val="FFFFFF"/>
          </a:solidFill>
          <a:ln w="3175">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Follow-up Discussions for Integration</a:t>
            </a:r>
          </a:p>
        </p:txBody>
      </p:sp>
      <p:sp>
        <p:nvSpPr>
          <p:cNvPr id="80" name="矢印: 五方向 79">
            <a:extLst>
              <a:ext uri="{FF2B5EF4-FFF2-40B4-BE49-F238E27FC236}">
                <a16:creationId xmlns:a16="http://schemas.microsoft.com/office/drawing/2014/main" id="{C57DF048-D25A-F79D-2B64-CC9D658D4DF1}"/>
              </a:ext>
            </a:extLst>
          </p:cNvPr>
          <p:cNvSpPr/>
          <p:nvPr/>
        </p:nvSpPr>
        <p:spPr>
          <a:xfrm>
            <a:off x="6993835" y="2157472"/>
            <a:ext cx="1323929" cy="175373"/>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Pre-Consultation for Revocation</a:t>
            </a:r>
          </a:p>
        </p:txBody>
      </p:sp>
      <p:sp>
        <p:nvSpPr>
          <p:cNvPr id="81" name="正方形/長方形 44">
            <a:extLst>
              <a:ext uri="{FF2B5EF4-FFF2-40B4-BE49-F238E27FC236}">
                <a16:creationId xmlns:a16="http://schemas.microsoft.com/office/drawing/2014/main" id="{25D265C4-158C-8B5B-83E0-D3D53DD0F3FC}"/>
              </a:ext>
            </a:extLst>
          </p:cNvPr>
          <p:cNvSpPr/>
          <p:nvPr/>
        </p:nvSpPr>
        <p:spPr bwMode="gray">
          <a:xfrm>
            <a:off x="600000" y="2409178"/>
            <a:ext cx="642299" cy="219456"/>
          </a:xfrm>
          <a:prstGeom prst="rect">
            <a:avLst/>
          </a:prstGeom>
          <a:solidFill>
            <a:schemeClr val="tx1"/>
          </a:solidFill>
          <a:ln w="6350">
            <a:noFill/>
            <a:miter lim="800000"/>
            <a:headEnd/>
            <a:tailEnd/>
          </a:ln>
          <a:effectLst/>
        </p:spPr>
        <p:txBody>
          <a:bodyPr vert="horz" wrap="none" lIns="72000" tIns="72000" rIns="72000" bIns="72000" numCol="1" rtlCol="0" anchor="ctr" anchorCtr="0" compatLnSpc="1">
            <a:prstTxWarp prst="textNoShape">
              <a:avLst/>
            </a:prstTxWarp>
            <a:noAutofit/>
          </a:bodyPr>
          <a:lstStyle/>
          <a:p>
            <a:pPr algn="ctr" defTabSz="603472">
              <a:defRPr/>
            </a:pPr>
            <a:r>
              <a:rPr lang="en-US" altLang="ja-JP" sz="900" b="1" kern="0">
                <a:solidFill>
                  <a:prstClr val="white"/>
                </a:solidFill>
                <a:latin typeface="Calibri" panose="020F0502020204030204" pitchFamily="34" charset="0"/>
                <a:ea typeface="Calibri" panose="020F0502020204030204" pitchFamily="34" charset="0"/>
                <a:cs typeface="Calibri" panose="020F0502020204030204" pitchFamily="34" charset="0"/>
              </a:rPr>
              <a:t>Resourcing</a:t>
            </a:r>
          </a:p>
        </p:txBody>
      </p:sp>
      <p:sp>
        <p:nvSpPr>
          <p:cNvPr id="82" name="正方形/長方形 44">
            <a:extLst>
              <a:ext uri="{FF2B5EF4-FFF2-40B4-BE49-F238E27FC236}">
                <a16:creationId xmlns:a16="http://schemas.microsoft.com/office/drawing/2014/main" id="{7E93AF05-367B-F528-7891-2082360B9420}"/>
              </a:ext>
            </a:extLst>
          </p:cNvPr>
          <p:cNvSpPr/>
          <p:nvPr/>
        </p:nvSpPr>
        <p:spPr bwMode="gray">
          <a:xfrm>
            <a:off x="600000" y="2643723"/>
            <a:ext cx="642299" cy="442024"/>
          </a:xfrm>
          <a:prstGeom prst="rect">
            <a:avLst/>
          </a:prstGeom>
          <a:solidFill>
            <a:schemeClr val="tx1"/>
          </a:solidFill>
          <a:ln w="6350">
            <a:noFill/>
            <a:miter lim="800000"/>
            <a:headEnd/>
            <a:tailEnd/>
          </a:ln>
          <a:effectLst/>
        </p:spPr>
        <p:txBody>
          <a:bodyPr vert="horz" wrap="none" lIns="72000" tIns="72000" rIns="72000" bIns="72000" numCol="1" rtlCol="0" anchor="ctr" anchorCtr="0" compatLnSpc="1">
            <a:prstTxWarp prst="textNoShape">
              <a:avLst/>
            </a:prstTxWarp>
            <a:noAutofit/>
          </a:bodyPr>
          <a:lstStyle/>
          <a:p>
            <a:pPr algn="ctr" defTabSz="603472">
              <a:defRPr/>
            </a:pPr>
            <a:r>
              <a:rPr lang="en-US" altLang="ja-JP" sz="900" b="1" kern="0">
                <a:solidFill>
                  <a:prstClr val="white"/>
                </a:solidFill>
                <a:latin typeface="Calibri" panose="020F0502020204030204" pitchFamily="34" charset="0"/>
                <a:ea typeface="Calibri" panose="020F0502020204030204" pitchFamily="34" charset="0"/>
                <a:cs typeface="Calibri" panose="020F0502020204030204" pitchFamily="34" charset="0"/>
              </a:rPr>
              <a:t>Operations</a:t>
            </a:r>
          </a:p>
        </p:txBody>
      </p:sp>
      <p:sp>
        <p:nvSpPr>
          <p:cNvPr id="83" name="正方形/長方形 44">
            <a:extLst>
              <a:ext uri="{FF2B5EF4-FFF2-40B4-BE49-F238E27FC236}">
                <a16:creationId xmlns:a16="http://schemas.microsoft.com/office/drawing/2014/main" id="{3E1B4B99-C593-BBCC-75B5-2D20DBB1EE09}"/>
              </a:ext>
            </a:extLst>
          </p:cNvPr>
          <p:cNvSpPr/>
          <p:nvPr/>
        </p:nvSpPr>
        <p:spPr bwMode="gray">
          <a:xfrm>
            <a:off x="600000" y="3117647"/>
            <a:ext cx="642299" cy="454540"/>
          </a:xfrm>
          <a:prstGeom prst="rect">
            <a:avLst/>
          </a:prstGeom>
          <a:solidFill>
            <a:schemeClr val="tx1"/>
          </a:solidFill>
          <a:ln w="6350">
            <a:noFill/>
            <a:miter lim="800000"/>
            <a:headEnd/>
            <a:tailEnd/>
          </a:ln>
          <a:effectLst/>
        </p:spPr>
        <p:txBody>
          <a:bodyPr vert="horz" wrap="none" lIns="72000" tIns="72000" rIns="72000" bIns="72000" numCol="1" rtlCol="0" anchor="ctr" anchorCtr="0" compatLnSpc="1">
            <a:prstTxWarp prst="textNoShape">
              <a:avLst/>
            </a:prstTxWarp>
            <a:noAutofit/>
          </a:bodyPr>
          <a:lstStyle/>
          <a:p>
            <a:pPr algn="ctr" defTabSz="603472">
              <a:defRPr/>
            </a:pPr>
            <a:r>
              <a:rPr lang="en-US" altLang="ja-JP" sz="900" b="1" kern="0">
                <a:solidFill>
                  <a:prstClr val="white"/>
                </a:solidFill>
                <a:latin typeface="Calibri" panose="020F0502020204030204" pitchFamily="34" charset="0"/>
                <a:ea typeface="Calibri" panose="020F0502020204030204" pitchFamily="34" charset="0"/>
                <a:cs typeface="Calibri" panose="020F0502020204030204" pitchFamily="34" charset="0"/>
              </a:rPr>
              <a:t>System</a:t>
            </a:r>
          </a:p>
        </p:txBody>
      </p:sp>
      <p:sp>
        <p:nvSpPr>
          <p:cNvPr id="84" name="矢印: 五方向 83">
            <a:extLst>
              <a:ext uri="{FF2B5EF4-FFF2-40B4-BE49-F238E27FC236}">
                <a16:creationId xmlns:a16="http://schemas.microsoft.com/office/drawing/2014/main" id="{7DB2B371-0C0E-525B-923B-85CF27F71950}"/>
              </a:ext>
            </a:extLst>
          </p:cNvPr>
          <p:cNvSpPr/>
          <p:nvPr/>
        </p:nvSpPr>
        <p:spPr>
          <a:xfrm>
            <a:off x="2623116" y="2890873"/>
            <a:ext cx="1705455" cy="446229"/>
          </a:xfrm>
          <a:prstGeom prst="homePlate">
            <a:avLst>
              <a:gd name="adj" fmla="val 12883"/>
            </a:avLst>
          </a:prstGeom>
          <a:solidFill>
            <a:srgbClr val="FFFFFF"/>
          </a:solidFill>
          <a:ln w="3175">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Create UAT Approach/Migration Policy</a:t>
            </a:r>
          </a:p>
        </p:txBody>
      </p:sp>
      <p:sp>
        <p:nvSpPr>
          <p:cNvPr id="85" name="矢印: 五方向 84">
            <a:extLst>
              <a:ext uri="{FF2B5EF4-FFF2-40B4-BE49-F238E27FC236}">
                <a16:creationId xmlns:a16="http://schemas.microsoft.com/office/drawing/2014/main" id="{C6C2C520-1D22-646A-FCF4-D2093954440D}"/>
              </a:ext>
            </a:extLst>
          </p:cNvPr>
          <p:cNvSpPr/>
          <p:nvPr/>
        </p:nvSpPr>
        <p:spPr>
          <a:xfrm>
            <a:off x="5899470" y="2643723"/>
            <a:ext cx="1468706" cy="219456"/>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Conduct Trainings/</a:t>
            </a:r>
          </a:p>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Prepare for Operation Migration</a:t>
            </a:r>
          </a:p>
        </p:txBody>
      </p:sp>
      <p:sp>
        <p:nvSpPr>
          <p:cNvPr id="86" name="矢印: 五方向 85">
            <a:extLst>
              <a:ext uri="{FF2B5EF4-FFF2-40B4-BE49-F238E27FC236}">
                <a16:creationId xmlns:a16="http://schemas.microsoft.com/office/drawing/2014/main" id="{5F0E9636-5404-E547-D0C9-900BDDD31CA4}"/>
              </a:ext>
            </a:extLst>
          </p:cNvPr>
          <p:cNvSpPr/>
          <p:nvPr/>
        </p:nvSpPr>
        <p:spPr>
          <a:xfrm>
            <a:off x="4336934" y="3117647"/>
            <a:ext cx="3017520" cy="219456"/>
          </a:xfrm>
          <a:prstGeom prst="homePlate">
            <a:avLst>
              <a:gd name="adj" fmla="val 12883"/>
            </a:avLst>
          </a:prstGeom>
          <a:solidFill>
            <a:srgbClr val="FFFFFF"/>
          </a:solidFill>
          <a:ln w="3175">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Create UAT Plan/Migration Plan</a:t>
            </a:r>
          </a:p>
        </p:txBody>
      </p:sp>
      <p:sp>
        <p:nvSpPr>
          <p:cNvPr id="87" name="矢印: 五方向 86">
            <a:extLst>
              <a:ext uri="{FF2B5EF4-FFF2-40B4-BE49-F238E27FC236}">
                <a16:creationId xmlns:a16="http://schemas.microsoft.com/office/drawing/2014/main" id="{071448F5-FBDA-2356-E521-E67558FAE6CA}"/>
              </a:ext>
            </a:extLst>
          </p:cNvPr>
          <p:cNvSpPr/>
          <p:nvPr/>
        </p:nvSpPr>
        <p:spPr>
          <a:xfrm>
            <a:off x="6965515" y="2409178"/>
            <a:ext cx="1493017" cy="219456"/>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HR Announcement/</a:t>
            </a:r>
          </a:p>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Internal Adjustments</a:t>
            </a:r>
          </a:p>
        </p:txBody>
      </p:sp>
      <p:cxnSp>
        <p:nvCxnSpPr>
          <p:cNvPr id="88" name="コネクタ: カギ線 167">
            <a:extLst>
              <a:ext uri="{FF2B5EF4-FFF2-40B4-BE49-F238E27FC236}">
                <a16:creationId xmlns:a16="http://schemas.microsoft.com/office/drawing/2014/main" id="{F0CCEFA1-7993-7951-CF49-C2016619B40A}"/>
              </a:ext>
            </a:extLst>
          </p:cNvPr>
          <p:cNvCxnSpPr>
            <a:cxnSpLocks/>
            <a:endCxn id="80" idx="0"/>
          </p:cNvCxnSpPr>
          <p:nvPr/>
        </p:nvCxnSpPr>
        <p:spPr>
          <a:xfrm flipH="1" flipV="1">
            <a:off x="7644503" y="2157472"/>
            <a:ext cx="0" cy="2011680"/>
          </a:xfrm>
          <a:prstGeom prst="straightConnector1">
            <a:avLst/>
          </a:prstGeom>
          <a:ln w="635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コネクタ: カギ線 167">
            <a:extLst>
              <a:ext uri="{FF2B5EF4-FFF2-40B4-BE49-F238E27FC236}">
                <a16:creationId xmlns:a16="http://schemas.microsoft.com/office/drawing/2014/main" id="{86FD760C-DD27-7275-A367-4CB931099690}"/>
              </a:ext>
            </a:extLst>
          </p:cNvPr>
          <p:cNvCxnSpPr>
            <a:cxnSpLocks/>
          </p:cNvCxnSpPr>
          <p:nvPr/>
        </p:nvCxnSpPr>
        <p:spPr>
          <a:xfrm flipV="1">
            <a:off x="2809273" y="2349081"/>
            <a:ext cx="0" cy="1371600"/>
          </a:xfrm>
          <a:prstGeom prst="straightConnector1">
            <a:avLst/>
          </a:prstGeom>
          <a:ln w="635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0" name="コネクタ: カギ線 167">
            <a:extLst>
              <a:ext uri="{FF2B5EF4-FFF2-40B4-BE49-F238E27FC236}">
                <a16:creationId xmlns:a16="http://schemas.microsoft.com/office/drawing/2014/main" id="{651D5DA8-9926-B47F-1133-FBEBDC138FD0}"/>
              </a:ext>
            </a:extLst>
          </p:cNvPr>
          <p:cNvCxnSpPr>
            <a:cxnSpLocks/>
          </p:cNvCxnSpPr>
          <p:nvPr/>
        </p:nvCxnSpPr>
        <p:spPr>
          <a:xfrm flipH="1" flipV="1">
            <a:off x="5300133" y="2329832"/>
            <a:ext cx="0" cy="1737360"/>
          </a:xfrm>
          <a:prstGeom prst="straightConnector1">
            <a:avLst/>
          </a:prstGeom>
          <a:ln w="635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1" name="矢印: 五方向 90">
            <a:extLst>
              <a:ext uri="{FF2B5EF4-FFF2-40B4-BE49-F238E27FC236}">
                <a16:creationId xmlns:a16="http://schemas.microsoft.com/office/drawing/2014/main" id="{5FB924A0-287F-C7C0-35F9-EA1F78A8B6AC}"/>
              </a:ext>
            </a:extLst>
          </p:cNvPr>
          <p:cNvSpPr/>
          <p:nvPr/>
        </p:nvSpPr>
        <p:spPr>
          <a:xfrm>
            <a:off x="6204735" y="2409178"/>
            <a:ext cx="750407" cy="219456"/>
          </a:xfrm>
          <a:prstGeom prst="homePlate">
            <a:avLst>
              <a:gd name="adj" fmla="val 12883"/>
            </a:avLst>
          </a:prstGeom>
          <a:solidFill>
            <a:srgbClr val="FFFFFF"/>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Preparation</a:t>
            </a:r>
          </a:p>
        </p:txBody>
      </p:sp>
      <p:sp>
        <p:nvSpPr>
          <p:cNvPr id="92" name="矢印: 五方向 91">
            <a:extLst>
              <a:ext uri="{FF2B5EF4-FFF2-40B4-BE49-F238E27FC236}">
                <a16:creationId xmlns:a16="http://schemas.microsoft.com/office/drawing/2014/main" id="{499660A0-9B9C-8353-F80A-808396DF80B0}"/>
              </a:ext>
            </a:extLst>
          </p:cNvPr>
          <p:cNvSpPr/>
          <p:nvPr/>
        </p:nvSpPr>
        <p:spPr>
          <a:xfrm>
            <a:off x="7717542" y="2860611"/>
            <a:ext cx="731520" cy="219456"/>
          </a:xfrm>
          <a:prstGeom prst="homePlate">
            <a:avLst>
              <a:gd name="adj" fmla="val 12883"/>
            </a:avLst>
          </a:prstGeom>
          <a:solidFill>
            <a:srgbClr val="FFFFFF"/>
          </a:solidFill>
          <a:ln w="3175">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Manual</a:t>
            </a:r>
          </a:p>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Migration</a:t>
            </a:r>
          </a:p>
        </p:txBody>
      </p:sp>
      <p:cxnSp>
        <p:nvCxnSpPr>
          <p:cNvPr id="93" name="コネクタ: カギ線 92">
            <a:extLst>
              <a:ext uri="{FF2B5EF4-FFF2-40B4-BE49-F238E27FC236}">
                <a16:creationId xmlns:a16="http://schemas.microsoft.com/office/drawing/2014/main" id="{E6A36050-C0E1-AD85-0992-B9D1B51A0638}"/>
              </a:ext>
            </a:extLst>
          </p:cNvPr>
          <p:cNvCxnSpPr>
            <a:cxnSpLocks/>
            <a:stCxn id="64" idx="3"/>
            <a:endCxn id="80" idx="1"/>
          </p:cNvCxnSpPr>
          <p:nvPr/>
        </p:nvCxnSpPr>
        <p:spPr>
          <a:xfrm flipV="1">
            <a:off x="6916450" y="2245159"/>
            <a:ext cx="77385" cy="1954799"/>
          </a:xfrm>
          <a:prstGeom prst="bentConnector3">
            <a:avLst>
              <a:gd name="adj1" fmla="val 50000"/>
            </a:avLst>
          </a:prstGeom>
          <a:ln w="63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4" name="コネクタ: カギ線 93">
            <a:extLst>
              <a:ext uri="{FF2B5EF4-FFF2-40B4-BE49-F238E27FC236}">
                <a16:creationId xmlns:a16="http://schemas.microsoft.com/office/drawing/2014/main" id="{49A43BDF-BF96-20D7-176D-897BFA255E98}"/>
              </a:ext>
            </a:extLst>
          </p:cNvPr>
          <p:cNvCxnSpPr>
            <a:cxnSpLocks/>
            <a:stCxn id="55" idx="3"/>
            <a:endCxn id="62" idx="1"/>
          </p:cNvCxnSpPr>
          <p:nvPr/>
        </p:nvCxnSpPr>
        <p:spPr>
          <a:xfrm>
            <a:off x="3201703" y="2130477"/>
            <a:ext cx="49066" cy="1736310"/>
          </a:xfrm>
          <a:prstGeom prst="bentConnector3">
            <a:avLst>
              <a:gd name="adj1" fmla="val 50000"/>
            </a:avLst>
          </a:prstGeom>
          <a:ln w="63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5" name="矢印: 五方向 219">
            <a:extLst>
              <a:ext uri="{FF2B5EF4-FFF2-40B4-BE49-F238E27FC236}">
                <a16:creationId xmlns:a16="http://schemas.microsoft.com/office/drawing/2014/main" id="{2911B4FA-9F1F-1013-44DC-6C03C53D59F1}"/>
              </a:ext>
            </a:extLst>
          </p:cNvPr>
          <p:cNvSpPr/>
          <p:nvPr/>
        </p:nvSpPr>
        <p:spPr>
          <a:xfrm>
            <a:off x="5880821" y="2881941"/>
            <a:ext cx="698295" cy="219456"/>
          </a:xfrm>
          <a:prstGeom prst="homePlate">
            <a:avLst>
              <a:gd name="adj" fmla="val 12883"/>
            </a:avLst>
          </a:prstGeom>
          <a:solidFill>
            <a:srgbClr val="FFFFFF"/>
          </a:solidFill>
          <a:ln w="3175">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ITb Preparation</a:t>
            </a:r>
          </a:p>
        </p:txBody>
      </p:sp>
      <p:sp>
        <p:nvSpPr>
          <p:cNvPr id="96" name="矢印: 五方向 174">
            <a:extLst>
              <a:ext uri="{FF2B5EF4-FFF2-40B4-BE49-F238E27FC236}">
                <a16:creationId xmlns:a16="http://schemas.microsoft.com/office/drawing/2014/main" id="{679D452E-7CE1-5703-7F9E-4D0CE160D63A}"/>
              </a:ext>
            </a:extLst>
          </p:cNvPr>
          <p:cNvSpPr/>
          <p:nvPr/>
        </p:nvSpPr>
        <p:spPr>
          <a:xfrm>
            <a:off x="6590673" y="3364878"/>
            <a:ext cx="777240" cy="219456"/>
          </a:xfrm>
          <a:prstGeom prst="homePlate">
            <a:avLst>
              <a:gd name="adj" fmla="val 12883"/>
            </a:avLst>
          </a:prstGeom>
          <a:solidFill>
            <a:srgbClr val="FFFFFF"/>
          </a:solidFill>
          <a:ln w="3175">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defTabSz="278586" fontAlgn="base">
              <a:spcBef>
                <a:spcPct val="0"/>
              </a:spcBef>
              <a:spcAft>
                <a:spcPct val="0"/>
              </a:spcAft>
            </a:pPr>
            <a:r>
              <a:rPr kumimoji="0" lang="en-US" altLang="ja-JP" sz="800" kern="0">
                <a:solidFill>
                  <a:prstClr val="black"/>
                </a:solidFill>
                <a:latin typeface="Calibri" panose="020F0502020204030204" pitchFamily="34" charset="0"/>
                <a:ea typeface="Calibri" panose="020F0502020204030204" pitchFamily="34" charset="0"/>
                <a:cs typeface="Calibri" panose="020F0502020204030204" pitchFamily="34" charset="0"/>
              </a:rPr>
              <a:t>Conduct ITb</a:t>
            </a:r>
          </a:p>
        </p:txBody>
      </p:sp>
      <p:sp>
        <p:nvSpPr>
          <p:cNvPr id="97" name="正方形/長方形 96">
            <a:extLst>
              <a:ext uri="{FF2B5EF4-FFF2-40B4-BE49-F238E27FC236}">
                <a16:creationId xmlns:a16="http://schemas.microsoft.com/office/drawing/2014/main" id="{CFFBC90D-628B-CB43-48DF-FBBF896E5845}"/>
              </a:ext>
            </a:extLst>
          </p:cNvPr>
          <p:cNvSpPr/>
          <p:nvPr/>
        </p:nvSpPr>
        <p:spPr>
          <a:xfrm>
            <a:off x="2445589" y="1223850"/>
            <a:ext cx="1497738" cy="376895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A849C688-DC95-5171-E354-BE68C3C2C754}"/>
              </a:ext>
            </a:extLst>
          </p:cNvPr>
          <p:cNvSpPr/>
          <p:nvPr/>
        </p:nvSpPr>
        <p:spPr>
          <a:xfrm>
            <a:off x="8318500" y="152400"/>
            <a:ext cx="615608" cy="324000"/>
          </a:xfrm>
          <a:prstGeom prst="rect">
            <a:avLst/>
          </a:prstGeom>
          <a:solidFill>
            <a:srgbClr val="FFFFCC"/>
          </a:solidFill>
          <a:ln w="6350">
            <a:solidFill>
              <a:schemeClr val="tx1"/>
            </a:solidFill>
          </a:ln>
          <a:effectLst/>
        </p:spPr>
        <p:style>
          <a:lnRef idx="1">
            <a:schemeClr val="accent1"/>
          </a:lnRef>
          <a:fillRef idx="3">
            <a:schemeClr val="accent1"/>
          </a:fillRef>
          <a:effectRef idx="2">
            <a:schemeClr val="accent1"/>
          </a:effectRef>
          <a:fontRef idx="minor">
            <a:schemeClr val="lt1"/>
          </a:fontRef>
        </p:style>
        <p:txBody>
          <a:bodyPr vert="horz" wrap="none" lIns="36000" rIns="36000" rtlCol="0" anchor="ctr">
            <a:noAutofit/>
          </a:bodyPr>
          <a:lstStyle/>
          <a:p>
            <a:pPr marL="0" marR="0" lvl="0" indent="0" algn="ctr" defTabSz="278600" rtl="0" eaLnBrk="1" fontAlgn="base" latinLnBrk="0" hangingPunct="1">
              <a:lnSpc>
                <a:spcPct val="100000"/>
              </a:lnSpc>
              <a:spcBef>
                <a:spcPct val="0"/>
              </a:spcBef>
              <a:spcAft>
                <a:spcPct val="0"/>
              </a:spcAft>
              <a:buClrTx/>
              <a:buSzTx/>
              <a:buFontTx/>
              <a:buNone/>
              <a:tabLst/>
              <a:defRPr/>
            </a:pPr>
            <a:r>
              <a:rPr lang="ja-JP" altLang="en-US" sz="1000" dirty="0">
                <a:solidFill>
                  <a:prstClr val="black"/>
                </a:solidFill>
                <a:latin typeface="Meiryo UI"/>
                <a:ea typeface="Meiryo UI"/>
                <a:cs typeface="Calibri" panose="020F0502020204030204" pitchFamily="34" charset="0"/>
              </a:rPr>
              <a:t>不変</a:t>
            </a:r>
            <a:endParaRPr kumimoji="1" lang="ja-JP" altLang="en-US" sz="1000" i="0" u="none" strike="noStrike" kern="1200" cap="none" spc="0" normalizeH="0" baseline="0" noProof="0" dirty="0">
              <a:ln>
                <a:noFill/>
              </a:ln>
              <a:solidFill>
                <a:prstClr val="black"/>
              </a:solidFill>
              <a:effectLst/>
              <a:uLnTx/>
              <a:uFillTx/>
              <a:latin typeface="Meiryo UI"/>
              <a:ea typeface="Meiryo UI"/>
              <a:cs typeface="Calibri" panose="020F0502020204030204" pitchFamily="34" charset="0"/>
            </a:endParaRPr>
          </a:p>
        </p:txBody>
      </p:sp>
    </p:spTree>
    <p:extLst>
      <p:ext uri="{BB962C8B-B14F-4D97-AF65-F5344CB8AC3E}">
        <p14:creationId xmlns:p14="http://schemas.microsoft.com/office/powerpoint/2010/main" val="3052957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FAE8B-8785-06EA-15D8-9D3DFFC48138}"/>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AF8049F0-B770-47CC-D590-F8D445FA0E07}"/>
              </a:ext>
            </a:extLst>
          </p:cNvPr>
          <p:cNvSpPr>
            <a:spLocks noGrp="1"/>
          </p:cNvSpPr>
          <p:nvPr>
            <p:ph type="body" sz="quarter" idx="36"/>
          </p:nvPr>
        </p:nvSpPr>
        <p:spPr/>
        <p:txBody>
          <a:bodyPr/>
          <a:lstStyle/>
          <a:p>
            <a:pPr lvl="0">
              <a:defRPr/>
            </a:pPr>
            <a:r>
              <a:rPr lang="en-US" altLang="ja-JP">
                <a:solidFill>
                  <a:srgbClr val="460073"/>
                </a:solidFill>
              </a:rPr>
              <a:t>2. </a:t>
            </a:r>
            <a:r>
              <a:rPr lang="ja-JP" altLang="en-US">
                <a:solidFill>
                  <a:srgbClr val="460073"/>
                </a:solidFill>
              </a:rPr>
              <a:t>ご支援概要 </a:t>
            </a:r>
            <a:r>
              <a:rPr lang="en-US" altLang="ja-JP">
                <a:solidFill>
                  <a:srgbClr val="460073"/>
                </a:solidFill>
              </a:rPr>
              <a:t>(Approach)</a:t>
            </a:r>
            <a:endParaRPr lang="zh-TW" altLang="en-US">
              <a:solidFill>
                <a:srgbClr val="460073"/>
              </a:solidFill>
            </a:endParaRPr>
          </a:p>
        </p:txBody>
      </p:sp>
      <p:sp>
        <p:nvSpPr>
          <p:cNvPr id="4" name="タイトル 3">
            <a:extLst>
              <a:ext uri="{FF2B5EF4-FFF2-40B4-BE49-F238E27FC236}">
                <a16:creationId xmlns:a16="http://schemas.microsoft.com/office/drawing/2014/main" id="{3ECA8DF7-F316-B628-EE83-F4FC64725258}"/>
              </a:ext>
            </a:extLst>
          </p:cNvPr>
          <p:cNvSpPr>
            <a:spLocks noGrp="1"/>
          </p:cNvSpPr>
          <p:nvPr>
            <p:ph type="title"/>
          </p:nvPr>
        </p:nvSpPr>
        <p:spPr/>
        <p:txBody>
          <a:bodyPr/>
          <a:lstStyle/>
          <a:p>
            <a:r>
              <a:rPr kumimoji="1" lang="en-US" altLang="ja-JP">
                <a:latin typeface="Graphik" panose="020B0503030202060203" pitchFamily="34" charset="0"/>
              </a:rPr>
              <a:t>Key Tasks and Resourcing</a:t>
            </a:r>
            <a:r>
              <a:rPr kumimoji="1" lang="ja-JP" altLang="en-US">
                <a:latin typeface="Graphik" panose="020B0503030202060203" pitchFamily="34" charset="0"/>
              </a:rPr>
              <a:t>　</a:t>
            </a:r>
            <a:r>
              <a:rPr kumimoji="1" lang="en-US" altLang="ja-JP">
                <a:latin typeface="Graphik" panose="020B0503030202060203" pitchFamily="34" charset="0"/>
              </a:rPr>
              <a:t>PMO</a:t>
            </a:r>
            <a:endParaRPr kumimoji="1" lang="ja-JP" altLang="en-US">
              <a:latin typeface="Graphik" panose="020B0503030202060203" pitchFamily="34" charset="0"/>
            </a:endParaRPr>
          </a:p>
        </p:txBody>
      </p:sp>
      <p:sp>
        <p:nvSpPr>
          <p:cNvPr id="54" name="テキスト プレースホルダー 53">
            <a:extLst>
              <a:ext uri="{FF2B5EF4-FFF2-40B4-BE49-F238E27FC236}">
                <a16:creationId xmlns:a16="http://schemas.microsoft.com/office/drawing/2014/main" id="{14E0FF8D-16C7-7D12-E93F-6A9C1C8214D6}"/>
              </a:ext>
            </a:extLst>
          </p:cNvPr>
          <p:cNvSpPr>
            <a:spLocks noGrp="1"/>
          </p:cNvSpPr>
          <p:nvPr>
            <p:ph type="body" sz="quarter" idx="37"/>
          </p:nvPr>
        </p:nvSpPr>
        <p:spPr>
          <a:xfrm>
            <a:off x="225584" y="729086"/>
            <a:ext cx="8532000" cy="215444"/>
          </a:xfrm>
        </p:spPr>
        <p:txBody>
          <a:bodyPr/>
          <a:lstStyle/>
          <a:p>
            <a:r>
              <a:rPr lang="en-US" altLang="ja-JP" sz="1400">
                <a:latin typeface="Graphik" panose="020B0503030202060203" pitchFamily="34" charset="0"/>
              </a:rPr>
              <a:t>Below are the key activities supported by Accenture PMO team from Apr-2026 to Jul-2026. </a:t>
            </a:r>
            <a:endParaRPr lang="en-US" altLang="ja-JP" sz="1400" b="1">
              <a:latin typeface="Graphik" panose="020B0503030202060203" pitchFamily="34" charset="0"/>
            </a:endParaRPr>
          </a:p>
        </p:txBody>
      </p:sp>
      <p:sp>
        <p:nvSpPr>
          <p:cNvPr id="32" name="正方形/長方形 31">
            <a:extLst>
              <a:ext uri="{FF2B5EF4-FFF2-40B4-BE49-F238E27FC236}">
                <a16:creationId xmlns:a16="http://schemas.microsoft.com/office/drawing/2014/main" id="{5687BB5E-2FD4-39DD-893C-A2B34FAC98CA}"/>
              </a:ext>
            </a:extLst>
          </p:cNvPr>
          <p:cNvSpPr/>
          <p:nvPr/>
        </p:nvSpPr>
        <p:spPr>
          <a:xfrm>
            <a:off x="779587" y="3979219"/>
            <a:ext cx="632651" cy="955772"/>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t"/>
          <a:lstStyle/>
          <a:p>
            <a:r>
              <a:rPr lang="ja-JP" altLang="en-US" sz="900" dirty="0">
                <a:solidFill>
                  <a:schemeClr val="tx1"/>
                </a:solidFill>
                <a:latin typeface="+mn-ea"/>
                <a:cs typeface="Calibri" panose="020F0502020204030204" pitchFamily="34" charset="0"/>
              </a:rPr>
              <a:t>②</a:t>
            </a:r>
            <a:r>
              <a:rPr lang="en-US" altLang="ja-JP" sz="900" dirty="0">
                <a:solidFill>
                  <a:schemeClr val="tx1"/>
                </a:solidFill>
                <a:latin typeface="+mn-ea"/>
                <a:cs typeface="Calibri" panose="020F0502020204030204" pitchFamily="34" charset="0"/>
              </a:rPr>
              <a:t>-2.FG</a:t>
            </a:r>
            <a:r>
              <a:rPr lang="ja-JP" altLang="en-US" sz="900" dirty="0">
                <a:solidFill>
                  <a:schemeClr val="tx1"/>
                </a:solidFill>
                <a:latin typeface="+mn-ea"/>
                <a:cs typeface="Calibri" panose="020F0502020204030204" pitchFamily="34" charset="0"/>
              </a:rPr>
              <a:t> </a:t>
            </a:r>
            <a:r>
              <a:rPr lang="en-US" altLang="ja-JP" sz="900" dirty="0">
                <a:solidFill>
                  <a:schemeClr val="tx1"/>
                </a:solidFill>
                <a:latin typeface="+mn-ea"/>
                <a:cs typeface="Calibri" panose="020F0502020204030204" pitchFamily="34" charset="0"/>
              </a:rPr>
              <a:t>Support</a:t>
            </a:r>
            <a:endParaRPr lang="ja-JP" altLang="en-US" sz="900" dirty="0">
              <a:solidFill>
                <a:schemeClr val="tx1"/>
              </a:solidFill>
              <a:latin typeface="+mn-ea"/>
              <a:cs typeface="Calibri" panose="020F0502020204030204" pitchFamily="34" charset="0"/>
            </a:endParaRPr>
          </a:p>
        </p:txBody>
      </p:sp>
      <p:sp>
        <p:nvSpPr>
          <p:cNvPr id="33" name="正方形/長方形 32">
            <a:extLst>
              <a:ext uri="{FF2B5EF4-FFF2-40B4-BE49-F238E27FC236}">
                <a16:creationId xmlns:a16="http://schemas.microsoft.com/office/drawing/2014/main" id="{4F94E9DA-7089-B0EC-C7DA-E5E458793CD0}"/>
              </a:ext>
            </a:extLst>
          </p:cNvPr>
          <p:cNvSpPr/>
          <p:nvPr/>
        </p:nvSpPr>
        <p:spPr>
          <a:xfrm>
            <a:off x="779587" y="2855124"/>
            <a:ext cx="632651" cy="1055029"/>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t"/>
          <a:lstStyle/>
          <a:p>
            <a:r>
              <a:rPr lang="ja-JP" altLang="en-US" sz="900">
                <a:solidFill>
                  <a:schemeClr val="tx1"/>
                </a:solidFill>
                <a:latin typeface="+mn-ea"/>
                <a:cs typeface="Calibri" panose="020F0502020204030204" pitchFamily="34" charset="0"/>
              </a:rPr>
              <a:t>②</a:t>
            </a:r>
            <a:r>
              <a:rPr lang="en-US" altLang="ja-JP" sz="900">
                <a:solidFill>
                  <a:schemeClr val="tx1"/>
                </a:solidFill>
                <a:latin typeface="+mn-ea"/>
                <a:cs typeface="Calibri" panose="020F0502020204030204" pitchFamily="34" charset="0"/>
              </a:rPr>
              <a:t>-1.WG</a:t>
            </a:r>
            <a:r>
              <a:rPr lang="ja-JP" altLang="en-US" sz="900">
                <a:solidFill>
                  <a:schemeClr val="tx1"/>
                </a:solidFill>
                <a:latin typeface="+mn-ea"/>
                <a:cs typeface="Calibri" panose="020F0502020204030204" pitchFamily="34" charset="0"/>
              </a:rPr>
              <a:t> </a:t>
            </a:r>
            <a:r>
              <a:rPr lang="en-US" altLang="ja-JP" sz="900">
                <a:solidFill>
                  <a:schemeClr val="tx1"/>
                </a:solidFill>
                <a:latin typeface="+mn-ea"/>
                <a:cs typeface="Calibri" panose="020F0502020204030204" pitchFamily="34" charset="0"/>
              </a:rPr>
              <a:t>Support</a:t>
            </a:r>
            <a:endParaRPr kumimoji="1" lang="ja-JP" altLang="en-US" sz="900">
              <a:solidFill>
                <a:schemeClr val="tx1"/>
              </a:solidFill>
              <a:latin typeface="+mn-ea"/>
              <a:cs typeface="Calibri" panose="020F0502020204030204" pitchFamily="34" charset="0"/>
            </a:endParaRPr>
          </a:p>
        </p:txBody>
      </p:sp>
      <p:sp>
        <p:nvSpPr>
          <p:cNvPr id="34" name="正方形/長方形 33">
            <a:extLst>
              <a:ext uri="{FF2B5EF4-FFF2-40B4-BE49-F238E27FC236}">
                <a16:creationId xmlns:a16="http://schemas.microsoft.com/office/drawing/2014/main" id="{FD899D33-11BF-9B11-2A2E-1D9BE320B0C7}"/>
              </a:ext>
            </a:extLst>
          </p:cNvPr>
          <p:cNvSpPr/>
          <p:nvPr/>
        </p:nvSpPr>
        <p:spPr>
          <a:xfrm>
            <a:off x="163393" y="1457827"/>
            <a:ext cx="1248845" cy="1266777"/>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lstStyle/>
          <a:p>
            <a:r>
              <a:rPr lang="ja-JP" altLang="en-US" sz="900">
                <a:solidFill>
                  <a:schemeClr val="tx1"/>
                </a:solidFill>
                <a:latin typeface="+mn-ea"/>
                <a:cs typeface="Calibri" panose="020F0502020204030204" pitchFamily="34" charset="0"/>
              </a:rPr>
              <a:t>①</a:t>
            </a:r>
            <a:r>
              <a:rPr lang="en-US" altLang="ja-JP" sz="900">
                <a:solidFill>
                  <a:schemeClr val="tx1"/>
                </a:solidFill>
                <a:latin typeface="+mn-ea"/>
                <a:cs typeface="Calibri" panose="020F0502020204030204" pitchFamily="34" charset="0"/>
              </a:rPr>
              <a:t>.Overall PMO</a:t>
            </a:r>
            <a:br>
              <a:rPr lang="en-US" altLang="ja-JP" sz="900">
                <a:solidFill>
                  <a:schemeClr val="tx1"/>
                </a:solidFill>
                <a:latin typeface="+mn-ea"/>
                <a:cs typeface="Calibri" panose="020F0502020204030204" pitchFamily="34" charset="0"/>
              </a:rPr>
            </a:br>
            <a:r>
              <a:rPr lang="en-US" altLang="ja-JP" sz="900">
                <a:solidFill>
                  <a:schemeClr val="tx1"/>
                </a:solidFill>
                <a:latin typeface="+mn-ea"/>
                <a:cs typeface="Calibri" panose="020F0502020204030204" pitchFamily="34" charset="0"/>
              </a:rPr>
              <a:t>Support</a:t>
            </a:r>
            <a:endParaRPr lang="ja-JP" altLang="en-US" sz="900">
              <a:solidFill>
                <a:schemeClr val="tx1"/>
              </a:solidFill>
              <a:latin typeface="+mn-ea"/>
              <a:cs typeface="Calibri" panose="020F0502020204030204" pitchFamily="34" charset="0"/>
            </a:endParaRPr>
          </a:p>
        </p:txBody>
      </p:sp>
      <p:sp>
        <p:nvSpPr>
          <p:cNvPr id="40" name="正方形/長方形 8">
            <a:extLst>
              <a:ext uri="{FF2B5EF4-FFF2-40B4-BE49-F238E27FC236}">
                <a16:creationId xmlns:a16="http://schemas.microsoft.com/office/drawing/2014/main" id="{144C1330-62B0-4F40-F251-A9BB884FD9CE}"/>
              </a:ext>
            </a:extLst>
          </p:cNvPr>
          <p:cNvSpPr/>
          <p:nvPr/>
        </p:nvSpPr>
        <p:spPr>
          <a:xfrm>
            <a:off x="7169425" y="1457828"/>
            <a:ext cx="1585706" cy="3477163"/>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r>
              <a:rPr lang="en-US" altLang="ja-JP" sz="800" b="1">
                <a:solidFill>
                  <a:schemeClr val="tx1"/>
                </a:solidFill>
                <a:latin typeface="+mn-ea"/>
              </a:rPr>
              <a:t>&lt;Apr-2026 to </a:t>
            </a:r>
            <a:br>
              <a:rPr lang="en-US" altLang="ja-JP" sz="800" b="1">
                <a:solidFill>
                  <a:schemeClr val="tx1"/>
                </a:solidFill>
                <a:latin typeface="+mn-ea"/>
              </a:rPr>
            </a:br>
            <a:r>
              <a:rPr lang="en-US" altLang="ja-JP" sz="800" b="1">
                <a:solidFill>
                  <a:schemeClr val="tx1"/>
                </a:solidFill>
                <a:latin typeface="+mn-ea"/>
              </a:rPr>
              <a:t>Jul-2026&gt;</a:t>
            </a:r>
          </a:p>
          <a:p>
            <a:r>
              <a:rPr lang="en-US" altLang="ja-JP" sz="800" b="1">
                <a:solidFill>
                  <a:schemeClr val="tx1"/>
                </a:solidFill>
                <a:latin typeface="+mn-ea"/>
              </a:rPr>
              <a:t>Local: 5</a:t>
            </a:r>
          </a:p>
          <a:p>
            <a:pPr marL="171450" indent="-171450">
              <a:buFont typeface="Arial" panose="020B0604020202020204" pitchFamily="34" charset="0"/>
              <a:buChar char="•"/>
            </a:pPr>
            <a:r>
              <a:rPr lang="en-US" altLang="ja-JP" sz="800">
                <a:solidFill>
                  <a:schemeClr val="tx1"/>
                </a:solidFill>
                <a:latin typeface="+mn-ea"/>
              </a:rPr>
              <a:t>Lead×1</a:t>
            </a:r>
          </a:p>
          <a:p>
            <a:pPr marL="171450" indent="-171450">
              <a:buFont typeface="Arial" panose="020B0604020202020204" pitchFamily="34" charset="0"/>
              <a:buChar char="•"/>
            </a:pPr>
            <a:r>
              <a:rPr lang="en-US" altLang="ja-JP" sz="800">
                <a:solidFill>
                  <a:schemeClr val="tx1"/>
                </a:solidFill>
                <a:latin typeface="+mn-ea"/>
              </a:rPr>
              <a:t>WG/FG PICs×4</a:t>
            </a:r>
          </a:p>
        </p:txBody>
      </p:sp>
      <p:sp>
        <p:nvSpPr>
          <p:cNvPr id="41" name="正方形/長方形 8">
            <a:extLst>
              <a:ext uri="{FF2B5EF4-FFF2-40B4-BE49-F238E27FC236}">
                <a16:creationId xmlns:a16="http://schemas.microsoft.com/office/drawing/2014/main" id="{2AC46488-FFBB-57BF-841E-1999669680D5}"/>
              </a:ext>
            </a:extLst>
          </p:cNvPr>
          <p:cNvSpPr/>
          <p:nvPr/>
        </p:nvSpPr>
        <p:spPr>
          <a:xfrm>
            <a:off x="5486401" y="1457828"/>
            <a:ext cx="1585706" cy="3477163"/>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r>
              <a:rPr lang="en-US" altLang="ja-JP" sz="800" b="1" dirty="0">
                <a:solidFill>
                  <a:schemeClr val="tx1"/>
                </a:solidFill>
                <a:latin typeface="+mn-ea"/>
              </a:rPr>
              <a:t>&lt;Apr-2026 to </a:t>
            </a:r>
            <a:br>
              <a:rPr lang="en-US" altLang="ja-JP" sz="800" b="1" dirty="0">
                <a:solidFill>
                  <a:schemeClr val="tx1"/>
                </a:solidFill>
                <a:latin typeface="+mn-ea"/>
              </a:rPr>
            </a:br>
            <a:r>
              <a:rPr lang="en-US" altLang="ja-JP" sz="800" b="1" dirty="0">
                <a:solidFill>
                  <a:schemeClr val="tx1"/>
                </a:solidFill>
                <a:latin typeface="+mn-ea"/>
              </a:rPr>
              <a:t>Jul-2026&gt;</a:t>
            </a:r>
          </a:p>
          <a:p>
            <a:r>
              <a:rPr lang="en-US" altLang="ja-JP" sz="800" b="1" dirty="0">
                <a:solidFill>
                  <a:schemeClr val="tx1"/>
                </a:solidFill>
                <a:latin typeface="+mn-ea"/>
              </a:rPr>
              <a:t>HQ: 4</a:t>
            </a:r>
          </a:p>
          <a:p>
            <a:pPr marL="171450" indent="-171450">
              <a:buFont typeface="Arial" panose="020B0604020202020204" pitchFamily="34" charset="0"/>
              <a:buChar char="•"/>
            </a:pPr>
            <a:r>
              <a:rPr lang="en-US" altLang="ja-JP" sz="800" dirty="0">
                <a:solidFill>
                  <a:schemeClr val="tx1"/>
                </a:solidFill>
                <a:latin typeface="+mn-ea"/>
              </a:rPr>
              <a:t>Lead×1</a:t>
            </a:r>
          </a:p>
          <a:p>
            <a:pPr marL="171450" indent="-171450">
              <a:buFont typeface="Arial" panose="020B0604020202020204" pitchFamily="34" charset="0"/>
              <a:buChar char="•"/>
            </a:pPr>
            <a:r>
              <a:rPr lang="en-US" altLang="ja-JP" sz="800" dirty="0">
                <a:solidFill>
                  <a:schemeClr val="tx1"/>
                </a:solidFill>
                <a:latin typeface="+mn-ea"/>
              </a:rPr>
              <a:t>WG/FG PICs×3</a:t>
            </a:r>
            <a:endParaRPr lang="en-US" altLang="ja-JP" sz="800" dirty="0">
              <a:solidFill>
                <a:srgbClr val="FF0000"/>
              </a:solidFill>
              <a:latin typeface="+mn-ea"/>
            </a:endParaRPr>
          </a:p>
        </p:txBody>
      </p:sp>
      <p:sp>
        <p:nvSpPr>
          <p:cNvPr id="47" name="正方形/長方形 46">
            <a:extLst>
              <a:ext uri="{FF2B5EF4-FFF2-40B4-BE49-F238E27FC236}">
                <a16:creationId xmlns:a16="http://schemas.microsoft.com/office/drawing/2014/main" id="{1D4AD954-9728-746C-6FD9-8B819AFC676A}"/>
              </a:ext>
            </a:extLst>
          </p:cNvPr>
          <p:cNvSpPr/>
          <p:nvPr/>
        </p:nvSpPr>
        <p:spPr>
          <a:xfrm>
            <a:off x="163393" y="2855124"/>
            <a:ext cx="570096" cy="2086665"/>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t"/>
          <a:lstStyle/>
          <a:p>
            <a:r>
              <a:rPr lang="ja-JP" altLang="en-US" sz="900">
                <a:solidFill>
                  <a:schemeClr val="tx1"/>
                </a:solidFill>
                <a:latin typeface="+mn-ea"/>
                <a:cs typeface="Calibri" panose="020F0502020204030204" pitchFamily="34" charset="0"/>
              </a:rPr>
              <a:t>②</a:t>
            </a:r>
            <a:r>
              <a:rPr kumimoji="1" lang="en-US" altLang="ja-JP" sz="900">
                <a:solidFill>
                  <a:schemeClr val="tx1"/>
                </a:solidFill>
                <a:latin typeface="+mn-ea"/>
                <a:cs typeface="Calibri" panose="020F0502020204030204" pitchFamily="34" charset="0"/>
              </a:rPr>
              <a:t>Local PMO Support</a:t>
            </a:r>
            <a:endParaRPr kumimoji="1" lang="ja-JP" altLang="en-US" sz="900">
              <a:solidFill>
                <a:schemeClr val="tx1"/>
              </a:solidFill>
              <a:latin typeface="+mn-ea"/>
              <a:cs typeface="Calibri" panose="020F0502020204030204" pitchFamily="34" charset="0"/>
            </a:endParaRPr>
          </a:p>
        </p:txBody>
      </p:sp>
      <p:sp>
        <p:nvSpPr>
          <p:cNvPr id="49" name="正方形/長方形 48">
            <a:extLst>
              <a:ext uri="{FF2B5EF4-FFF2-40B4-BE49-F238E27FC236}">
                <a16:creationId xmlns:a16="http://schemas.microsoft.com/office/drawing/2014/main" id="{93B95B76-50EB-A64D-ECA0-6B6C949C3124}"/>
              </a:ext>
            </a:extLst>
          </p:cNvPr>
          <p:cNvSpPr/>
          <p:nvPr/>
        </p:nvSpPr>
        <p:spPr>
          <a:xfrm>
            <a:off x="163392" y="950714"/>
            <a:ext cx="1249200" cy="25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ctr"/>
            <a:r>
              <a:rPr lang="en-US" altLang="ja-JP" sz="1200">
                <a:solidFill>
                  <a:schemeClr val="tx1"/>
                </a:solidFill>
                <a:latin typeface="+mn-ea"/>
              </a:rPr>
              <a:t>Category</a:t>
            </a:r>
            <a:endParaRPr lang="ja-JP" altLang="en-US" sz="1200">
              <a:solidFill>
                <a:schemeClr val="tx1"/>
              </a:solidFill>
              <a:latin typeface="+mn-ea"/>
            </a:endParaRPr>
          </a:p>
        </p:txBody>
      </p:sp>
      <p:cxnSp>
        <p:nvCxnSpPr>
          <p:cNvPr id="50" name="直線コネクタ 49">
            <a:extLst>
              <a:ext uri="{FF2B5EF4-FFF2-40B4-BE49-F238E27FC236}">
                <a16:creationId xmlns:a16="http://schemas.microsoft.com/office/drawing/2014/main" id="{5A6BB299-E230-F4FC-56FC-9FE381D5659E}"/>
              </a:ext>
            </a:extLst>
          </p:cNvPr>
          <p:cNvCxnSpPr>
            <a:cxnSpLocks/>
          </p:cNvCxnSpPr>
          <p:nvPr/>
        </p:nvCxnSpPr>
        <p:spPr>
          <a:xfrm>
            <a:off x="163392" y="1217147"/>
            <a:ext cx="1249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0CFABBC8-7190-92C7-5049-1D8256361160}"/>
              </a:ext>
            </a:extLst>
          </p:cNvPr>
          <p:cNvCxnSpPr>
            <a:cxnSpLocks/>
          </p:cNvCxnSpPr>
          <p:nvPr/>
        </p:nvCxnSpPr>
        <p:spPr>
          <a:xfrm>
            <a:off x="1493115" y="2794419"/>
            <a:ext cx="385782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00FD147D-161B-1B95-FF3E-15ADD1B29551}"/>
              </a:ext>
            </a:extLst>
          </p:cNvPr>
          <p:cNvCxnSpPr>
            <a:cxnSpLocks/>
          </p:cNvCxnSpPr>
          <p:nvPr/>
        </p:nvCxnSpPr>
        <p:spPr>
          <a:xfrm>
            <a:off x="1493115" y="3953719"/>
            <a:ext cx="385782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7" name="正方形/長方形 36">
            <a:extLst>
              <a:ext uri="{FF2B5EF4-FFF2-40B4-BE49-F238E27FC236}">
                <a16:creationId xmlns:a16="http://schemas.microsoft.com/office/drawing/2014/main" id="{AB44A06D-F754-640C-787F-4E26271BEA57}"/>
              </a:ext>
            </a:extLst>
          </p:cNvPr>
          <p:cNvSpPr/>
          <p:nvPr/>
        </p:nvSpPr>
        <p:spPr>
          <a:xfrm>
            <a:off x="1493115" y="3979219"/>
            <a:ext cx="3857820" cy="95577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lstStyle/>
          <a:p>
            <a:r>
              <a:rPr kumimoji="1" lang="en-US" altLang="ja-JP" sz="800" dirty="0">
                <a:solidFill>
                  <a:schemeClr val="tx1"/>
                </a:solidFill>
                <a:latin typeface="+mn-ea"/>
                <a:cs typeface="Calibri" panose="020F0502020204030204" pitchFamily="34" charset="0"/>
              </a:rPr>
              <a:t>FG</a:t>
            </a:r>
            <a:r>
              <a:rPr lang="ja-JP" altLang="en-US" sz="800" dirty="0">
                <a:solidFill>
                  <a:schemeClr val="tx1"/>
                </a:solidFill>
                <a:latin typeface="+mn-ea"/>
                <a:cs typeface="Calibri" panose="020F0502020204030204" pitchFamily="34" charset="0"/>
              </a:rPr>
              <a:t> </a:t>
            </a:r>
            <a:r>
              <a:rPr lang="en-US" altLang="ja-JP" sz="800" dirty="0">
                <a:solidFill>
                  <a:schemeClr val="tx1"/>
                </a:solidFill>
                <a:latin typeface="+mn-ea"/>
                <a:cs typeface="Calibri" panose="020F0502020204030204" pitchFamily="34" charset="0"/>
              </a:rPr>
              <a:t>p</a:t>
            </a:r>
            <a:r>
              <a:rPr kumimoji="1" lang="en-US" altLang="ja-JP" sz="800" dirty="0">
                <a:solidFill>
                  <a:schemeClr val="tx1"/>
                </a:solidFill>
                <a:latin typeface="+mn-ea"/>
                <a:cs typeface="Calibri" panose="020F0502020204030204" pitchFamily="34" charset="0"/>
              </a:rPr>
              <a:t>rogress management and organizing individual topics for discussion</a:t>
            </a:r>
          </a:p>
          <a:p>
            <a:pPr marL="88900" indent="-88900">
              <a:buFont typeface="Arial" panose="020B0604020202020204" pitchFamily="34" charset="0"/>
              <a:buChar char="•"/>
            </a:pPr>
            <a:r>
              <a:rPr lang="en-US" altLang="ja-JP" sz="800" dirty="0">
                <a:solidFill>
                  <a:schemeClr val="tx1"/>
                </a:solidFill>
                <a:latin typeface="+mn-ea"/>
                <a:cs typeface="Calibri" panose="020F0502020204030204" pitchFamily="34" charset="0"/>
              </a:rPr>
              <a:t>Progress/Issue/Risk management by FG</a:t>
            </a:r>
            <a:r>
              <a:rPr lang="ja-JP" altLang="en-US" sz="800" dirty="0">
                <a:solidFill>
                  <a:schemeClr val="tx1"/>
                </a:solidFill>
                <a:latin typeface="+mn-ea"/>
                <a:cs typeface="Calibri" panose="020F0502020204030204" pitchFamily="34" charset="0"/>
              </a:rPr>
              <a:t>⇒ </a:t>
            </a:r>
            <a:r>
              <a:rPr lang="en-US" altLang="ja-JP" sz="800" dirty="0">
                <a:solidFill>
                  <a:schemeClr val="tx1"/>
                </a:solidFill>
                <a:latin typeface="+mn-ea"/>
                <a:cs typeface="Calibri" panose="020F0502020204030204" pitchFamily="34" charset="0"/>
              </a:rPr>
              <a:t>Integration Structure/Tail, Communications, Branding, Location, Customer Handling, Contract Migration, Regulatory Reporting</a:t>
            </a:r>
          </a:p>
          <a:p>
            <a:pPr marL="88900" indent="-88900">
              <a:buFont typeface="Arial" panose="020B0604020202020204" pitchFamily="34" charset="0"/>
              <a:buChar char="•"/>
            </a:pPr>
            <a:r>
              <a:rPr lang="en-US" altLang="ja-JP" sz="800" dirty="0">
                <a:solidFill>
                  <a:schemeClr val="tx1"/>
                </a:solidFill>
                <a:latin typeface="+mn-ea"/>
                <a:cs typeface="Calibri" panose="020F0502020204030204" pitchFamily="34" charset="0"/>
              </a:rPr>
              <a:t>Support to organize specific topics in each FG</a:t>
            </a:r>
          </a:p>
        </p:txBody>
      </p:sp>
      <p:sp>
        <p:nvSpPr>
          <p:cNvPr id="38" name="正方形/長方形 37">
            <a:extLst>
              <a:ext uri="{FF2B5EF4-FFF2-40B4-BE49-F238E27FC236}">
                <a16:creationId xmlns:a16="http://schemas.microsoft.com/office/drawing/2014/main" id="{2573A3EF-6342-0A10-F345-A1C4B128952A}"/>
              </a:ext>
            </a:extLst>
          </p:cNvPr>
          <p:cNvSpPr/>
          <p:nvPr/>
        </p:nvSpPr>
        <p:spPr>
          <a:xfrm>
            <a:off x="1493115" y="1457827"/>
            <a:ext cx="3857820" cy="1266789"/>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lstStyle/>
          <a:p>
            <a:r>
              <a:rPr lang="en-US" altLang="ja-JP" sz="800" dirty="0">
                <a:solidFill>
                  <a:schemeClr val="tx1"/>
                </a:solidFill>
                <a:latin typeface="+mn-ea"/>
                <a:cs typeface="Calibri" panose="020F0502020204030204" pitchFamily="34" charset="0"/>
              </a:rPr>
              <a:t>Overall project operation and management</a:t>
            </a:r>
          </a:p>
          <a:p>
            <a:pPr marL="115888" indent="-115888">
              <a:buFont typeface="Arial" panose="020B0604020202020204" pitchFamily="34" charset="0"/>
              <a:buChar char="•"/>
            </a:pPr>
            <a:r>
              <a:rPr lang="en-US" altLang="ja-JP" sz="800" dirty="0">
                <a:solidFill>
                  <a:schemeClr val="tx1"/>
                </a:solidFill>
                <a:latin typeface="+mn-ea"/>
                <a:cs typeface="Calibri" panose="020F0502020204030204" pitchFamily="34" charset="0"/>
              </a:rPr>
              <a:t>Progress/Issue/Risk Management,</a:t>
            </a:r>
            <a:r>
              <a:rPr lang="ja-JP" altLang="en-US" sz="800" dirty="0">
                <a:solidFill>
                  <a:schemeClr val="tx1"/>
                </a:solidFill>
                <a:latin typeface="+mn-ea"/>
                <a:cs typeface="Calibri" panose="020F0502020204030204" pitchFamily="34" charset="0"/>
              </a:rPr>
              <a:t> </a:t>
            </a:r>
            <a:r>
              <a:rPr lang="en-US" altLang="ja-JP" sz="800" dirty="0">
                <a:solidFill>
                  <a:schemeClr val="tx1"/>
                </a:solidFill>
                <a:latin typeface="+mn-ea"/>
                <a:cs typeface="Calibri" panose="020F0502020204030204" pitchFamily="34" charset="0"/>
              </a:rPr>
              <a:t>various coordination</a:t>
            </a:r>
          </a:p>
          <a:p>
            <a:pPr marL="265113" indent="-174625">
              <a:buFont typeface="Meiryo UI" panose="020B0604030504040204" pitchFamily="50" charset="-128"/>
              <a:buChar char="‒"/>
            </a:pPr>
            <a:r>
              <a:rPr lang="en-US" altLang="ja-JP" sz="800" dirty="0">
                <a:solidFill>
                  <a:schemeClr val="tx1"/>
                </a:solidFill>
                <a:latin typeface="+mn-ea"/>
                <a:cs typeface="Calibri" panose="020F0502020204030204" pitchFamily="34" charset="0"/>
              </a:rPr>
              <a:t>Including change management</a:t>
            </a:r>
          </a:p>
          <a:p>
            <a:pPr marL="88900" indent="-88900">
              <a:buFont typeface="Arial" panose="020B0604020202020204" pitchFamily="34" charset="0"/>
              <a:buChar char="•"/>
            </a:pPr>
            <a:r>
              <a:rPr lang="en-US" altLang="ja-JP" sz="800" dirty="0">
                <a:solidFill>
                  <a:schemeClr val="tx1"/>
                </a:solidFill>
                <a:latin typeface="+mn-ea"/>
                <a:cs typeface="Calibri" panose="020F0502020204030204" pitchFamily="34" charset="0"/>
              </a:rPr>
              <a:t>Support for Integration Plan documents</a:t>
            </a:r>
          </a:p>
          <a:p>
            <a:pPr marL="265113" indent="-174625">
              <a:buFont typeface="Meiryo UI" panose="020B0604030504040204" pitchFamily="50" charset="-128"/>
              <a:buChar char="‒"/>
            </a:pPr>
            <a:r>
              <a:rPr lang="en-US" altLang="ja-JP" sz="800" dirty="0">
                <a:solidFill>
                  <a:schemeClr val="tx1"/>
                </a:solidFill>
                <a:latin typeface="+mn-ea"/>
                <a:cs typeface="Calibri" panose="020F0502020204030204" pitchFamily="34" charset="0"/>
              </a:rPr>
              <a:t>Preparation of Overall Migration Plan, Migration Rehearsal Plan</a:t>
            </a:r>
          </a:p>
          <a:p>
            <a:pPr marL="265113" indent="-174625">
              <a:buFont typeface="Meiryo UI" panose="020B0604030504040204" pitchFamily="50" charset="-128"/>
              <a:buChar char="‒"/>
            </a:pPr>
            <a:r>
              <a:rPr lang="en-US" altLang="ja-JP" sz="800" dirty="0">
                <a:solidFill>
                  <a:schemeClr val="tx1"/>
                </a:solidFill>
                <a:latin typeface="+mn-ea"/>
                <a:cs typeface="Calibri" panose="020F0502020204030204" pitchFamily="34" charset="0"/>
              </a:rPr>
              <a:t>Preparation of Migration Checklist</a:t>
            </a:r>
          </a:p>
          <a:p>
            <a:pPr marL="265113" indent="-174625">
              <a:buFont typeface="Meiryo UI" panose="020B0604030504040204" pitchFamily="50" charset="-128"/>
              <a:buChar char="‒"/>
            </a:pPr>
            <a:r>
              <a:rPr lang="en-US" altLang="ja-JP" sz="800" dirty="0">
                <a:solidFill>
                  <a:schemeClr val="tx1"/>
                </a:solidFill>
                <a:latin typeface="+mn-ea"/>
                <a:cs typeface="Calibri" panose="020F0502020204030204" pitchFamily="34" charset="0"/>
              </a:rPr>
              <a:t>Preparation of UAT Execution Plan </a:t>
            </a:r>
            <a:r>
              <a:rPr lang="en-US" altLang="ja-JP" sz="800" dirty="0" err="1">
                <a:solidFill>
                  <a:schemeClr val="tx1"/>
                </a:solidFill>
                <a:latin typeface="+mn-ea"/>
                <a:cs typeface="Calibri" panose="020F0502020204030204" pitchFamily="34" charset="0"/>
              </a:rPr>
              <a:t>etc</a:t>
            </a:r>
            <a:endParaRPr lang="en-US" altLang="ja-JP" sz="800" dirty="0">
              <a:solidFill>
                <a:schemeClr val="tx1"/>
              </a:solidFill>
              <a:latin typeface="+mn-ea"/>
              <a:cs typeface="Calibri" panose="020F0502020204030204" pitchFamily="34" charset="0"/>
            </a:endParaRPr>
          </a:p>
        </p:txBody>
      </p:sp>
      <p:sp>
        <p:nvSpPr>
          <p:cNvPr id="39" name="正方形/長方形 38">
            <a:extLst>
              <a:ext uri="{FF2B5EF4-FFF2-40B4-BE49-F238E27FC236}">
                <a16:creationId xmlns:a16="http://schemas.microsoft.com/office/drawing/2014/main" id="{EC8D1B1C-A04F-1D13-A62D-44C585622B0F}"/>
              </a:ext>
            </a:extLst>
          </p:cNvPr>
          <p:cNvSpPr/>
          <p:nvPr/>
        </p:nvSpPr>
        <p:spPr>
          <a:xfrm>
            <a:off x="1493115" y="2864217"/>
            <a:ext cx="3857820" cy="1055029"/>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lstStyle/>
          <a:p>
            <a:r>
              <a:rPr lang="en-US" altLang="ja-JP" sz="800" dirty="0">
                <a:solidFill>
                  <a:schemeClr val="tx1"/>
                </a:solidFill>
                <a:latin typeface="+mn-ea"/>
                <a:cs typeface="Calibri" panose="020F0502020204030204" pitchFamily="34" charset="0"/>
              </a:rPr>
              <a:t>WG</a:t>
            </a:r>
            <a:r>
              <a:rPr lang="ja-JP" altLang="en-US" sz="800" dirty="0">
                <a:solidFill>
                  <a:schemeClr val="tx1"/>
                </a:solidFill>
                <a:latin typeface="+mn-ea"/>
                <a:cs typeface="Calibri" panose="020F0502020204030204" pitchFamily="34" charset="0"/>
              </a:rPr>
              <a:t> </a:t>
            </a:r>
            <a:r>
              <a:rPr lang="en-US" altLang="ja-JP" sz="800" dirty="0">
                <a:solidFill>
                  <a:schemeClr val="tx1"/>
                </a:solidFill>
                <a:latin typeface="+mn-ea"/>
                <a:cs typeface="Calibri" panose="020F0502020204030204" pitchFamily="34" charset="0"/>
              </a:rPr>
              <a:t>progress management and organizing individual topics for discussion</a:t>
            </a:r>
          </a:p>
          <a:p>
            <a:pPr marL="88900" indent="-88900">
              <a:buFont typeface="Arial" panose="020B0604020202020204" pitchFamily="34" charset="0"/>
              <a:buChar char="•"/>
            </a:pPr>
            <a:r>
              <a:rPr lang="en-US" altLang="ja-JP" sz="800" dirty="0">
                <a:solidFill>
                  <a:schemeClr val="tx1"/>
                </a:solidFill>
                <a:latin typeface="+mn-ea"/>
                <a:cs typeface="Calibri" panose="020F0502020204030204" pitchFamily="34" charset="0"/>
              </a:rPr>
              <a:t>Progress/Issue/Risk management by WG</a:t>
            </a:r>
            <a:r>
              <a:rPr lang="ja-JP" altLang="en-US" sz="800" dirty="0">
                <a:solidFill>
                  <a:schemeClr val="tx1"/>
                </a:solidFill>
                <a:latin typeface="+mn-ea"/>
                <a:cs typeface="Calibri" panose="020F0502020204030204" pitchFamily="34" charset="0"/>
              </a:rPr>
              <a:t>⇒① </a:t>
            </a:r>
            <a:r>
              <a:rPr lang="en-US" altLang="ja-JP" sz="800" dirty="0">
                <a:solidFill>
                  <a:schemeClr val="tx1"/>
                </a:solidFill>
                <a:latin typeface="+mn-ea"/>
                <a:cs typeface="Calibri" panose="020F0502020204030204" pitchFamily="34" charset="0"/>
              </a:rPr>
              <a:t>Overall program management (including management report)</a:t>
            </a:r>
            <a:r>
              <a:rPr lang="ja-JP" altLang="en-US" sz="800" dirty="0">
                <a:solidFill>
                  <a:schemeClr val="tx1"/>
                </a:solidFill>
                <a:latin typeface="+mn-ea"/>
                <a:cs typeface="Calibri" panose="020F0502020204030204" pitchFamily="34" charset="0"/>
              </a:rPr>
              <a:t> </a:t>
            </a:r>
            <a:r>
              <a:rPr lang="en-US" altLang="ja-JP" sz="800" dirty="0">
                <a:solidFill>
                  <a:schemeClr val="tx1"/>
                </a:solidFill>
                <a:latin typeface="+mn-ea"/>
                <a:cs typeface="Calibri" panose="020F0502020204030204" pitchFamily="34" charset="0"/>
              </a:rPr>
              <a:t>. </a:t>
            </a:r>
            <a:r>
              <a:rPr lang="ja-JP" altLang="en-US" sz="800" dirty="0">
                <a:solidFill>
                  <a:schemeClr val="tx1"/>
                </a:solidFill>
                <a:latin typeface="+mn-ea"/>
                <a:cs typeface="Calibri" panose="020F0502020204030204" pitchFamily="34" charset="0"/>
              </a:rPr>
              <a:t>② </a:t>
            </a:r>
            <a:r>
              <a:rPr lang="en-US" altLang="ja-JP" sz="800" dirty="0">
                <a:solidFill>
                  <a:schemeClr val="tx1"/>
                </a:solidFill>
                <a:latin typeface="+mn-ea"/>
                <a:cs typeface="Calibri" panose="020F0502020204030204" pitchFamily="34" charset="0"/>
              </a:rPr>
              <a:t>PICs will be assigned to each WG for Progress/Issue/Risk management</a:t>
            </a:r>
          </a:p>
          <a:p>
            <a:pPr marL="88900" indent="-88900">
              <a:buFont typeface="Arial" panose="020B0604020202020204" pitchFamily="34" charset="0"/>
              <a:buChar char="•"/>
            </a:pPr>
            <a:r>
              <a:rPr lang="en-US" altLang="ja-JP" sz="800" dirty="0">
                <a:solidFill>
                  <a:schemeClr val="tx1"/>
                </a:solidFill>
                <a:latin typeface="+mn-ea"/>
                <a:cs typeface="Calibri" panose="020F0502020204030204" pitchFamily="34" charset="0"/>
              </a:rPr>
              <a:t>Support to organize specific topics in each WG</a:t>
            </a:r>
            <a:br>
              <a:rPr lang="en-US" altLang="ja-JP" sz="800" dirty="0">
                <a:solidFill>
                  <a:schemeClr val="tx1"/>
                </a:solidFill>
                <a:latin typeface="+mn-ea"/>
                <a:cs typeface="Calibri" panose="020F0502020204030204" pitchFamily="34" charset="0"/>
              </a:rPr>
            </a:br>
            <a:r>
              <a:rPr lang="en-US" altLang="ja-JP" sz="800" dirty="0">
                <a:solidFill>
                  <a:schemeClr val="tx1"/>
                </a:solidFill>
                <a:latin typeface="+mn-ea"/>
                <a:cs typeface="Calibri" panose="020F0502020204030204" pitchFamily="34" charset="0"/>
              </a:rPr>
              <a:t> </a:t>
            </a:r>
            <a:r>
              <a:rPr lang="ja-JP" altLang="en-US" sz="800" dirty="0">
                <a:solidFill>
                  <a:schemeClr val="tx1"/>
                </a:solidFill>
                <a:latin typeface="+mn-ea"/>
                <a:cs typeface="Calibri" panose="020F0502020204030204" pitchFamily="34" charset="0"/>
              </a:rPr>
              <a:t>⇒ </a:t>
            </a:r>
            <a:r>
              <a:rPr lang="en-US" altLang="ja-JP" sz="800" dirty="0">
                <a:solidFill>
                  <a:schemeClr val="tx1"/>
                </a:solidFill>
                <a:latin typeface="+mn-ea"/>
                <a:cs typeface="Calibri" panose="020F0502020204030204" pitchFamily="34" charset="0"/>
              </a:rPr>
              <a:t>Main areas of support are in Corporate Banking, Operations,</a:t>
            </a:r>
            <a:r>
              <a:rPr lang="ja-JP" altLang="en-US" sz="800" dirty="0">
                <a:solidFill>
                  <a:schemeClr val="tx1"/>
                </a:solidFill>
                <a:latin typeface="+mn-ea"/>
                <a:cs typeface="Calibri" panose="020F0502020204030204" pitchFamily="34" charset="0"/>
              </a:rPr>
              <a:t> </a:t>
            </a:r>
            <a:r>
              <a:rPr lang="en-US" altLang="ja-JP" sz="800" dirty="0">
                <a:solidFill>
                  <a:schemeClr val="tx1"/>
                </a:solidFill>
                <a:latin typeface="+mn-ea"/>
                <a:cs typeface="Calibri" panose="020F0502020204030204" pitchFamily="34" charset="0"/>
              </a:rPr>
              <a:t>Treasury, Transaction Banking</a:t>
            </a:r>
          </a:p>
        </p:txBody>
      </p:sp>
      <p:sp>
        <p:nvSpPr>
          <p:cNvPr id="52" name="正方形/長方形 51">
            <a:extLst>
              <a:ext uri="{FF2B5EF4-FFF2-40B4-BE49-F238E27FC236}">
                <a16:creationId xmlns:a16="http://schemas.microsoft.com/office/drawing/2014/main" id="{3096A0D7-8C54-4B3C-C9B1-E2D562622C04}"/>
              </a:ext>
            </a:extLst>
          </p:cNvPr>
          <p:cNvSpPr/>
          <p:nvPr/>
        </p:nvSpPr>
        <p:spPr>
          <a:xfrm>
            <a:off x="1458337" y="949184"/>
            <a:ext cx="3892598" cy="25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ctr"/>
            <a:r>
              <a:rPr lang="en-US" altLang="ja-JP" sz="1100">
                <a:solidFill>
                  <a:schemeClr val="tx1"/>
                </a:solidFill>
                <a:latin typeface="+mn-ea"/>
              </a:rPr>
              <a:t>Tasks</a:t>
            </a:r>
          </a:p>
        </p:txBody>
      </p:sp>
      <p:cxnSp>
        <p:nvCxnSpPr>
          <p:cNvPr id="53" name="直線コネクタ 52">
            <a:extLst>
              <a:ext uri="{FF2B5EF4-FFF2-40B4-BE49-F238E27FC236}">
                <a16:creationId xmlns:a16="http://schemas.microsoft.com/office/drawing/2014/main" id="{58C496DA-DA3A-BE91-0C70-C3BE283C42B0}"/>
              </a:ext>
            </a:extLst>
          </p:cNvPr>
          <p:cNvCxnSpPr>
            <a:cxnSpLocks/>
          </p:cNvCxnSpPr>
          <p:nvPr/>
        </p:nvCxnSpPr>
        <p:spPr>
          <a:xfrm>
            <a:off x="1458337" y="1217147"/>
            <a:ext cx="3892598"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011ABC31-16DF-58CD-DAA4-A69020015125}"/>
              </a:ext>
            </a:extLst>
          </p:cNvPr>
          <p:cNvSpPr/>
          <p:nvPr/>
        </p:nvSpPr>
        <p:spPr>
          <a:xfrm>
            <a:off x="5486400" y="948711"/>
            <a:ext cx="3268279" cy="25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t"/>
          <a:lstStyle/>
          <a:p>
            <a:pPr algn="ctr"/>
            <a:r>
              <a:rPr lang="en-US" altLang="ja-JP" sz="1050">
                <a:solidFill>
                  <a:schemeClr val="tx1"/>
                </a:solidFill>
                <a:latin typeface="+mn-ea"/>
              </a:rPr>
              <a:t>Resource</a:t>
            </a:r>
          </a:p>
        </p:txBody>
      </p:sp>
      <p:cxnSp>
        <p:nvCxnSpPr>
          <p:cNvPr id="56" name="直線コネクタ 55">
            <a:extLst>
              <a:ext uri="{FF2B5EF4-FFF2-40B4-BE49-F238E27FC236}">
                <a16:creationId xmlns:a16="http://schemas.microsoft.com/office/drawing/2014/main" id="{9A90D2D5-F5B4-9081-C848-9605825E816F}"/>
              </a:ext>
            </a:extLst>
          </p:cNvPr>
          <p:cNvCxnSpPr>
            <a:cxnSpLocks/>
          </p:cNvCxnSpPr>
          <p:nvPr/>
        </p:nvCxnSpPr>
        <p:spPr>
          <a:xfrm>
            <a:off x="5486400" y="1217147"/>
            <a:ext cx="3268279"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57" name="テキスト ボックス 56">
            <a:extLst>
              <a:ext uri="{FF2B5EF4-FFF2-40B4-BE49-F238E27FC236}">
                <a16:creationId xmlns:a16="http://schemas.microsoft.com/office/drawing/2014/main" id="{17022D20-C3E9-B8D3-B85B-56A4795EAC89}"/>
              </a:ext>
            </a:extLst>
          </p:cNvPr>
          <p:cNvSpPr txBox="1"/>
          <p:nvPr/>
        </p:nvSpPr>
        <p:spPr>
          <a:xfrm>
            <a:off x="5496231" y="1289554"/>
            <a:ext cx="1576611" cy="151836"/>
          </a:xfrm>
          <a:prstGeom prst="rect">
            <a:avLst/>
          </a:prstGeom>
          <a:noFill/>
        </p:spPr>
        <p:txBody>
          <a:bodyPr vert="horz" wrap="square" lIns="72000" tIns="72000" rIns="72000" bIns="72000" rtlCol="0" anchor="ctr">
            <a:noAutofit/>
          </a:bodyPr>
          <a:lstStyle/>
          <a:p>
            <a:pPr algn="ctr"/>
            <a:r>
              <a:rPr kumimoji="1" lang="en-US" altLang="ja-JP" sz="1100">
                <a:latin typeface="Meiryo UI" panose="020B0604030504040204" pitchFamily="50" charset="-128"/>
                <a:ea typeface="Meiryo UI" panose="020B0604030504040204" pitchFamily="50" charset="-128"/>
              </a:rPr>
              <a:t>JPN</a:t>
            </a:r>
            <a:endParaRPr kumimoji="1" lang="ja-JP" altLang="en-US" sz="1100">
              <a:latin typeface="Meiryo UI" panose="020B0604030504040204" pitchFamily="50" charset="-128"/>
              <a:ea typeface="Meiryo UI" panose="020B0604030504040204" pitchFamily="50" charset="-128"/>
            </a:endParaRPr>
          </a:p>
        </p:txBody>
      </p:sp>
      <p:sp>
        <p:nvSpPr>
          <p:cNvPr id="58" name="テキスト ボックス 57">
            <a:extLst>
              <a:ext uri="{FF2B5EF4-FFF2-40B4-BE49-F238E27FC236}">
                <a16:creationId xmlns:a16="http://schemas.microsoft.com/office/drawing/2014/main" id="{4C16AF0E-497C-B974-ABEA-5B43B3C3D368}"/>
              </a:ext>
            </a:extLst>
          </p:cNvPr>
          <p:cNvSpPr txBox="1"/>
          <p:nvPr/>
        </p:nvSpPr>
        <p:spPr>
          <a:xfrm>
            <a:off x="7180973" y="1289554"/>
            <a:ext cx="1576611" cy="151836"/>
          </a:xfrm>
          <a:prstGeom prst="rect">
            <a:avLst/>
          </a:prstGeom>
          <a:noFill/>
        </p:spPr>
        <p:txBody>
          <a:bodyPr vert="horz" wrap="square" lIns="72000" tIns="72000" rIns="72000" bIns="72000" rtlCol="0" anchor="ctr">
            <a:noAutofit/>
          </a:bodyPr>
          <a:lstStyle/>
          <a:p>
            <a:pPr algn="ctr"/>
            <a:r>
              <a:rPr kumimoji="1" lang="en-US" altLang="ja-JP" sz="1100">
                <a:latin typeface="Meiryo UI" panose="020B0604030504040204" pitchFamily="50" charset="-128"/>
                <a:ea typeface="Meiryo UI" panose="020B0604030504040204" pitchFamily="50" charset="-128"/>
              </a:rPr>
              <a:t>IDN</a:t>
            </a:r>
            <a:endParaRPr kumimoji="1" lang="ja-JP" altLang="en-US" sz="1100">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10E1BC7B-5931-A509-08EA-3670E44C2A32}"/>
              </a:ext>
            </a:extLst>
          </p:cNvPr>
          <p:cNvSpPr/>
          <p:nvPr/>
        </p:nvSpPr>
        <p:spPr>
          <a:xfrm>
            <a:off x="8318500" y="152400"/>
            <a:ext cx="615608" cy="324000"/>
          </a:xfrm>
          <a:prstGeom prst="rect">
            <a:avLst/>
          </a:prstGeom>
          <a:solidFill>
            <a:srgbClr val="FFFFCC"/>
          </a:solidFill>
          <a:ln w="6350">
            <a:solidFill>
              <a:schemeClr val="tx1"/>
            </a:solidFill>
          </a:ln>
          <a:effectLst/>
        </p:spPr>
        <p:style>
          <a:lnRef idx="1">
            <a:schemeClr val="accent1"/>
          </a:lnRef>
          <a:fillRef idx="3">
            <a:schemeClr val="accent1"/>
          </a:fillRef>
          <a:effectRef idx="2">
            <a:schemeClr val="accent1"/>
          </a:effectRef>
          <a:fontRef idx="minor">
            <a:schemeClr val="lt1"/>
          </a:fontRef>
        </p:style>
        <p:txBody>
          <a:bodyPr vert="horz" wrap="none" lIns="36000" rIns="36000" rtlCol="0" anchor="ctr">
            <a:noAutofit/>
          </a:bodyPr>
          <a:lstStyle/>
          <a:p>
            <a:pPr marL="0" marR="0" lvl="0" indent="0" algn="ctr" defTabSz="278600" rtl="0" eaLnBrk="1" fontAlgn="base" latinLnBrk="0" hangingPunct="1">
              <a:lnSpc>
                <a:spcPct val="100000"/>
              </a:lnSpc>
              <a:spcBef>
                <a:spcPct val="0"/>
              </a:spcBef>
              <a:spcAft>
                <a:spcPct val="0"/>
              </a:spcAft>
              <a:buClrTx/>
              <a:buSzTx/>
              <a:buFontTx/>
              <a:buNone/>
              <a:tabLst/>
              <a:defRPr/>
            </a:pPr>
            <a:r>
              <a:rPr lang="ja-JP" altLang="en-US" sz="1000" dirty="0">
                <a:solidFill>
                  <a:prstClr val="black"/>
                </a:solidFill>
                <a:latin typeface="Meiryo UI"/>
                <a:ea typeface="Meiryo UI"/>
                <a:cs typeface="Calibri" panose="020F0502020204030204" pitchFamily="34" charset="0"/>
              </a:rPr>
              <a:t>不変</a:t>
            </a:r>
            <a:endParaRPr kumimoji="1" lang="ja-JP" altLang="en-US" sz="1000" i="0" u="none" strike="noStrike" kern="1200" cap="none" spc="0" normalizeH="0" baseline="0" noProof="0" dirty="0">
              <a:ln>
                <a:noFill/>
              </a:ln>
              <a:solidFill>
                <a:prstClr val="black"/>
              </a:solidFill>
              <a:effectLst/>
              <a:uLnTx/>
              <a:uFillTx/>
              <a:latin typeface="Meiryo UI"/>
              <a:ea typeface="Meiryo UI"/>
              <a:cs typeface="Calibri" panose="020F0502020204030204" pitchFamily="34" charset="0"/>
            </a:endParaRPr>
          </a:p>
        </p:txBody>
      </p:sp>
    </p:spTree>
    <p:extLst>
      <p:ext uri="{BB962C8B-B14F-4D97-AF65-F5344CB8AC3E}">
        <p14:creationId xmlns:p14="http://schemas.microsoft.com/office/powerpoint/2010/main" val="2226836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C9445-8039-867A-A0DB-B69D3E7B26B8}"/>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2CD5CF9A-1858-0C2B-D045-319BEC043BC0}"/>
              </a:ext>
            </a:extLst>
          </p:cNvPr>
          <p:cNvSpPr>
            <a:spLocks noGrp="1"/>
          </p:cNvSpPr>
          <p:nvPr>
            <p:ph type="body" sz="quarter" idx="36"/>
          </p:nvPr>
        </p:nvSpPr>
        <p:spPr/>
        <p:txBody>
          <a:bodyPr/>
          <a:lstStyle/>
          <a:p>
            <a:pPr lvl="0">
              <a:defRPr/>
            </a:pPr>
            <a:r>
              <a:rPr lang="en-US" altLang="ja-JP">
                <a:solidFill>
                  <a:srgbClr val="460073"/>
                </a:solidFill>
              </a:rPr>
              <a:t>2. </a:t>
            </a:r>
            <a:r>
              <a:rPr lang="ja-JP" altLang="en-US">
                <a:solidFill>
                  <a:srgbClr val="460073"/>
                </a:solidFill>
              </a:rPr>
              <a:t>ご支援概要 </a:t>
            </a:r>
            <a:r>
              <a:rPr lang="en-US" altLang="ja-JP">
                <a:solidFill>
                  <a:srgbClr val="460073"/>
                </a:solidFill>
              </a:rPr>
              <a:t>(Approach)</a:t>
            </a:r>
            <a:endParaRPr lang="zh-TW" altLang="en-US">
              <a:solidFill>
                <a:srgbClr val="460073"/>
              </a:solidFill>
            </a:endParaRPr>
          </a:p>
        </p:txBody>
      </p:sp>
      <p:sp>
        <p:nvSpPr>
          <p:cNvPr id="4" name="タイトル 3">
            <a:extLst>
              <a:ext uri="{FF2B5EF4-FFF2-40B4-BE49-F238E27FC236}">
                <a16:creationId xmlns:a16="http://schemas.microsoft.com/office/drawing/2014/main" id="{95B7CBD4-E9A2-3A13-8036-71C29426E486}"/>
              </a:ext>
            </a:extLst>
          </p:cNvPr>
          <p:cNvSpPr>
            <a:spLocks noGrp="1"/>
          </p:cNvSpPr>
          <p:nvPr>
            <p:ph type="title"/>
          </p:nvPr>
        </p:nvSpPr>
        <p:spPr/>
        <p:txBody>
          <a:bodyPr/>
          <a:lstStyle/>
          <a:p>
            <a:r>
              <a:rPr kumimoji="1" lang="en-US" altLang="ja-JP">
                <a:latin typeface="Graphik" panose="020B0503030202060203" pitchFamily="34" charset="0"/>
              </a:rPr>
              <a:t>Key Tasks and Resourcing</a:t>
            </a:r>
            <a:r>
              <a:rPr kumimoji="1" lang="ja-JP" altLang="en-US">
                <a:latin typeface="Graphik" panose="020B0503030202060203" pitchFamily="34" charset="0"/>
              </a:rPr>
              <a:t>　</a:t>
            </a:r>
            <a:r>
              <a:rPr kumimoji="1" lang="en-US" altLang="ja-JP">
                <a:latin typeface="Graphik" panose="020B0503030202060203" pitchFamily="34" charset="0"/>
              </a:rPr>
              <a:t>FA</a:t>
            </a:r>
            <a:endParaRPr kumimoji="1" lang="ja-JP" altLang="en-US">
              <a:latin typeface="Graphik" panose="020B0503030202060203" pitchFamily="34" charset="0"/>
            </a:endParaRPr>
          </a:p>
        </p:txBody>
      </p:sp>
      <p:sp>
        <p:nvSpPr>
          <p:cNvPr id="54" name="テキスト プレースホルダー 53">
            <a:extLst>
              <a:ext uri="{FF2B5EF4-FFF2-40B4-BE49-F238E27FC236}">
                <a16:creationId xmlns:a16="http://schemas.microsoft.com/office/drawing/2014/main" id="{50801988-868E-2C5C-9850-C0C65ED414EF}"/>
              </a:ext>
            </a:extLst>
          </p:cNvPr>
          <p:cNvSpPr>
            <a:spLocks noGrp="1"/>
          </p:cNvSpPr>
          <p:nvPr>
            <p:ph type="body" sz="quarter" idx="37"/>
          </p:nvPr>
        </p:nvSpPr>
        <p:spPr>
          <a:xfrm>
            <a:off x="225584" y="729086"/>
            <a:ext cx="8532000" cy="215444"/>
          </a:xfrm>
        </p:spPr>
        <p:txBody>
          <a:bodyPr/>
          <a:lstStyle/>
          <a:p>
            <a:r>
              <a:rPr lang="en-US" altLang="ja-JP" sz="1400">
                <a:latin typeface="Graphik" panose="020B0503030202060203" pitchFamily="34" charset="0"/>
              </a:rPr>
              <a:t>Below are the key activities supported by Accenture FA team from Apr-2026 to Jul-2026. </a:t>
            </a:r>
            <a:endParaRPr lang="en-US" altLang="ja-JP" sz="1400" b="1">
              <a:latin typeface="Graphik" panose="020B0503030202060203" pitchFamily="34" charset="0"/>
            </a:endParaRPr>
          </a:p>
        </p:txBody>
      </p:sp>
      <p:grpSp>
        <p:nvGrpSpPr>
          <p:cNvPr id="2" name="グループ化 1">
            <a:extLst>
              <a:ext uri="{FF2B5EF4-FFF2-40B4-BE49-F238E27FC236}">
                <a16:creationId xmlns:a16="http://schemas.microsoft.com/office/drawing/2014/main" id="{C1AC7251-016E-58FC-85BF-7F65AEB8435C}"/>
              </a:ext>
            </a:extLst>
          </p:cNvPr>
          <p:cNvGrpSpPr/>
          <p:nvPr/>
        </p:nvGrpSpPr>
        <p:grpSpPr>
          <a:xfrm>
            <a:off x="162770" y="1457826"/>
            <a:ext cx="5185941" cy="3458486"/>
            <a:chOff x="162770" y="1457826"/>
            <a:chExt cx="5185941" cy="3458486"/>
          </a:xfrm>
        </p:grpSpPr>
        <p:sp>
          <p:nvSpPr>
            <p:cNvPr id="5" name="正方形/長方形 10">
              <a:extLst>
                <a:ext uri="{FF2B5EF4-FFF2-40B4-BE49-F238E27FC236}">
                  <a16:creationId xmlns:a16="http://schemas.microsoft.com/office/drawing/2014/main" id="{976E4AA6-7B3C-1ADF-B53F-71F3731872B5}"/>
                </a:ext>
              </a:extLst>
            </p:cNvPr>
            <p:cNvSpPr/>
            <p:nvPr/>
          </p:nvSpPr>
          <p:spPr>
            <a:xfrm>
              <a:off x="162770" y="1457826"/>
              <a:ext cx="1249199" cy="1110314"/>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lstStyle/>
            <a:p>
              <a:r>
                <a:rPr lang="en-US" altLang="ja-JP" sz="900">
                  <a:solidFill>
                    <a:schemeClr val="tx1"/>
                  </a:solidFill>
                  <a:latin typeface="+mn-ea"/>
                  <a:cs typeface="Calibri" panose="020F0502020204030204" pitchFamily="34" charset="0"/>
                </a:rPr>
                <a:t>Structure</a:t>
              </a:r>
              <a:endParaRPr lang="ja-JP" altLang="en-US" sz="900">
                <a:solidFill>
                  <a:schemeClr val="tx1"/>
                </a:solidFill>
                <a:latin typeface="+mn-ea"/>
                <a:cs typeface="Calibri" panose="020F0502020204030204" pitchFamily="34" charset="0"/>
              </a:endParaRPr>
            </a:p>
          </p:txBody>
        </p:sp>
        <p:sp>
          <p:nvSpPr>
            <p:cNvPr id="6" name="正方形/長方形 10">
              <a:extLst>
                <a:ext uri="{FF2B5EF4-FFF2-40B4-BE49-F238E27FC236}">
                  <a16:creationId xmlns:a16="http://schemas.microsoft.com/office/drawing/2014/main" id="{CD212C66-2975-64E1-F3C8-B622AABF3CBF}"/>
                </a:ext>
              </a:extLst>
            </p:cNvPr>
            <p:cNvSpPr/>
            <p:nvPr/>
          </p:nvSpPr>
          <p:spPr>
            <a:xfrm>
              <a:off x="162770" y="2630531"/>
              <a:ext cx="1249199" cy="1110314"/>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lstStyle/>
            <a:p>
              <a:r>
                <a:rPr lang="en-US" altLang="ja-JP" sz="900">
                  <a:solidFill>
                    <a:schemeClr val="tx1"/>
                  </a:solidFill>
                  <a:latin typeface="+mn-ea"/>
                  <a:cs typeface="Calibri" panose="020F0502020204030204" pitchFamily="34" charset="0"/>
                </a:rPr>
                <a:t>Delisting </a:t>
              </a:r>
              <a:r>
                <a:rPr lang="ja-JP" altLang="en-US" sz="900">
                  <a:solidFill>
                    <a:schemeClr val="tx1"/>
                  </a:solidFill>
                  <a:latin typeface="+mn-ea"/>
                  <a:cs typeface="Calibri" panose="020F0502020204030204" pitchFamily="34" charset="0"/>
                </a:rPr>
                <a:t>・</a:t>
              </a:r>
              <a:br>
                <a:rPr lang="en-US" altLang="ja-JP" sz="900">
                  <a:solidFill>
                    <a:schemeClr val="tx1"/>
                  </a:solidFill>
                  <a:latin typeface="+mn-ea"/>
                  <a:cs typeface="Calibri" panose="020F0502020204030204" pitchFamily="34" charset="0"/>
                </a:rPr>
              </a:br>
              <a:r>
                <a:rPr lang="en-US" altLang="ja-JP" sz="900">
                  <a:solidFill>
                    <a:schemeClr val="tx1"/>
                  </a:solidFill>
                  <a:latin typeface="+mn-ea"/>
                  <a:cs typeface="Calibri" panose="020F0502020204030204" pitchFamily="34" charset="0"/>
                </a:rPr>
                <a:t>Going-Private</a:t>
              </a:r>
              <a:endParaRPr lang="ja-JP" altLang="en-US" sz="900">
                <a:solidFill>
                  <a:schemeClr val="tx1"/>
                </a:solidFill>
                <a:latin typeface="+mn-ea"/>
                <a:cs typeface="Calibri" panose="020F0502020204030204" pitchFamily="34" charset="0"/>
              </a:endParaRPr>
            </a:p>
          </p:txBody>
        </p:sp>
        <p:sp>
          <p:nvSpPr>
            <p:cNvPr id="7" name="正方形/長方形 6">
              <a:extLst>
                <a:ext uri="{FF2B5EF4-FFF2-40B4-BE49-F238E27FC236}">
                  <a16:creationId xmlns:a16="http://schemas.microsoft.com/office/drawing/2014/main" id="{096FB49C-C607-75C2-91A4-56BA8F2A7EA9}"/>
                </a:ext>
              </a:extLst>
            </p:cNvPr>
            <p:cNvSpPr/>
            <p:nvPr/>
          </p:nvSpPr>
          <p:spPr>
            <a:xfrm>
              <a:off x="1558849" y="1457826"/>
              <a:ext cx="3789862" cy="111307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lstStyle/>
            <a:p>
              <a:pPr marL="91440" indent="-91440">
                <a:spcAft>
                  <a:spcPts val="100"/>
                </a:spcAft>
                <a:buFont typeface="Arial" panose="020B0604020202020204" pitchFamily="34" charset="0"/>
                <a:buChar char="•"/>
              </a:pPr>
              <a:r>
                <a:rPr lang="en-US" altLang="ja-JP" sz="800">
                  <a:solidFill>
                    <a:schemeClr val="tx1"/>
                  </a:solidFill>
                  <a:latin typeface="Meiryo UI" panose="020B0604030504040204" pitchFamily="50" charset="-128"/>
                  <a:ea typeface="Meiryo UI" panose="020B0604030504040204" pitchFamily="50" charset="-128"/>
                </a:rPr>
                <a:t>Overall transaction project management</a:t>
              </a:r>
            </a:p>
            <a:p>
              <a:pPr marL="91440" indent="-91440">
                <a:spcAft>
                  <a:spcPts val="100"/>
                </a:spcAft>
                <a:buFont typeface="Arial" panose="020B0604020202020204" pitchFamily="34" charset="0"/>
                <a:buChar char="•"/>
              </a:pPr>
              <a:r>
                <a:rPr lang="en-US" altLang="ja-JP" sz="800">
                  <a:solidFill>
                    <a:schemeClr val="tx1"/>
                  </a:solidFill>
                  <a:latin typeface="Meiryo UI" panose="020B0604030504040204" pitchFamily="50" charset="-128"/>
                  <a:ea typeface="Meiryo UI" panose="020B0604030504040204" pitchFamily="50" charset="-128"/>
                </a:rPr>
                <a:t>Integration &amp; Capital structure execution support</a:t>
              </a:r>
            </a:p>
            <a:p>
              <a:pPr marL="91440" indent="-91440">
                <a:spcAft>
                  <a:spcPts val="100"/>
                </a:spcAft>
                <a:buFont typeface="Arial" panose="020B0604020202020204" pitchFamily="34" charset="0"/>
                <a:buChar char="•"/>
              </a:pPr>
              <a:r>
                <a:rPr lang="en-US" altLang="ja-JP" sz="800">
                  <a:solidFill>
                    <a:schemeClr val="tx1"/>
                  </a:solidFill>
                  <a:latin typeface="Meiryo UI" panose="020B0604030504040204" pitchFamily="50" charset="-128"/>
                  <a:ea typeface="Meiryo UI" panose="020B0604030504040204" pitchFamily="50" charset="-128"/>
                </a:rPr>
                <a:t>Update business plan, valuation and  communication with independent appraiser</a:t>
              </a:r>
            </a:p>
          </p:txBody>
        </p:sp>
        <p:cxnSp>
          <p:nvCxnSpPr>
            <p:cNvPr id="8" name="直線コネクタ 7">
              <a:extLst>
                <a:ext uri="{FF2B5EF4-FFF2-40B4-BE49-F238E27FC236}">
                  <a16:creationId xmlns:a16="http://schemas.microsoft.com/office/drawing/2014/main" id="{E2780618-7C5E-4B3B-7637-60CF36F7FBCD}"/>
                </a:ext>
              </a:extLst>
            </p:cNvPr>
            <p:cNvCxnSpPr>
              <a:cxnSpLocks/>
            </p:cNvCxnSpPr>
            <p:nvPr/>
          </p:nvCxnSpPr>
          <p:spPr>
            <a:xfrm>
              <a:off x="1558849" y="2600716"/>
              <a:ext cx="378901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正方形/長方形 11">
              <a:extLst>
                <a:ext uri="{FF2B5EF4-FFF2-40B4-BE49-F238E27FC236}">
                  <a16:creationId xmlns:a16="http://schemas.microsoft.com/office/drawing/2014/main" id="{38B807BF-DA0A-654A-9EE8-6D61FAC72F66}"/>
                </a:ext>
              </a:extLst>
            </p:cNvPr>
            <p:cNvSpPr/>
            <p:nvPr/>
          </p:nvSpPr>
          <p:spPr>
            <a:xfrm>
              <a:off x="1558849" y="2630531"/>
              <a:ext cx="3789862" cy="111307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lstStyle/>
            <a:p>
              <a:pPr marL="91440" indent="-91440">
                <a:spcAft>
                  <a:spcPts val="100"/>
                </a:spcAft>
                <a:buFont typeface="Arial" panose="020B0604020202020204" pitchFamily="34" charset="0"/>
                <a:buChar char="•"/>
              </a:pPr>
              <a:r>
                <a:rPr lang="en-US" altLang="ja-JP" sz="800">
                  <a:solidFill>
                    <a:schemeClr val="tx1"/>
                  </a:solidFill>
                  <a:latin typeface="Meiryo UI" panose="020B0604030504040204" pitchFamily="50" charset="-128"/>
                  <a:ea typeface="Meiryo UI" panose="020B0604030504040204" pitchFamily="50" charset="-128"/>
                </a:rPr>
                <a:t>Manage communications with securities firms and project management of delisting</a:t>
              </a:r>
            </a:p>
            <a:p>
              <a:pPr marL="91440" indent="-91440">
                <a:spcAft>
                  <a:spcPts val="100"/>
                </a:spcAft>
                <a:buFont typeface="Arial" panose="020B0604020202020204" pitchFamily="34" charset="0"/>
                <a:buChar char="•"/>
              </a:pPr>
              <a:r>
                <a:rPr lang="en-US" altLang="ja-JP" sz="800">
                  <a:solidFill>
                    <a:schemeClr val="tx1"/>
                  </a:solidFill>
                  <a:latin typeface="Meiryo UI" panose="020B0604030504040204" pitchFamily="50" charset="-128"/>
                  <a:ea typeface="Meiryo UI" panose="020B0604030504040204" pitchFamily="50" charset="-128"/>
                </a:rPr>
                <a:t>Define detailed steps for VTO under going-private scheme</a:t>
              </a:r>
            </a:p>
            <a:p>
              <a:pPr marL="91440" indent="-91440">
                <a:spcAft>
                  <a:spcPts val="100"/>
                </a:spcAft>
                <a:buFont typeface="Arial" panose="020B0604020202020204" pitchFamily="34" charset="0"/>
                <a:buChar char="•"/>
              </a:pPr>
              <a:r>
                <a:rPr lang="en-US" altLang="ja-JP" sz="800">
                  <a:solidFill>
                    <a:schemeClr val="tx1"/>
                  </a:solidFill>
                  <a:latin typeface="Meiryo UI" panose="020B0604030504040204" pitchFamily="50" charset="-128"/>
                  <a:ea typeface="Meiryo UI" panose="020B0604030504040204" pitchFamily="50" charset="-128"/>
                </a:rPr>
                <a:t>Minority shareholder communication support</a:t>
              </a:r>
            </a:p>
          </p:txBody>
        </p:sp>
        <p:cxnSp>
          <p:nvCxnSpPr>
            <p:cNvPr id="10" name="直線コネクタ 13">
              <a:extLst>
                <a:ext uri="{FF2B5EF4-FFF2-40B4-BE49-F238E27FC236}">
                  <a16:creationId xmlns:a16="http://schemas.microsoft.com/office/drawing/2014/main" id="{76C05B74-C1DB-421F-D5CD-2E299F9835BB}"/>
                </a:ext>
              </a:extLst>
            </p:cNvPr>
            <p:cNvCxnSpPr>
              <a:cxnSpLocks/>
            </p:cNvCxnSpPr>
            <p:nvPr/>
          </p:nvCxnSpPr>
          <p:spPr>
            <a:xfrm>
              <a:off x="1558849" y="3773421"/>
              <a:ext cx="378901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正方形/長方形 11">
              <a:extLst>
                <a:ext uri="{FF2B5EF4-FFF2-40B4-BE49-F238E27FC236}">
                  <a16:creationId xmlns:a16="http://schemas.microsoft.com/office/drawing/2014/main" id="{0B05CC72-B227-E9F5-BD33-AC4264FA6A72}"/>
                </a:ext>
              </a:extLst>
            </p:cNvPr>
            <p:cNvSpPr/>
            <p:nvPr/>
          </p:nvSpPr>
          <p:spPr>
            <a:xfrm>
              <a:off x="1558849" y="3803237"/>
              <a:ext cx="3789862" cy="111307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lstStyle/>
            <a:p>
              <a:pPr marL="91440" indent="-91440">
                <a:spcAft>
                  <a:spcPts val="100"/>
                </a:spcAft>
                <a:buFont typeface="Arial" panose="020B0604020202020204" pitchFamily="34" charset="0"/>
                <a:buChar char="•"/>
              </a:pPr>
              <a:r>
                <a:rPr lang="en-US" altLang="ja-JP" sz="800" dirty="0">
                  <a:solidFill>
                    <a:schemeClr val="tx1"/>
                  </a:solidFill>
                  <a:latin typeface="Meiryo UI" panose="020B0604030504040204" pitchFamily="50" charset="-128"/>
                  <a:ea typeface="Meiryo UI" panose="020B0604030504040204" pitchFamily="50" charset="-128"/>
                </a:rPr>
                <a:t>Tail Management execution support</a:t>
              </a:r>
            </a:p>
            <a:p>
              <a:pPr marL="171450" indent="-171450">
                <a:spcAft>
                  <a:spcPts val="100"/>
                </a:spcAft>
                <a:buFont typeface="Meiryo UI" panose="020B0604030504040204" pitchFamily="50" charset="-128"/>
                <a:buChar char="⇒"/>
              </a:pPr>
              <a:r>
                <a:rPr lang="en-US" altLang="ja-JP" sz="800" dirty="0">
                  <a:solidFill>
                    <a:srgbClr val="FF0000"/>
                  </a:solidFill>
                  <a:latin typeface="+mn-ea"/>
                  <a:cs typeface="Calibri" panose="020F0502020204030204" pitchFamily="34" charset="0"/>
                </a:rPr>
                <a:t>In particular, support for organizing the key issues and assisting with consideration from the perspective of manual migration in Tail Management.</a:t>
              </a:r>
              <a:endParaRPr lang="en-US" altLang="ja-JP" sz="800" dirty="0">
                <a:solidFill>
                  <a:schemeClr val="tx1"/>
                </a:solidFill>
                <a:latin typeface="Meiryo UI" panose="020B0604030504040204" pitchFamily="50" charset="-128"/>
                <a:ea typeface="Meiryo UI" panose="020B0604030504040204" pitchFamily="50" charset="-128"/>
              </a:endParaRPr>
            </a:p>
            <a:p>
              <a:pPr marL="91440" indent="-91440">
                <a:spcAft>
                  <a:spcPts val="100"/>
                </a:spcAft>
                <a:buFont typeface="Arial" panose="020B0604020202020204" pitchFamily="34" charset="0"/>
                <a:buChar char="•"/>
              </a:pPr>
              <a:r>
                <a:rPr lang="en-US" altLang="ja-JP" sz="800" dirty="0">
                  <a:solidFill>
                    <a:schemeClr val="tx1"/>
                  </a:solidFill>
                  <a:latin typeface="Meiryo UI" panose="020B0604030504040204" pitchFamily="50" charset="-128"/>
                  <a:ea typeface="Meiryo UI" panose="020B0604030504040204" pitchFamily="50" charset="-128"/>
                </a:rPr>
                <a:t>Prepare liquidation plan document and support regular communication with regulators</a:t>
              </a:r>
            </a:p>
            <a:p>
              <a:pPr marL="91440" indent="-91440">
                <a:spcAft>
                  <a:spcPts val="100"/>
                </a:spcAft>
                <a:buFont typeface="Arial" panose="020B0604020202020204" pitchFamily="34" charset="0"/>
                <a:buChar char="•"/>
              </a:pPr>
              <a:r>
                <a:rPr lang="en-US" altLang="ja-JP" sz="800" dirty="0">
                  <a:solidFill>
                    <a:schemeClr val="tx1"/>
                  </a:solidFill>
                  <a:latin typeface="Meiryo UI" panose="020B0604030504040204" pitchFamily="50" charset="-128"/>
                  <a:ea typeface="Meiryo UI" panose="020B0604030504040204" pitchFamily="50" charset="-128"/>
                </a:rPr>
                <a:t>Define processing policies for liquidation, transfer, termination, or sale from financial perspective</a:t>
              </a:r>
            </a:p>
          </p:txBody>
        </p:sp>
        <p:sp>
          <p:nvSpPr>
            <p:cNvPr id="12" name="正方形/長方形 10">
              <a:extLst>
                <a:ext uri="{FF2B5EF4-FFF2-40B4-BE49-F238E27FC236}">
                  <a16:creationId xmlns:a16="http://schemas.microsoft.com/office/drawing/2014/main" id="{75D8DC01-F6A4-B064-25AC-2B5BDC0ED81B}"/>
                </a:ext>
              </a:extLst>
            </p:cNvPr>
            <p:cNvSpPr/>
            <p:nvPr/>
          </p:nvSpPr>
          <p:spPr>
            <a:xfrm>
              <a:off x="162770" y="3803237"/>
              <a:ext cx="1249199" cy="1110314"/>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lstStyle/>
            <a:p>
              <a:r>
                <a:rPr lang="en-US" altLang="ja-JP" sz="900">
                  <a:solidFill>
                    <a:schemeClr val="tx1"/>
                  </a:solidFill>
                  <a:latin typeface="+mn-ea"/>
                  <a:cs typeface="Calibri" panose="020F0502020204030204" pitchFamily="34" charset="0"/>
                </a:rPr>
                <a:t>Tail Management</a:t>
              </a:r>
              <a:endParaRPr lang="ja-JP" altLang="en-US" sz="900">
                <a:solidFill>
                  <a:schemeClr val="tx1"/>
                </a:solidFill>
                <a:latin typeface="+mn-ea"/>
                <a:cs typeface="Calibri" panose="020F0502020204030204" pitchFamily="34" charset="0"/>
              </a:endParaRPr>
            </a:p>
          </p:txBody>
        </p:sp>
      </p:grpSp>
      <p:cxnSp>
        <p:nvCxnSpPr>
          <p:cNvPr id="13" name="直線コネクタ 12">
            <a:extLst>
              <a:ext uri="{FF2B5EF4-FFF2-40B4-BE49-F238E27FC236}">
                <a16:creationId xmlns:a16="http://schemas.microsoft.com/office/drawing/2014/main" id="{9D5A48B7-1C69-F9BF-D388-0C887214A8D8}"/>
              </a:ext>
            </a:extLst>
          </p:cNvPr>
          <p:cNvCxnSpPr>
            <a:cxnSpLocks/>
          </p:cNvCxnSpPr>
          <p:nvPr/>
        </p:nvCxnSpPr>
        <p:spPr>
          <a:xfrm>
            <a:off x="163392" y="1217147"/>
            <a:ext cx="1249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7C4A918D-ADB4-A1B2-CD61-0024A4003394}"/>
              </a:ext>
            </a:extLst>
          </p:cNvPr>
          <p:cNvCxnSpPr>
            <a:cxnSpLocks/>
          </p:cNvCxnSpPr>
          <p:nvPr/>
        </p:nvCxnSpPr>
        <p:spPr>
          <a:xfrm>
            <a:off x="1560387" y="1217147"/>
            <a:ext cx="3790547"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6FD449F3-984B-BB65-7062-52239CAFC872}"/>
              </a:ext>
            </a:extLst>
          </p:cNvPr>
          <p:cNvCxnSpPr>
            <a:cxnSpLocks/>
          </p:cNvCxnSpPr>
          <p:nvPr/>
        </p:nvCxnSpPr>
        <p:spPr>
          <a:xfrm>
            <a:off x="5486400" y="1217147"/>
            <a:ext cx="3268279"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正方形/長方形 8">
            <a:extLst>
              <a:ext uri="{FF2B5EF4-FFF2-40B4-BE49-F238E27FC236}">
                <a16:creationId xmlns:a16="http://schemas.microsoft.com/office/drawing/2014/main" id="{4ECD5E4E-A6BC-AD86-88DC-C4263A410B2A}"/>
              </a:ext>
            </a:extLst>
          </p:cNvPr>
          <p:cNvSpPr/>
          <p:nvPr/>
        </p:nvSpPr>
        <p:spPr>
          <a:xfrm>
            <a:off x="7172506" y="1457826"/>
            <a:ext cx="1576611" cy="3458487"/>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800">
                <a:solidFill>
                  <a:schemeClr val="tx1"/>
                </a:solidFill>
                <a:latin typeface="+mn-ea"/>
              </a:rPr>
              <a:t>N/A</a:t>
            </a:r>
          </a:p>
        </p:txBody>
      </p:sp>
      <p:sp>
        <p:nvSpPr>
          <p:cNvPr id="17" name="正方形/長方形 8">
            <a:extLst>
              <a:ext uri="{FF2B5EF4-FFF2-40B4-BE49-F238E27FC236}">
                <a16:creationId xmlns:a16="http://schemas.microsoft.com/office/drawing/2014/main" id="{68A1108C-0B77-070F-C13D-E96F8A0EBE98}"/>
              </a:ext>
            </a:extLst>
          </p:cNvPr>
          <p:cNvSpPr/>
          <p:nvPr/>
        </p:nvSpPr>
        <p:spPr>
          <a:xfrm>
            <a:off x="5496231" y="1457826"/>
            <a:ext cx="1576611" cy="3458487"/>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r>
              <a:rPr lang="en-US" altLang="ja-JP" sz="800" b="1" dirty="0">
                <a:solidFill>
                  <a:schemeClr val="tx1"/>
                </a:solidFill>
                <a:latin typeface="+mn-ea"/>
              </a:rPr>
              <a:t>&lt;Apr-2026 to </a:t>
            </a:r>
            <a:br>
              <a:rPr lang="en-US" altLang="ja-JP" sz="800" b="1" dirty="0">
                <a:solidFill>
                  <a:schemeClr val="tx1"/>
                </a:solidFill>
                <a:latin typeface="+mn-ea"/>
              </a:rPr>
            </a:br>
            <a:r>
              <a:rPr lang="en-US" altLang="ja-JP" sz="800" b="1" dirty="0">
                <a:solidFill>
                  <a:schemeClr val="tx1"/>
                </a:solidFill>
                <a:latin typeface="+mn-ea"/>
              </a:rPr>
              <a:t>Jul-2026&gt;</a:t>
            </a:r>
          </a:p>
          <a:p>
            <a:r>
              <a:rPr lang="en-US" altLang="ja-JP" sz="800" b="1" dirty="0">
                <a:solidFill>
                  <a:schemeClr val="tx1"/>
                </a:solidFill>
                <a:latin typeface="+mn-ea"/>
              </a:rPr>
              <a:t>HQ: 4</a:t>
            </a:r>
          </a:p>
          <a:p>
            <a:pPr marL="171450" indent="-171450">
              <a:buFont typeface="Arial" panose="020B0604020202020204" pitchFamily="34" charset="0"/>
              <a:buChar char="•"/>
            </a:pPr>
            <a:r>
              <a:rPr lang="en-US" altLang="ja-JP" sz="800" dirty="0">
                <a:solidFill>
                  <a:schemeClr val="tx1"/>
                </a:solidFill>
                <a:latin typeface="+mn-ea"/>
              </a:rPr>
              <a:t>Lead×1</a:t>
            </a:r>
          </a:p>
          <a:p>
            <a:pPr marL="171450" indent="-171450">
              <a:buFont typeface="Arial" panose="020B0604020202020204" pitchFamily="34" charset="0"/>
              <a:buChar char="•"/>
            </a:pPr>
            <a:r>
              <a:rPr lang="en-US" altLang="ja-JP" sz="800" dirty="0">
                <a:solidFill>
                  <a:schemeClr val="tx1"/>
                </a:solidFill>
                <a:latin typeface="+mn-ea"/>
              </a:rPr>
              <a:t>Member×</a:t>
            </a:r>
            <a:r>
              <a:rPr lang="en-US" altLang="ja-JP" sz="800" strike="sngStrike" dirty="0">
                <a:solidFill>
                  <a:srgbClr val="FF0000"/>
                </a:solidFill>
                <a:latin typeface="+mn-ea"/>
              </a:rPr>
              <a:t> 3</a:t>
            </a:r>
            <a:r>
              <a:rPr lang="en-US" altLang="ja-JP" sz="800" dirty="0">
                <a:solidFill>
                  <a:srgbClr val="FF0000"/>
                </a:solidFill>
                <a:latin typeface="+mn-ea"/>
              </a:rPr>
              <a:t>4</a:t>
            </a:r>
            <a:endParaRPr lang="en-US" altLang="ja-JP" sz="800" dirty="0">
              <a:solidFill>
                <a:schemeClr val="tx1"/>
              </a:solidFill>
              <a:latin typeface="+mn-ea"/>
            </a:endParaRPr>
          </a:p>
        </p:txBody>
      </p:sp>
      <p:sp>
        <p:nvSpPr>
          <p:cNvPr id="18" name="テキスト ボックス 17">
            <a:extLst>
              <a:ext uri="{FF2B5EF4-FFF2-40B4-BE49-F238E27FC236}">
                <a16:creationId xmlns:a16="http://schemas.microsoft.com/office/drawing/2014/main" id="{CB0110DC-369F-09D0-955E-4E6F83B0EF66}"/>
              </a:ext>
            </a:extLst>
          </p:cNvPr>
          <p:cNvSpPr txBox="1"/>
          <p:nvPr/>
        </p:nvSpPr>
        <p:spPr>
          <a:xfrm>
            <a:off x="5496231" y="1289554"/>
            <a:ext cx="1576611" cy="151836"/>
          </a:xfrm>
          <a:prstGeom prst="rect">
            <a:avLst/>
          </a:prstGeom>
          <a:noFill/>
        </p:spPr>
        <p:txBody>
          <a:bodyPr vert="horz" wrap="square" lIns="72000" tIns="72000" rIns="72000" bIns="72000" rtlCol="0" anchor="ctr">
            <a:noAutofit/>
          </a:bodyPr>
          <a:lstStyle/>
          <a:p>
            <a:pPr algn="ctr"/>
            <a:r>
              <a:rPr kumimoji="1" lang="en-US" altLang="ja-JP" sz="1100">
                <a:latin typeface="Meiryo UI" panose="020B0604030504040204" pitchFamily="50" charset="-128"/>
                <a:ea typeface="Meiryo UI" panose="020B0604030504040204" pitchFamily="50" charset="-128"/>
              </a:rPr>
              <a:t>JPN</a:t>
            </a:r>
            <a:endParaRPr kumimoji="1" lang="ja-JP" altLang="en-US" sz="1100">
              <a:latin typeface="Meiryo UI" panose="020B0604030504040204" pitchFamily="50" charset="-128"/>
              <a:ea typeface="Meiryo UI" panose="020B0604030504040204" pitchFamily="50" charset="-128"/>
            </a:endParaRPr>
          </a:p>
        </p:txBody>
      </p:sp>
      <p:sp>
        <p:nvSpPr>
          <p:cNvPr id="19" name="テキスト ボックス 18">
            <a:extLst>
              <a:ext uri="{FF2B5EF4-FFF2-40B4-BE49-F238E27FC236}">
                <a16:creationId xmlns:a16="http://schemas.microsoft.com/office/drawing/2014/main" id="{4DDD5653-5DB6-9D2B-726A-EC1E2AFA74BB}"/>
              </a:ext>
            </a:extLst>
          </p:cNvPr>
          <p:cNvSpPr txBox="1"/>
          <p:nvPr/>
        </p:nvSpPr>
        <p:spPr>
          <a:xfrm>
            <a:off x="7180973" y="1289554"/>
            <a:ext cx="1576611" cy="151836"/>
          </a:xfrm>
          <a:prstGeom prst="rect">
            <a:avLst/>
          </a:prstGeom>
          <a:noFill/>
        </p:spPr>
        <p:txBody>
          <a:bodyPr vert="horz" wrap="square" lIns="72000" tIns="72000" rIns="72000" bIns="72000" rtlCol="0" anchor="ctr">
            <a:noAutofit/>
          </a:bodyPr>
          <a:lstStyle/>
          <a:p>
            <a:pPr algn="ctr"/>
            <a:r>
              <a:rPr kumimoji="1" lang="en-US" altLang="ja-JP" sz="1100">
                <a:latin typeface="Meiryo UI" panose="020B0604030504040204" pitchFamily="50" charset="-128"/>
                <a:ea typeface="Meiryo UI" panose="020B0604030504040204" pitchFamily="50" charset="-128"/>
              </a:rPr>
              <a:t>IDN</a:t>
            </a:r>
            <a:endParaRPr kumimoji="1" lang="ja-JP" altLang="en-US" sz="1100">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F9096E34-53B4-3D80-AD3C-520423494D9A}"/>
              </a:ext>
            </a:extLst>
          </p:cNvPr>
          <p:cNvSpPr/>
          <p:nvPr/>
        </p:nvSpPr>
        <p:spPr>
          <a:xfrm>
            <a:off x="8318500" y="152400"/>
            <a:ext cx="615608" cy="324000"/>
          </a:xfrm>
          <a:prstGeom prst="rect">
            <a:avLst/>
          </a:prstGeom>
          <a:solidFill>
            <a:srgbClr val="FFFFCC"/>
          </a:solidFill>
          <a:ln w="6350">
            <a:solidFill>
              <a:schemeClr val="tx1"/>
            </a:solidFill>
          </a:ln>
          <a:effectLst/>
        </p:spPr>
        <p:style>
          <a:lnRef idx="1">
            <a:schemeClr val="accent1"/>
          </a:lnRef>
          <a:fillRef idx="3">
            <a:schemeClr val="accent1"/>
          </a:fillRef>
          <a:effectRef idx="2">
            <a:schemeClr val="accent1"/>
          </a:effectRef>
          <a:fontRef idx="minor">
            <a:schemeClr val="lt1"/>
          </a:fontRef>
        </p:style>
        <p:txBody>
          <a:bodyPr vert="horz" wrap="none" lIns="36000" rIns="36000" rtlCol="0" anchor="ctr">
            <a:noAutofit/>
          </a:bodyPr>
          <a:lstStyle/>
          <a:p>
            <a:pPr marL="0" marR="0" lvl="0" indent="0" algn="ctr" defTabSz="278600" rtl="0" eaLnBrk="1" fontAlgn="base" latinLnBrk="0" hangingPunct="1">
              <a:lnSpc>
                <a:spcPct val="100000"/>
              </a:lnSpc>
              <a:spcBef>
                <a:spcPct val="0"/>
              </a:spcBef>
              <a:spcAft>
                <a:spcPct val="0"/>
              </a:spcAft>
              <a:buClrTx/>
              <a:buSzTx/>
              <a:buFontTx/>
              <a:buNone/>
              <a:tabLst/>
              <a:defRPr/>
            </a:pPr>
            <a:r>
              <a:rPr lang="ja-JP" altLang="en-US" sz="1000" dirty="0">
                <a:solidFill>
                  <a:prstClr val="black"/>
                </a:solidFill>
                <a:latin typeface="Meiryo UI"/>
                <a:ea typeface="Meiryo UI"/>
                <a:cs typeface="Calibri" panose="020F0502020204030204" pitchFamily="34" charset="0"/>
              </a:rPr>
              <a:t>変更</a:t>
            </a:r>
            <a:endParaRPr lang="en-US" altLang="ja-JP" sz="1000" dirty="0">
              <a:solidFill>
                <a:prstClr val="black"/>
              </a:solidFill>
              <a:latin typeface="Meiryo UI"/>
              <a:ea typeface="Meiryo UI"/>
              <a:cs typeface="Calibri" panose="020F0502020204030204" pitchFamily="34" charset="0"/>
            </a:endParaRPr>
          </a:p>
          <a:p>
            <a:pPr marL="0" marR="0" lvl="0" indent="0" algn="ctr" defTabSz="278600" rtl="0" eaLnBrk="1" fontAlgn="base" latinLnBrk="0" hangingPunct="1">
              <a:lnSpc>
                <a:spcPct val="100000"/>
              </a:lnSpc>
              <a:spcBef>
                <a:spcPct val="0"/>
              </a:spcBef>
              <a:spcAft>
                <a:spcPct val="0"/>
              </a:spcAft>
              <a:buClrTx/>
              <a:buSzTx/>
              <a:buFontTx/>
              <a:buNone/>
              <a:tabLst/>
              <a:defRPr/>
            </a:pPr>
            <a:r>
              <a:rPr kumimoji="1" lang="ja-JP" altLang="en-US" sz="1000" i="0" u="none" strike="noStrike" kern="1200" cap="none" spc="0" normalizeH="0" baseline="0" noProof="0" dirty="0">
                <a:ln>
                  <a:noFill/>
                </a:ln>
                <a:solidFill>
                  <a:prstClr val="black"/>
                </a:solidFill>
                <a:effectLst/>
                <a:uLnTx/>
                <a:uFillTx/>
                <a:latin typeface="Meiryo UI"/>
                <a:ea typeface="Meiryo UI"/>
                <a:cs typeface="Calibri" panose="020F0502020204030204" pitchFamily="34" charset="0"/>
              </a:rPr>
              <a:t>（赤字）</a:t>
            </a:r>
          </a:p>
        </p:txBody>
      </p:sp>
      <p:sp>
        <p:nvSpPr>
          <p:cNvPr id="20" name="吹き出し: 上矢印 19">
            <a:extLst>
              <a:ext uri="{FF2B5EF4-FFF2-40B4-BE49-F238E27FC236}">
                <a16:creationId xmlns:a16="http://schemas.microsoft.com/office/drawing/2014/main" id="{72622ED2-689A-5FC7-0BAA-052C814E5BD6}"/>
              </a:ext>
            </a:extLst>
          </p:cNvPr>
          <p:cNvSpPr/>
          <p:nvPr/>
        </p:nvSpPr>
        <p:spPr>
          <a:xfrm>
            <a:off x="5649318" y="2167355"/>
            <a:ext cx="1270436" cy="383241"/>
          </a:xfrm>
          <a:prstGeom prst="upArrowCallou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900">
                <a:solidFill>
                  <a:srgbClr val="FF0000"/>
                </a:solidFill>
                <a:latin typeface="Meiryo UI" panose="020B0604030504040204" pitchFamily="50" charset="-128"/>
                <a:ea typeface="Meiryo UI" panose="020B0604030504040204" pitchFamily="50" charset="-128"/>
              </a:rPr>
              <a:t>Additional member</a:t>
            </a:r>
            <a:endParaRPr kumimoji="1" lang="ja-JP" altLang="en-US" sz="90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889268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2F984-C372-B2B0-9ECF-FE3036DC17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F97A86-529F-D48B-A371-AFFF332EEF37}"/>
              </a:ext>
            </a:extLst>
          </p:cNvPr>
          <p:cNvSpPr/>
          <p:nvPr/>
        </p:nvSpPr>
        <p:spPr>
          <a:xfrm>
            <a:off x="1829907" y="2306385"/>
            <a:ext cx="5138706" cy="437322"/>
          </a:xfrm>
          <a:prstGeom prst="rect">
            <a:avLst/>
          </a:prstGeom>
          <a:solidFill>
            <a:srgbClr val="FFFFCC"/>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1000">
              <a:solidFill>
                <a:schemeClr val="tx1"/>
              </a:solidFill>
              <a:latin typeface="Meiryo UI" panose="020B0604030504040204" pitchFamily="50" charset="-128"/>
              <a:ea typeface="Meiryo UI" panose="020B0604030504040204" pitchFamily="50" charset="-128"/>
            </a:endParaRPr>
          </a:p>
        </p:txBody>
      </p:sp>
      <p:sp>
        <p:nvSpPr>
          <p:cNvPr id="11" name="タイトル 10">
            <a:extLst>
              <a:ext uri="{FF2B5EF4-FFF2-40B4-BE49-F238E27FC236}">
                <a16:creationId xmlns:a16="http://schemas.microsoft.com/office/drawing/2014/main" id="{80D6DE2A-5CCA-04D8-46B0-8990D6E891C4}"/>
              </a:ext>
            </a:extLst>
          </p:cNvPr>
          <p:cNvSpPr>
            <a:spLocks noGrp="1"/>
          </p:cNvSpPr>
          <p:nvPr>
            <p:ph type="title"/>
          </p:nvPr>
        </p:nvSpPr>
        <p:spPr/>
        <p:txBody>
          <a:bodyPr>
            <a:normAutofit/>
          </a:bodyPr>
          <a:lstStyle/>
          <a:p>
            <a:r>
              <a:rPr lang="ja-JP" altLang="en-US" sz="2400"/>
              <a:t>目次 </a:t>
            </a:r>
            <a:r>
              <a:rPr lang="en-US" altLang="ja-JP" sz="2400"/>
              <a:t>(Agenda)</a:t>
            </a:r>
            <a:endParaRPr lang="ja-JP" altLang="en-US" sz="2400"/>
          </a:p>
        </p:txBody>
      </p:sp>
      <p:sp>
        <p:nvSpPr>
          <p:cNvPr id="6" name="テキスト ボックス 5">
            <a:extLst>
              <a:ext uri="{FF2B5EF4-FFF2-40B4-BE49-F238E27FC236}">
                <a16:creationId xmlns:a16="http://schemas.microsoft.com/office/drawing/2014/main" id="{6EE266C6-449C-6F60-C65A-AB89B95D438A}"/>
              </a:ext>
            </a:extLst>
          </p:cNvPr>
          <p:cNvSpPr txBox="1"/>
          <p:nvPr/>
        </p:nvSpPr>
        <p:spPr>
          <a:xfrm>
            <a:off x="1829907" y="1471709"/>
            <a:ext cx="5484186" cy="2200082"/>
          </a:xfrm>
          <a:prstGeom prst="rect">
            <a:avLst/>
          </a:prstGeom>
          <a:noFill/>
        </p:spPr>
        <p:txBody>
          <a:bodyPr wrap="square" lIns="144000" tIns="0" rIns="144000" bIns="0" rtlCol="0">
            <a:noAutofit/>
          </a:bodyPr>
          <a:lstStyle/>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背景・目的 </a:t>
            </a:r>
            <a:r>
              <a:rPr lang="en-US" altLang="ja-JP" sz="2000" b="1">
                <a:latin typeface="Meiryo UI" panose="020B0604030504040204" pitchFamily="50" charset="-128"/>
                <a:ea typeface="Meiryo UI" panose="020B0604030504040204" pitchFamily="50" charset="-128"/>
              </a:rPr>
              <a:t>(Background / Purpose)</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ご支援概要 </a:t>
            </a:r>
            <a:r>
              <a:rPr lang="en-US" altLang="ja-JP" sz="2000" b="1">
                <a:latin typeface="Meiryo UI" panose="020B0604030504040204" pitchFamily="50" charset="-128"/>
                <a:ea typeface="Meiryo UI" panose="020B0604030504040204" pitchFamily="50" charset="-128"/>
              </a:rPr>
              <a:t>(Approach)</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体制案 </a:t>
            </a:r>
            <a:r>
              <a:rPr lang="en-US" altLang="ja-JP" sz="2000" b="1">
                <a:latin typeface="Meiryo UI" panose="020B0604030504040204" pitchFamily="50" charset="-128"/>
                <a:ea typeface="Meiryo UI" panose="020B0604030504040204" pitchFamily="50" charset="-128"/>
              </a:rPr>
              <a:t>(Team Structure)</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報酬価格 </a:t>
            </a:r>
            <a:r>
              <a:rPr lang="en-US" altLang="ja-JP" sz="2000" b="1">
                <a:latin typeface="Meiryo UI" panose="020B0604030504040204" pitchFamily="50" charset="-128"/>
                <a:ea typeface="Meiryo UI" panose="020B0604030504040204" pitchFamily="50" charset="-128"/>
              </a:rPr>
              <a:t>(Commercials)</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統合支援実績 </a:t>
            </a:r>
            <a:r>
              <a:rPr lang="en-US" altLang="ja-JP" sz="2000" b="1">
                <a:latin typeface="Meiryo UI" panose="020B0604030504040204" pitchFamily="50" charset="-128"/>
                <a:ea typeface="Meiryo UI" panose="020B0604030504040204" pitchFamily="50" charset="-128"/>
              </a:rPr>
              <a:t>(Value Proposition)</a:t>
            </a:r>
            <a:endParaRPr lang="ja-JP" altLang="en-US" sz="2000" b="1">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972745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73B3F-44C3-9074-7898-8477788844ED}"/>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FF35C94F-1D8A-CF2E-1BC5-4E097094CAE4}"/>
              </a:ext>
            </a:extLst>
          </p:cNvPr>
          <p:cNvSpPr>
            <a:spLocks noGrp="1"/>
          </p:cNvSpPr>
          <p:nvPr>
            <p:ph type="body" sz="quarter" idx="36"/>
          </p:nvPr>
        </p:nvSpPr>
        <p:spPr>
          <a:xfrm>
            <a:off x="225584" y="87890"/>
            <a:ext cx="8532000" cy="215444"/>
          </a:xfrm>
        </p:spPr>
        <p:txBody>
          <a:bodyPr/>
          <a:lstStyle/>
          <a:p>
            <a:r>
              <a:rPr lang="en-US" altLang="ja-JP"/>
              <a:t>3. </a:t>
            </a:r>
            <a:r>
              <a:rPr lang="ja-JP" altLang="en-US"/>
              <a:t>体制案 </a:t>
            </a:r>
            <a:r>
              <a:rPr lang="en-US" altLang="ja-JP"/>
              <a:t>(Team Structure)</a:t>
            </a:r>
          </a:p>
        </p:txBody>
      </p:sp>
      <p:sp>
        <p:nvSpPr>
          <p:cNvPr id="4" name="タイトル 3">
            <a:extLst>
              <a:ext uri="{FF2B5EF4-FFF2-40B4-BE49-F238E27FC236}">
                <a16:creationId xmlns:a16="http://schemas.microsoft.com/office/drawing/2014/main" id="{83A834B9-36A4-21D4-D9F8-A8749E013934}"/>
              </a:ext>
            </a:extLst>
          </p:cNvPr>
          <p:cNvSpPr>
            <a:spLocks noGrp="1"/>
          </p:cNvSpPr>
          <p:nvPr>
            <p:ph type="title"/>
          </p:nvPr>
        </p:nvSpPr>
        <p:spPr/>
        <p:txBody>
          <a:bodyPr/>
          <a:lstStyle/>
          <a:p>
            <a:r>
              <a:rPr kumimoji="1" lang="en-US" altLang="ja-JP" sz="2000" dirty="0"/>
              <a:t>Team Structure</a:t>
            </a:r>
            <a:r>
              <a:rPr kumimoji="1" lang="ja-JP" altLang="en-US" sz="2000" dirty="0"/>
              <a:t>（案）</a:t>
            </a:r>
            <a:r>
              <a:rPr kumimoji="1" lang="en-US" altLang="ja-JP" sz="2000" dirty="0"/>
              <a:t> – </a:t>
            </a:r>
            <a:r>
              <a:rPr lang="en-US" altLang="ja-JP" sz="2000" dirty="0"/>
              <a:t>PMO</a:t>
            </a:r>
            <a:r>
              <a:rPr kumimoji="1" lang="ja-JP" altLang="en-US" sz="20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Calibri" panose="020F0502020204030204" pitchFamily="34" charset="0"/>
                <a:sym typeface="Meiryo UI" panose="020B0604030504040204" pitchFamily="50" charset="-128"/>
              </a:rPr>
              <a:t>（</a:t>
            </a:r>
            <a:r>
              <a:rPr kumimoji="1" lang="en-US" altLang="ja-JP" sz="20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Calibri" panose="020F0502020204030204" pitchFamily="34" charset="0"/>
                <a:sym typeface="Meiryo UI" panose="020B0604030504040204" pitchFamily="50" charset="-128"/>
              </a:rPr>
              <a:t>2026</a:t>
            </a:r>
            <a:r>
              <a:rPr kumimoji="1" lang="ja-JP" altLang="en-US" sz="20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Calibri" panose="020F0502020204030204" pitchFamily="34" charset="0"/>
                <a:sym typeface="Meiryo UI" panose="020B0604030504040204" pitchFamily="50" charset="-128"/>
              </a:rPr>
              <a:t>年</a:t>
            </a:r>
            <a:r>
              <a:rPr lang="en-US" altLang="ja-JP" sz="2000">
                <a:solidFill>
                  <a:srgbClr val="FF0000"/>
                </a:solidFill>
                <a:cs typeface="Calibri" panose="020F0502020204030204" pitchFamily="34" charset="0"/>
              </a:rPr>
              <a:t>5</a:t>
            </a:r>
            <a:r>
              <a:rPr kumimoji="1" lang="ja-JP" altLang="en-US" sz="20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Calibri" panose="020F0502020204030204" pitchFamily="34" charset="0"/>
                <a:sym typeface="Meiryo UI" panose="020B0604030504040204" pitchFamily="50" charset="-128"/>
              </a:rPr>
              <a:t>月～</a:t>
            </a:r>
            <a:r>
              <a:rPr kumimoji="1" lang="en-US" altLang="ja-JP" sz="20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Calibri" panose="020F0502020204030204" pitchFamily="34" charset="0"/>
                <a:sym typeface="Meiryo UI" panose="020B0604030504040204" pitchFamily="50" charset="-128"/>
              </a:rPr>
              <a:t>2026</a:t>
            </a:r>
            <a:r>
              <a:rPr lang="ja-JP" altLang="en-US" sz="2000" dirty="0">
                <a:solidFill>
                  <a:prstClr val="black"/>
                </a:solidFill>
                <a:cs typeface="Calibri" panose="020F0502020204030204" pitchFamily="34" charset="0"/>
              </a:rPr>
              <a:t>年</a:t>
            </a:r>
            <a:r>
              <a:rPr lang="en-US" altLang="ja-JP" sz="2000" dirty="0">
                <a:solidFill>
                  <a:prstClr val="black"/>
                </a:solidFill>
                <a:cs typeface="Calibri" panose="020F0502020204030204" pitchFamily="34" charset="0"/>
              </a:rPr>
              <a:t>7</a:t>
            </a:r>
            <a:r>
              <a:rPr lang="ja-JP" altLang="en-US" sz="2000" dirty="0">
                <a:solidFill>
                  <a:prstClr val="black"/>
                </a:solidFill>
                <a:cs typeface="Calibri" panose="020F0502020204030204" pitchFamily="34" charset="0"/>
              </a:rPr>
              <a:t>月</a:t>
            </a:r>
            <a:r>
              <a:rPr kumimoji="1" lang="ja-JP" altLang="en-US" sz="20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Calibri" panose="020F0502020204030204" pitchFamily="34" charset="0"/>
                <a:sym typeface="Meiryo UI" panose="020B0604030504040204" pitchFamily="50" charset="-128"/>
              </a:rPr>
              <a:t>）</a:t>
            </a:r>
            <a:endParaRPr kumimoji="1" lang="ja-JP" altLang="en-US" sz="2000" dirty="0"/>
          </a:p>
        </p:txBody>
      </p:sp>
      <p:sp>
        <p:nvSpPr>
          <p:cNvPr id="12" name="正方形/長方形 171">
            <a:extLst>
              <a:ext uri="{FF2B5EF4-FFF2-40B4-BE49-F238E27FC236}">
                <a16:creationId xmlns:a16="http://schemas.microsoft.com/office/drawing/2014/main" id="{43D91022-1C04-E852-A838-520BC1819770}"/>
              </a:ext>
            </a:extLst>
          </p:cNvPr>
          <p:cNvSpPr/>
          <p:nvPr/>
        </p:nvSpPr>
        <p:spPr bwMode="auto">
          <a:xfrm>
            <a:off x="7729602" y="1175643"/>
            <a:ext cx="1295958" cy="215823"/>
          </a:xfrm>
          <a:prstGeom prst="rect">
            <a:avLst/>
          </a:prstGeom>
          <a:solidFill>
            <a:schemeClr val="tx1"/>
          </a:solidFill>
          <a:ln w="6350" cap="flat" cmpd="sng" algn="ctr">
            <a:solidFill>
              <a:srgbClr val="000000"/>
            </a:solidFill>
            <a:prstDash val="solid"/>
            <a:round/>
            <a:headEnd type="none" w="med" len="med"/>
            <a:tailEnd type="none" w="med" len="med"/>
          </a:ln>
          <a:effectLst/>
        </p:spPr>
        <p:txBody>
          <a:bodyPr lIns="36000" tIns="36000" rIns="36000" bIns="36000" anchor="ctr"/>
          <a:lstStyle/>
          <a:p>
            <a:pPr algn="ctr"/>
            <a:r>
              <a:rPr lang="en-US" altLang="ja-JP" sz="900" b="1" kern="0">
                <a:solidFill>
                  <a:schemeClr val="bg1"/>
                </a:solidFill>
                <a:latin typeface="Graphik" panose="020B0503030202060203" pitchFamily="34" charset="0"/>
                <a:ea typeface="Meiryo UI" panose="020B0604030504040204" pitchFamily="50" charset="-128"/>
                <a:cs typeface="Calibri" panose="020F0502020204030204" pitchFamily="34" charset="0"/>
              </a:rPr>
              <a:t>Client Account Lead</a:t>
            </a:r>
            <a:endParaRPr lang="ja-JP" altLang="en-US" sz="900" b="1" kern="0">
              <a:solidFill>
                <a:schemeClr val="bg1"/>
              </a:solidFill>
              <a:latin typeface="Graphik" panose="020B0503030202060203" pitchFamily="34" charset="0"/>
              <a:ea typeface="Meiryo UI" panose="020B0604030504040204" pitchFamily="50" charset="-128"/>
              <a:cs typeface="Calibri" panose="020F0502020204030204" pitchFamily="34" charset="0"/>
            </a:endParaRPr>
          </a:p>
        </p:txBody>
      </p:sp>
      <p:sp>
        <p:nvSpPr>
          <p:cNvPr id="13" name="正方形/長方形 176">
            <a:extLst>
              <a:ext uri="{FF2B5EF4-FFF2-40B4-BE49-F238E27FC236}">
                <a16:creationId xmlns:a16="http://schemas.microsoft.com/office/drawing/2014/main" id="{9FE55925-333D-B224-25F8-28E485F46012}"/>
              </a:ext>
            </a:extLst>
          </p:cNvPr>
          <p:cNvSpPr/>
          <p:nvPr/>
        </p:nvSpPr>
        <p:spPr bwMode="auto">
          <a:xfrm>
            <a:off x="7729602" y="1391465"/>
            <a:ext cx="1295958" cy="400561"/>
          </a:xfrm>
          <a:prstGeom prst="rect">
            <a:avLst/>
          </a:prstGeom>
          <a:solidFill>
            <a:sysClr val="window" lastClr="FFFFFF"/>
          </a:solidFill>
          <a:ln w="6350" cap="flat" cmpd="sng" algn="ctr">
            <a:solidFill>
              <a:srgbClr val="000000"/>
            </a:solidFill>
            <a:prstDash val="solid"/>
            <a:round/>
            <a:headEnd type="none" w="med" len="med"/>
            <a:tailEnd type="none" w="med" len="med"/>
          </a:ln>
          <a:effectLst/>
        </p:spPr>
        <p:txBody>
          <a:bodyPr wrap="none" lIns="36000" tIns="36576" rIns="36000" bIns="36000" anchor="ctr"/>
          <a:lstStyle/>
          <a:p>
            <a:pPr marL="0" marR="0" lvl="0" indent="0" algn="ctr" defTabSz="603487" rtl="0" eaLnBrk="1" fontAlgn="base" latinLnBrk="0" hangingPunct="1">
              <a:lnSpc>
                <a:spcPct val="100000"/>
              </a:lnSpc>
              <a:spcAft>
                <a:spcPct val="0"/>
              </a:spcAft>
              <a:buClrTx/>
              <a:buSzTx/>
              <a:buFontTx/>
              <a:buNone/>
              <a:tabLst/>
              <a:defRPr/>
            </a:pPr>
            <a:r>
              <a:rPr lang="en-US" altLang="ja-JP" sz="1000" b="1" kern="0">
                <a:solidFill>
                  <a:srgbClr val="000000"/>
                </a:solidFill>
                <a:latin typeface="Graphik" panose="020B0503030202060203" pitchFamily="34" charset="0"/>
                <a:ea typeface="Meiryo UI" panose="020B0604030504040204" pitchFamily="50" charset="-128"/>
                <a:cs typeface="Calibri" panose="020F0502020204030204" pitchFamily="34" charset="0"/>
              </a:rPr>
              <a:t>Ippei Hayakawa</a:t>
            </a:r>
            <a:br>
              <a:rPr lang="en-US" altLang="ja-JP" sz="1050" b="1" kern="0">
                <a:solidFill>
                  <a:srgbClr val="000000"/>
                </a:solidFill>
                <a:latin typeface="Graphik" panose="020B0503030202060203" pitchFamily="34" charset="0"/>
                <a:ea typeface="Meiryo UI" panose="020B0604030504040204" pitchFamily="50" charset="-128"/>
                <a:cs typeface="Calibri" panose="020F0502020204030204" pitchFamily="34" charset="0"/>
              </a:rPr>
            </a:br>
            <a:r>
              <a:rPr kumimoji="1" lang="en-US" altLang="ja-JP" sz="700" b="0" i="0" u="none" strike="noStrike" kern="0" cap="none" spc="0" normalizeH="0" baseline="0" noProof="0">
                <a:ln>
                  <a:noFill/>
                </a:ln>
                <a:solidFill>
                  <a:srgbClr val="000000"/>
                </a:solidFill>
                <a:effectLst/>
                <a:uLnTx/>
                <a:uFillTx/>
                <a:latin typeface="Graphik" panose="020B0503030202060203" pitchFamily="34" charset="0"/>
                <a:ea typeface="Meiryo UI" panose="020B0604030504040204" pitchFamily="50" charset="-128"/>
                <a:cs typeface="Calibri" panose="020F0502020204030204" pitchFamily="34" charset="0"/>
              </a:rPr>
              <a:t>(</a:t>
            </a:r>
            <a:r>
              <a:rPr kumimoji="1" lang="en-US" altLang="ja-JP" sz="700" b="0" i="0" u="none" strike="noStrike" kern="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rPr>
              <a:t>Financial Service</a:t>
            </a:r>
            <a:br>
              <a:rPr kumimoji="1" lang="en-US" altLang="ja-JP" sz="700" b="0" i="0" u="none" strike="noStrike" kern="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rPr>
            </a:br>
            <a:r>
              <a:rPr kumimoji="1" lang="en-US" altLang="ja-JP" sz="700" b="0" i="0" u="none" strike="noStrike" kern="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rPr>
              <a:t> Managing Director</a:t>
            </a:r>
            <a:r>
              <a:rPr kumimoji="1" lang="en-US" altLang="ja-JP" sz="700" b="0" i="0" u="none" strike="noStrike" kern="120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rPr>
              <a:t>)</a:t>
            </a:r>
            <a:endParaRPr kumimoji="1" lang="en-US" altLang="ja-JP" sz="600" b="0" i="0" u="none" strike="noStrike" kern="120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endParaRPr>
          </a:p>
        </p:txBody>
      </p:sp>
      <p:sp>
        <p:nvSpPr>
          <p:cNvPr id="14" name="正方形/長方形 62">
            <a:extLst>
              <a:ext uri="{FF2B5EF4-FFF2-40B4-BE49-F238E27FC236}">
                <a16:creationId xmlns:a16="http://schemas.microsoft.com/office/drawing/2014/main" id="{8637F9AE-A23D-4708-8541-8C8CD38E71D9}"/>
              </a:ext>
            </a:extLst>
          </p:cNvPr>
          <p:cNvSpPr/>
          <p:nvPr/>
        </p:nvSpPr>
        <p:spPr bwMode="auto">
          <a:xfrm>
            <a:off x="7729602" y="1959266"/>
            <a:ext cx="1295958" cy="213756"/>
          </a:xfrm>
          <a:prstGeom prst="rect">
            <a:avLst/>
          </a:prstGeom>
          <a:solidFill>
            <a:schemeClr val="tx1"/>
          </a:solidFill>
          <a:ln w="6350" cap="flat" cmpd="sng" algn="ctr">
            <a:solidFill>
              <a:srgbClr val="000000"/>
            </a:solidFill>
            <a:prstDash val="solid"/>
            <a:round/>
            <a:headEnd type="none" w="med" len="med"/>
            <a:tailEnd type="none" w="med" len="med"/>
          </a:ln>
          <a:effectLst/>
        </p:spPr>
        <p:txBody>
          <a:bodyPr lIns="36000" tIns="36000" rIns="36000" bIns="36000" anchor="ctr"/>
          <a:lstStyle/>
          <a:p>
            <a:pPr algn="ctr"/>
            <a:r>
              <a:rPr lang="en-US" altLang="ja-JP" sz="900" b="1" kern="0">
                <a:solidFill>
                  <a:schemeClr val="bg1"/>
                </a:solidFill>
                <a:latin typeface="Graphik" panose="020B0503030202060203" pitchFamily="34" charset="0"/>
                <a:ea typeface="Meiryo UI" panose="020B0604030504040204" pitchFamily="50" charset="-128"/>
                <a:cs typeface="Calibri" panose="020F0502020204030204" pitchFamily="34" charset="0"/>
              </a:rPr>
              <a:t>Advisors</a:t>
            </a:r>
            <a:endParaRPr lang="ja-JP" altLang="en-US" sz="900" b="1" kern="0">
              <a:solidFill>
                <a:schemeClr val="bg1"/>
              </a:solidFill>
              <a:latin typeface="Graphik" panose="020B0503030202060203" pitchFamily="34" charset="0"/>
              <a:ea typeface="Meiryo UI" panose="020B0604030504040204" pitchFamily="50" charset="-128"/>
              <a:cs typeface="Calibri" panose="020F0502020204030204" pitchFamily="34" charset="0"/>
            </a:endParaRPr>
          </a:p>
        </p:txBody>
      </p:sp>
      <p:sp>
        <p:nvSpPr>
          <p:cNvPr id="15" name="正方形/長方形 61">
            <a:extLst>
              <a:ext uri="{FF2B5EF4-FFF2-40B4-BE49-F238E27FC236}">
                <a16:creationId xmlns:a16="http://schemas.microsoft.com/office/drawing/2014/main" id="{064FF57A-BC06-7D31-7E1E-9262BB13BA64}"/>
              </a:ext>
            </a:extLst>
          </p:cNvPr>
          <p:cNvSpPr/>
          <p:nvPr/>
        </p:nvSpPr>
        <p:spPr bwMode="auto">
          <a:xfrm>
            <a:off x="7729602" y="2173022"/>
            <a:ext cx="1295958" cy="1279409"/>
          </a:xfrm>
          <a:prstGeom prst="rect">
            <a:avLst/>
          </a:prstGeom>
          <a:solidFill>
            <a:sysClr val="window" lastClr="FFFFFF"/>
          </a:solidFill>
          <a:ln w="6350" cap="flat" cmpd="sng" algn="ctr">
            <a:solidFill>
              <a:srgbClr val="000000"/>
            </a:solidFill>
            <a:prstDash val="solid"/>
            <a:round/>
            <a:headEnd type="none" w="med" len="med"/>
            <a:tailEnd type="none" w="med" len="med"/>
          </a:ln>
          <a:effectLst/>
        </p:spPr>
        <p:txBody>
          <a:bodyPr wrap="none" lIns="36000" tIns="72000" rIns="36000" bIns="36000" anchor="ctr"/>
          <a:lstStyle/>
          <a:p>
            <a:pPr algn="ctr"/>
            <a:endParaRPr lang="en-US" altLang="ja-JP" sz="1050" kern="0">
              <a:solidFill>
                <a:srgbClr val="000000"/>
              </a:solidFill>
              <a:latin typeface="Graphik" panose="020B0503030202060203" pitchFamily="34" charset="0"/>
              <a:ea typeface="Meiryo UI" panose="020B0604030504040204" pitchFamily="50" charset="-128"/>
              <a:cs typeface="Calibri" panose="020F0502020204030204" pitchFamily="34" charset="0"/>
            </a:endParaRPr>
          </a:p>
        </p:txBody>
      </p:sp>
      <p:sp>
        <p:nvSpPr>
          <p:cNvPr id="16" name="正方形/長方形 61">
            <a:extLst>
              <a:ext uri="{FF2B5EF4-FFF2-40B4-BE49-F238E27FC236}">
                <a16:creationId xmlns:a16="http://schemas.microsoft.com/office/drawing/2014/main" id="{1E39D01F-2BF7-893D-6695-5C62EACD4074}"/>
              </a:ext>
            </a:extLst>
          </p:cNvPr>
          <p:cNvSpPr/>
          <p:nvPr/>
        </p:nvSpPr>
        <p:spPr bwMode="auto">
          <a:xfrm>
            <a:off x="7772823" y="2213157"/>
            <a:ext cx="1209515" cy="1223920"/>
          </a:xfrm>
          <a:prstGeom prst="rect">
            <a:avLst/>
          </a:prstGeom>
          <a:solidFill>
            <a:sysClr val="window" lastClr="FFFFFF"/>
          </a:solidFill>
          <a:ln w="6350" cap="flat" cmpd="sng" algn="ctr">
            <a:noFill/>
            <a:prstDash val="solid"/>
            <a:round/>
            <a:headEnd type="none" w="med" len="med"/>
            <a:tailEnd type="none" w="med" len="med"/>
          </a:ln>
          <a:effectLst/>
        </p:spPr>
        <p:txBody>
          <a:bodyPr wrap="none" lIns="36000" tIns="72000" rIns="36000" bIns="36000" anchor="t"/>
          <a:lstStyle/>
          <a:p>
            <a:pPr marL="0" marR="0" lvl="0" indent="0" algn="ctr" defTabSz="603487" rtl="0" eaLnBrk="1" fontAlgn="auto" latinLnBrk="0" hangingPunct="1">
              <a:lnSpc>
                <a:spcPct val="100000"/>
              </a:lnSpc>
              <a:spcBef>
                <a:spcPts val="300"/>
              </a:spcBef>
              <a:spcAft>
                <a:spcPts val="0"/>
              </a:spcAft>
              <a:buClrTx/>
              <a:buSzTx/>
              <a:buFontTx/>
              <a:buNone/>
              <a:tabLst/>
              <a:defRPr/>
            </a:pPr>
            <a:r>
              <a:rPr kumimoji="1" lang="en-US" altLang="ja-JP" sz="900" b="1" i="0" u="none" strike="noStrike" kern="0" cap="none" spc="0" normalizeH="0" baseline="0" noProof="0" err="1">
                <a:ln>
                  <a:noFill/>
                </a:ln>
                <a:solidFill>
                  <a:srgbClr val="000000"/>
                </a:solidFill>
                <a:effectLst/>
                <a:uLnTx/>
                <a:uFillTx/>
                <a:latin typeface="Graphik" panose="020B0503030202060203" pitchFamily="34" charset="0"/>
                <a:ea typeface="Meiryo UI" panose="020B0604030504040204" pitchFamily="50" charset="-128"/>
                <a:cs typeface="Arial"/>
              </a:rPr>
              <a:t>Hindriasari</a:t>
            </a:r>
            <a:r>
              <a:rPr kumimoji="1" lang="en-US" altLang="ja-JP" sz="900" b="1" i="0" u="none" strike="noStrike" kern="0" cap="none" spc="0" normalizeH="0" baseline="0" noProof="0">
                <a:ln>
                  <a:noFill/>
                </a:ln>
                <a:solidFill>
                  <a:srgbClr val="000000"/>
                </a:solidFill>
                <a:effectLst/>
                <a:uLnTx/>
                <a:uFillTx/>
                <a:latin typeface="Graphik" panose="020B0503030202060203" pitchFamily="34" charset="0"/>
                <a:ea typeface="Meiryo UI" panose="020B0604030504040204" pitchFamily="50" charset="-128"/>
                <a:cs typeface="Arial"/>
              </a:rPr>
              <a:t>, Tri (P)</a:t>
            </a:r>
            <a:br>
              <a:rPr kumimoji="1" lang="en-US" altLang="ja-JP" sz="1000" b="1" i="0" u="none" strike="noStrike" kern="0" cap="none" spc="0" normalizeH="0" baseline="0" noProof="0">
                <a:ln>
                  <a:noFill/>
                </a:ln>
                <a:solidFill>
                  <a:srgbClr val="000000"/>
                </a:solidFill>
                <a:effectLst/>
                <a:uLnTx/>
                <a:uFillTx/>
                <a:latin typeface="Graphik" panose="020B0503030202060203" pitchFamily="34" charset="0"/>
                <a:ea typeface="Meiryo UI" panose="020B0604030504040204" pitchFamily="50" charset="-128"/>
                <a:cs typeface="Arial"/>
              </a:rPr>
            </a:br>
            <a:r>
              <a:rPr kumimoji="1" lang="en-US" altLang="ja-JP" sz="600" b="0" i="0" u="none" strike="noStrike" kern="0" cap="none" spc="0" normalizeH="0" baseline="0" noProof="0">
                <a:ln>
                  <a:noFill/>
                </a:ln>
                <a:solidFill>
                  <a:srgbClr val="000000"/>
                </a:solidFill>
                <a:effectLst/>
                <a:uLnTx/>
                <a:uFillTx/>
                <a:latin typeface="Graphik" panose="020B0503030202060203" pitchFamily="34" charset="0"/>
                <a:ea typeface="Meiryo UI" panose="020B0604030504040204" pitchFamily="50" charset="-128"/>
                <a:cs typeface="Meiryo UI" panose="020B0604030504040204" pitchFamily="50" charset="-128"/>
              </a:rPr>
              <a:t>(</a:t>
            </a:r>
            <a:r>
              <a:rPr kumimoji="1" lang="en-US" altLang="ja-JP" sz="600" b="0" i="0" u="none" strike="noStrike" kern="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Arial"/>
              </a:rPr>
              <a:t>Financial Service Managing Director</a:t>
            </a:r>
            <a:r>
              <a:rPr kumimoji="1" lang="en-US" altLang="ja-JP" sz="600" b="0" i="0" u="none" strike="noStrike" kern="1200" cap="none" spc="0" normalizeH="0" baseline="0" noProof="0">
                <a:ln>
                  <a:noFill/>
                </a:ln>
                <a:solidFill>
                  <a:prstClr val="black"/>
                </a:solidFill>
                <a:effectLst/>
                <a:uLnTx/>
                <a:uFillTx/>
                <a:latin typeface="Graphik" panose="020B0503030202060203" pitchFamily="34" charset="0"/>
                <a:ea typeface="Meiryo UI" panose="020B0604030504040204" pitchFamily="50" charset="-128"/>
              </a:rPr>
              <a:t>)</a:t>
            </a:r>
            <a:endParaRPr kumimoji="1" lang="en-US" altLang="ja-JP" sz="1000" b="1" i="0" u="none" strike="noStrike" kern="0" cap="none" spc="0" normalizeH="0" baseline="0" noProof="0">
              <a:ln>
                <a:noFill/>
              </a:ln>
              <a:solidFill>
                <a:srgbClr val="000000"/>
              </a:solidFill>
              <a:effectLst/>
              <a:uLnTx/>
              <a:uFillTx/>
              <a:latin typeface="Graphik" panose="020B0503030202060203" pitchFamily="34" charset="0"/>
              <a:ea typeface="Meiryo UI" panose="020B0604030504040204" pitchFamily="50" charset="-128"/>
              <a:cs typeface="Arial" charset="0"/>
            </a:endParaRPr>
          </a:p>
          <a:p>
            <a:pPr marL="0" marR="0" lvl="0" indent="0" algn="ctr" defTabSz="603487" rtl="0" eaLnBrk="1" fontAlgn="auto" latinLnBrk="0" hangingPunct="1">
              <a:lnSpc>
                <a:spcPct val="100000"/>
              </a:lnSpc>
              <a:spcBef>
                <a:spcPts val="300"/>
              </a:spcBef>
              <a:spcAft>
                <a:spcPts val="0"/>
              </a:spcAft>
              <a:buClrTx/>
              <a:buSzTx/>
              <a:buFontTx/>
              <a:buNone/>
              <a:tabLst/>
              <a:defRPr/>
            </a:pPr>
            <a:r>
              <a:rPr kumimoji="1" lang="en-US" altLang="ja-JP" sz="900" b="1" i="0" u="none" strike="noStrike" kern="0" cap="none" spc="0" normalizeH="0" baseline="0" noProof="0">
                <a:ln>
                  <a:noFill/>
                </a:ln>
                <a:solidFill>
                  <a:srgbClr val="000000"/>
                </a:solidFill>
                <a:effectLst/>
                <a:uLnTx/>
                <a:uFillTx/>
                <a:latin typeface="Graphik" panose="020B0503030202060203" pitchFamily="34" charset="0"/>
                <a:ea typeface="Meiryo UI" panose="020B0604030504040204" pitchFamily="50" charset="-128"/>
                <a:cs typeface="Arial" charset="0"/>
              </a:rPr>
              <a:t>Hideyuki Kitabatake (P)</a:t>
            </a:r>
            <a:br>
              <a:rPr kumimoji="1" lang="en-US" altLang="ja-JP" sz="900" b="1" i="0" u="none" strike="noStrike" kern="0" cap="none" spc="0" normalizeH="0" baseline="0" noProof="0">
                <a:ln>
                  <a:noFill/>
                </a:ln>
                <a:solidFill>
                  <a:srgbClr val="000000"/>
                </a:solidFill>
                <a:effectLst/>
                <a:uLnTx/>
                <a:uFillTx/>
                <a:latin typeface="Graphik" panose="020B0503030202060203" pitchFamily="34" charset="0"/>
                <a:ea typeface="Meiryo UI" panose="020B0604030504040204" pitchFamily="50" charset="-128"/>
                <a:cs typeface="Arial" charset="0"/>
              </a:rPr>
            </a:br>
            <a:r>
              <a:rPr kumimoji="1" lang="en-US" altLang="ja-JP" sz="600" b="0" i="0" u="none" strike="noStrike" kern="0" cap="none" spc="0" normalizeH="0" baseline="0" noProof="0">
                <a:ln>
                  <a:noFill/>
                </a:ln>
                <a:solidFill>
                  <a:srgbClr val="000000"/>
                </a:solidFill>
                <a:effectLst/>
                <a:uLnTx/>
                <a:uFillTx/>
                <a:latin typeface="Graphik" panose="020B0503030202060203" pitchFamily="34" charset="0"/>
                <a:ea typeface="Meiryo UI" panose="020B0604030504040204" pitchFamily="50" charset="-128"/>
                <a:cs typeface="Meiryo UI" panose="020B0604030504040204" pitchFamily="50" charset="-128"/>
              </a:rPr>
              <a:t>(</a:t>
            </a:r>
            <a:r>
              <a:rPr kumimoji="1" lang="en-US" altLang="ja-JP" sz="600" b="0" i="0" u="none" strike="noStrike" kern="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Arial"/>
              </a:rPr>
              <a:t>Financial Service Managing Director</a:t>
            </a:r>
            <a:r>
              <a:rPr kumimoji="1" lang="en-US" altLang="ja-JP" sz="600" b="0" i="0" u="none" strike="noStrike" kern="1200" cap="none" spc="0" normalizeH="0" baseline="0" noProof="0">
                <a:ln>
                  <a:noFill/>
                </a:ln>
                <a:solidFill>
                  <a:prstClr val="black"/>
                </a:solidFill>
                <a:effectLst/>
                <a:uLnTx/>
                <a:uFillTx/>
                <a:latin typeface="Graphik" panose="020B0503030202060203" pitchFamily="34" charset="0"/>
                <a:ea typeface="Meiryo UI" panose="020B0604030504040204" pitchFamily="50" charset="-128"/>
              </a:rPr>
              <a:t>)</a:t>
            </a:r>
            <a:endParaRPr kumimoji="1" lang="en-US" altLang="ja-JP" sz="500" b="0" i="0" u="none" strike="noStrike" kern="1200" cap="none" spc="0" normalizeH="0" baseline="0" noProof="0">
              <a:ln>
                <a:noFill/>
              </a:ln>
              <a:solidFill>
                <a:prstClr val="black"/>
              </a:solidFill>
              <a:effectLst/>
              <a:uLnTx/>
              <a:uFillTx/>
              <a:latin typeface="Graphik" panose="020B0503030202060203" pitchFamily="34" charset="0"/>
              <a:ea typeface="Meiryo UI" panose="020B0604030504040204" pitchFamily="50" charset="-128"/>
            </a:endParaRPr>
          </a:p>
        </p:txBody>
      </p:sp>
      <p:grpSp>
        <p:nvGrpSpPr>
          <p:cNvPr id="6" name="Group 20">
            <a:extLst>
              <a:ext uri="{FF2B5EF4-FFF2-40B4-BE49-F238E27FC236}">
                <a16:creationId xmlns:a16="http://schemas.microsoft.com/office/drawing/2014/main" id="{BD576EC3-451C-FE9E-656A-778478F27116}"/>
              </a:ext>
            </a:extLst>
          </p:cNvPr>
          <p:cNvGrpSpPr/>
          <p:nvPr/>
        </p:nvGrpSpPr>
        <p:grpSpPr>
          <a:xfrm>
            <a:off x="3368067" y="908961"/>
            <a:ext cx="4224024" cy="280601"/>
            <a:chOff x="2818115" y="1124006"/>
            <a:chExt cx="1890005" cy="236289"/>
          </a:xfrm>
        </p:grpSpPr>
        <p:sp>
          <p:nvSpPr>
            <p:cNvPr id="7" name="正方形/長方形 42">
              <a:extLst>
                <a:ext uri="{FF2B5EF4-FFF2-40B4-BE49-F238E27FC236}">
                  <a16:creationId xmlns:a16="http://schemas.microsoft.com/office/drawing/2014/main" id="{657DDE08-98F4-E9C4-C6C5-670DA154ECCA}"/>
                </a:ext>
              </a:extLst>
            </p:cNvPr>
            <p:cNvSpPr/>
            <p:nvPr/>
          </p:nvSpPr>
          <p:spPr bwMode="auto">
            <a:xfrm>
              <a:off x="2818116" y="1124006"/>
              <a:ext cx="1890004" cy="236289"/>
            </a:xfrm>
            <a:prstGeom prst="rect">
              <a:avLst/>
            </a:prstGeom>
            <a:noFill/>
            <a:ln w="6350" cap="flat" cmpd="sng" algn="ctr">
              <a:noFill/>
              <a:prstDash val="solid"/>
              <a:round/>
              <a:headEnd type="none" w="med" len="med"/>
              <a:tailEnd type="none" w="med" len="med"/>
            </a:ln>
            <a:effectLst/>
          </p:spPr>
          <p:txBody>
            <a:bodyPr wrap="none" lIns="36000" tIns="36000" rIns="36000" bIns="36000" anchor="t" anchorCtr="0"/>
            <a:lstStyle/>
            <a:p>
              <a:pPr algn="ctr">
                <a:spcBef>
                  <a:spcPts val="300"/>
                </a:spcBef>
                <a:defRPr/>
              </a:pPr>
              <a:r>
                <a:rPr lang="en-US" altLang="ja-JP" sz="1100" b="1" kern="0">
                  <a:latin typeface="Graphik" panose="020B0503030202060203" pitchFamily="34" charset="0"/>
                  <a:ea typeface="Meiryo UI" panose="020B0604030504040204" pitchFamily="50" charset="-128"/>
                  <a:cs typeface="Calibri" panose="020F0502020204030204" pitchFamily="34" charset="0"/>
                </a:rPr>
                <a:t>[Indonesia]</a:t>
              </a:r>
            </a:p>
          </p:txBody>
        </p:sp>
        <p:cxnSp>
          <p:nvCxnSpPr>
            <p:cNvPr id="8" name="Straight Connector 22">
              <a:extLst>
                <a:ext uri="{FF2B5EF4-FFF2-40B4-BE49-F238E27FC236}">
                  <a16:creationId xmlns:a16="http://schemas.microsoft.com/office/drawing/2014/main" id="{1FEA8DEF-2536-402C-7B1A-A08B02901B92}"/>
                </a:ext>
              </a:extLst>
            </p:cNvPr>
            <p:cNvCxnSpPr>
              <a:cxnSpLocks/>
            </p:cNvCxnSpPr>
            <p:nvPr/>
          </p:nvCxnSpPr>
          <p:spPr>
            <a:xfrm>
              <a:off x="2818115" y="1292535"/>
              <a:ext cx="18900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正方形/長方形 79">
            <a:extLst>
              <a:ext uri="{FF2B5EF4-FFF2-40B4-BE49-F238E27FC236}">
                <a16:creationId xmlns:a16="http://schemas.microsoft.com/office/drawing/2014/main" id="{2EEDCED2-CE17-E0C8-89DD-77F622A56A3B}"/>
              </a:ext>
            </a:extLst>
          </p:cNvPr>
          <p:cNvSpPr/>
          <p:nvPr/>
        </p:nvSpPr>
        <p:spPr>
          <a:xfrm>
            <a:off x="3370893" y="1175643"/>
            <a:ext cx="4221196" cy="219297"/>
          </a:xfrm>
          <a:prstGeom prst="rect">
            <a:avLst/>
          </a:prstGeom>
          <a:solidFill>
            <a:schemeClr val="tx1"/>
          </a:solidFill>
          <a:ln w="6350" cap="flat" cmpd="sng" algn="ctr">
            <a:solidFill>
              <a:schemeClr val="tx1"/>
            </a:solidFill>
            <a:prstDash val="solid"/>
            <a:round/>
            <a:headEnd type="none" w="med" len="med"/>
            <a:tailEnd type="none" w="med" len="med"/>
          </a:ln>
          <a:effectLst/>
        </p:spPr>
        <p:txBody>
          <a:bodyPr lIns="36000" tIns="36000" rIns="36000" bIns="36000" anchor="ctr"/>
          <a:lstStyle/>
          <a:p>
            <a:pPr algn="ctr"/>
            <a:r>
              <a:rPr lang="en-US" altLang="ja-JP" sz="900" b="1" kern="0">
                <a:solidFill>
                  <a:schemeClr val="bg1"/>
                </a:solidFill>
                <a:latin typeface="Graphik" panose="020B0503030202060203" pitchFamily="34" charset="0"/>
                <a:ea typeface="Meiryo UI" panose="020B0604030504040204" pitchFamily="50" charset="-128"/>
                <a:cs typeface="Calibri" panose="020F0502020204030204" pitchFamily="34" charset="0"/>
              </a:rPr>
              <a:t>Project Executive</a:t>
            </a:r>
          </a:p>
        </p:txBody>
      </p:sp>
      <p:sp>
        <p:nvSpPr>
          <p:cNvPr id="20" name="正方形/長方形 172">
            <a:extLst>
              <a:ext uri="{FF2B5EF4-FFF2-40B4-BE49-F238E27FC236}">
                <a16:creationId xmlns:a16="http://schemas.microsoft.com/office/drawing/2014/main" id="{2A598FDF-0659-A2D2-AB66-902955430467}"/>
              </a:ext>
            </a:extLst>
          </p:cNvPr>
          <p:cNvSpPr/>
          <p:nvPr/>
        </p:nvSpPr>
        <p:spPr bwMode="auto">
          <a:xfrm>
            <a:off x="3370893" y="1395216"/>
            <a:ext cx="4221196" cy="400561"/>
          </a:xfrm>
          <a:prstGeom prst="rect">
            <a:avLst/>
          </a:prstGeom>
          <a:solidFill>
            <a:sysClr val="window" lastClr="FFFFFF"/>
          </a:solidFill>
          <a:ln w="6350" cap="flat" cmpd="sng" algn="ctr">
            <a:solidFill>
              <a:schemeClr val="tx1"/>
            </a:solidFill>
            <a:prstDash val="solid"/>
            <a:round/>
            <a:headEnd type="none" w="med" len="med"/>
            <a:tailEnd type="none" w="med" len="med"/>
          </a:ln>
          <a:effectLst/>
        </p:spPr>
        <p:txBody>
          <a:bodyPr wrap="none" lIns="36000" tIns="36000" rIns="36000" bIns="36000" anchor="ctr"/>
          <a:lstStyle/>
          <a:p>
            <a:pPr lvl="0" algn="ctr" fontAlgn="base">
              <a:spcBef>
                <a:spcPts val="200"/>
              </a:spcBef>
              <a:spcAft>
                <a:spcPct val="0"/>
              </a:spcAft>
              <a:defRPr/>
            </a:pPr>
            <a:r>
              <a:rPr lang="en-US" altLang="ja-JP" sz="1000" b="1" kern="0">
                <a:solidFill>
                  <a:srgbClr val="000000"/>
                </a:solidFill>
                <a:latin typeface="Graphik" panose="020B0503030202060203" pitchFamily="34" charset="0"/>
                <a:ea typeface="Meiryo UI" panose="020B0604030504040204" pitchFamily="50" charset="-128"/>
                <a:cs typeface="Arial"/>
              </a:rPr>
              <a:t>Anggraini, Tari S. (P)</a:t>
            </a:r>
          </a:p>
          <a:p>
            <a:pPr lvl="0" algn="ctr" fontAlgn="base">
              <a:spcBef>
                <a:spcPts val="200"/>
              </a:spcBef>
              <a:spcAft>
                <a:spcPct val="0"/>
              </a:spcAft>
              <a:defRPr/>
            </a:pPr>
            <a:r>
              <a:rPr lang="en-US" altLang="ja-JP" sz="700" kern="0">
                <a:solidFill>
                  <a:srgbClr val="000000"/>
                </a:solidFill>
                <a:latin typeface="Graphik" panose="020B0503030202060203" pitchFamily="34" charset="0"/>
                <a:ea typeface="Meiryo UI" panose="020B0604030504040204" pitchFamily="50" charset="-128"/>
                <a:cs typeface="Calibri" panose="020F0502020204030204" pitchFamily="34" charset="0"/>
              </a:rPr>
              <a:t>(Financial Service Managing Director)</a:t>
            </a:r>
          </a:p>
        </p:txBody>
      </p:sp>
      <p:sp>
        <p:nvSpPr>
          <p:cNvPr id="17" name="正方形/長方形 79">
            <a:extLst>
              <a:ext uri="{FF2B5EF4-FFF2-40B4-BE49-F238E27FC236}">
                <a16:creationId xmlns:a16="http://schemas.microsoft.com/office/drawing/2014/main" id="{CBC23C0D-AE2A-877A-AA68-AF90A3A2858F}"/>
              </a:ext>
            </a:extLst>
          </p:cNvPr>
          <p:cNvSpPr/>
          <p:nvPr/>
        </p:nvSpPr>
        <p:spPr>
          <a:xfrm>
            <a:off x="3368067" y="2873253"/>
            <a:ext cx="2092637" cy="213756"/>
          </a:xfrm>
          <a:prstGeom prst="rect">
            <a:avLst/>
          </a:prstGeom>
          <a:solidFill>
            <a:srgbClr val="FF0000"/>
          </a:solidFill>
          <a:ln w="6350" cap="flat" cmpd="sng" algn="ctr">
            <a:solidFill>
              <a:srgbClr val="FF0000"/>
            </a:solidFill>
            <a:prstDash val="solid"/>
            <a:round/>
            <a:headEnd type="none" w="med" len="med"/>
            <a:tailEnd type="none" w="med" len="med"/>
          </a:ln>
          <a:effectLst/>
        </p:spPr>
        <p:txBody>
          <a:bodyPr lIns="36000" tIns="36000" rIns="36000" bIns="36000" anchor="ctr"/>
          <a:lstStyle/>
          <a:p>
            <a:pPr algn="ctr"/>
            <a:r>
              <a:rPr lang="en-US" altLang="ja-JP" sz="900" b="1" kern="0">
                <a:solidFill>
                  <a:schemeClr val="bg1"/>
                </a:solidFill>
                <a:latin typeface="Graphik" panose="020B0503030202060203" pitchFamily="34" charset="0"/>
                <a:ea typeface="Meiryo UI" panose="020B0604030504040204" pitchFamily="50" charset="-128"/>
                <a:cs typeface="Calibri" panose="020F0502020204030204" pitchFamily="34" charset="0"/>
              </a:rPr>
              <a:t>PMO Lead</a:t>
            </a:r>
          </a:p>
        </p:txBody>
      </p:sp>
      <p:sp>
        <p:nvSpPr>
          <p:cNvPr id="21" name="正方形/長方形 61">
            <a:extLst>
              <a:ext uri="{FF2B5EF4-FFF2-40B4-BE49-F238E27FC236}">
                <a16:creationId xmlns:a16="http://schemas.microsoft.com/office/drawing/2014/main" id="{333B237A-AE89-A245-D06C-514268FAC3DC}"/>
              </a:ext>
            </a:extLst>
          </p:cNvPr>
          <p:cNvSpPr/>
          <p:nvPr/>
        </p:nvSpPr>
        <p:spPr bwMode="auto">
          <a:xfrm>
            <a:off x="3368067" y="3083200"/>
            <a:ext cx="2092637" cy="369232"/>
          </a:xfrm>
          <a:prstGeom prst="rect">
            <a:avLst/>
          </a:prstGeom>
          <a:solidFill>
            <a:sysClr val="window" lastClr="FFFFFF"/>
          </a:solidFill>
          <a:ln w="6350" cap="flat" cmpd="sng" algn="ctr">
            <a:solidFill>
              <a:schemeClr val="tx1"/>
            </a:solidFill>
            <a:prstDash val="solid"/>
            <a:round/>
            <a:headEnd type="none" w="med" len="med"/>
            <a:tailEnd type="none" w="med" len="med"/>
          </a:ln>
          <a:effectLst/>
        </p:spPr>
        <p:txBody>
          <a:bodyPr wrap="none" lIns="36000" tIns="36000" rIns="36000" bIns="36000" anchor="ctr"/>
          <a:lstStyle/>
          <a:p>
            <a:pPr algn="ctr" fontAlgn="base">
              <a:spcBef>
                <a:spcPts val="200"/>
              </a:spcBef>
              <a:spcAft>
                <a:spcPct val="0"/>
              </a:spcAft>
              <a:defRPr/>
            </a:pPr>
            <a:r>
              <a:rPr lang="en-US" altLang="ja-JP" sz="1000" b="1" kern="0" err="1">
                <a:solidFill>
                  <a:srgbClr val="000000"/>
                </a:solidFill>
                <a:latin typeface="Graphik" panose="020B0503030202060203" pitchFamily="34" charset="0"/>
                <a:ea typeface="Meiryo UI" panose="020B0604030504040204" pitchFamily="50" charset="-128"/>
                <a:cs typeface="Calibri" panose="020F0502020204030204" pitchFamily="34" charset="0"/>
              </a:rPr>
              <a:t>Muhandri</a:t>
            </a:r>
            <a:r>
              <a:rPr lang="en-US" altLang="ja-JP" sz="1000" b="1" kern="0">
                <a:solidFill>
                  <a:srgbClr val="000000"/>
                </a:solidFill>
                <a:latin typeface="Graphik" panose="020B0503030202060203" pitchFamily="34" charset="0"/>
                <a:ea typeface="Meiryo UI" panose="020B0604030504040204" pitchFamily="50" charset="-128"/>
                <a:cs typeface="Calibri" panose="020F0502020204030204" pitchFamily="34" charset="0"/>
              </a:rPr>
              <a:t>, </a:t>
            </a:r>
            <a:r>
              <a:rPr lang="en-US" altLang="ja-JP" sz="1000" b="1" kern="0" err="1">
                <a:solidFill>
                  <a:srgbClr val="000000"/>
                </a:solidFill>
                <a:latin typeface="Graphik" panose="020B0503030202060203" pitchFamily="34" charset="0"/>
                <a:ea typeface="Meiryo UI" panose="020B0604030504040204" pitchFamily="50" charset="-128"/>
                <a:cs typeface="Calibri" panose="020F0502020204030204" pitchFamily="34" charset="0"/>
              </a:rPr>
              <a:t>Narendi</a:t>
            </a:r>
            <a:r>
              <a:rPr lang="en-US" altLang="ja-JP" sz="1000" b="1" kern="0">
                <a:solidFill>
                  <a:prstClr val="black"/>
                </a:solidFill>
                <a:latin typeface="Graphik" panose="020B0503030202060203" pitchFamily="34" charset="0"/>
                <a:ea typeface="Meiryo UI" panose="020B0604030504040204" pitchFamily="50" charset="-128"/>
                <a:cs typeface="Calibri" panose="020F0502020204030204" pitchFamily="34" charset="0"/>
              </a:rPr>
              <a:t>(</a:t>
            </a:r>
            <a:r>
              <a:rPr lang="en-US" altLang="ja-JP" sz="1000" b="1">
                <a:solidFill>
                  <a:prstClr val="black"/>
                </a:solidFill>
                <a:latin typeface="Graphik" panose="020B0503030202060203" pitchFamily="34" charset="0"/>
                <a:ea typeface="Meiryo UI" panose="020B0604030504040204" pitchFamily="50" charset="-128"/>
                <a:cs typeface="Calibri" panose="020F0502020204030204" pitchFamily="34" charset="0"/>
              </a:rPr>
              <a:t>F)</a:t>
            </a:r>
            <a:br>
              <a:rPr lang="en-US" altLang="ja-JP" sz="1000" kern="0">
                <a:latin typeface="Graphik" panose="020B0503030202060203" pitchFamily="34" charset="0"/>
                <a:ea typeface="Meiryo UI" panose="020B0604030504040204" pitchFamily="50" charset="-128"/>
                <a:cs typeface="Calibri" panose="020F0502020204030204" pitchFamily="34" charset="0"/>
              </a:rPr>
            </a:br>
            <a:r>
              <a:rPr kumimoji="1" lang="en-US" altLang="ja-JP" sz="700" b="0" i="0" u="none" strike="noStrike" kern="0" cap="none" spc="0" normalizeH="0" baseline="0" noProof="0">
                <a:ln>
                  <a:noFill/>
                </a:ln>
                <a:solidFill>
                  <a:srgbClr val="000000"/>
                </a:solidFill>
                <a:effectLst/>
                <a:uLnTx/>
                <a:uFillTx/>
                <a:latin typeface="Graphik" panose="020B0503030202060203" pitchFamily="34" charset="0"/>
                <a:ea typeface="Meiryo UI" panose="020B0604030504040204" pitchFamily="50" charset="-128"/>
                <a:cs typeface="Calibri" panose="020F0502020204030204" pitchFamily="34" charset="0"/>
              </a:rPr>
              <a:t>(</a:t>
            </a:r>
            <a:r>
              <a:rPr kumimoji="1" lang="en-US" altLang="ja-JP" sz="700" b="0" i="0" u="none" strike="noStrike" kern="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rPr>
              <a:t>Strategy &amp; Consulting</a:t>
            </a:r>
            <a:br>
              <a:rPr kumimoji="1" lang="en-US" altLang="ja-JP" sz="700" b="0" i="0" u="none" strike="noStrike" kern="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rPr>
            </a:br>
            <a:r>
              <a:rPr kumimoji="1" lang="en-US" altLang="ja-JP" sz="700" b="0" i="0" u="none" strike="noStrike" kern="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rPr>
              <a:t>Manager</a:t>
            </a:r>
            <a:r>
              <a:rPr kumimoji="1" lang="en-US" altLang="ja-JP" sz="700" b="0" i="0" u="none" strike="noStrike" kern="120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rPr>
              <a:t>)</a:t>
            </a:r>
            <a:endParaRPr kumimoji="1" lang="en-US" altLang="ja-JP" sz="600" b="0" i="0" u="none" strike="noStrike" kern="120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endParaRPr>
          </a:p>
        </p:txBody>
      </p:sp>
      <p:sp>
        <p:nvSpPr>
          <p:cNvPr id="18" name="正方形/長方形 79">
            <a:extLst>
              <a:ext uri="{FF2B5EF4-FFF2-40B4-BE49-F238E27FC236}">
                <a16:creationId xmlns:a16="http://schemas.microsoft.com/office/drawing/2014/main" id="{642FE488-D960-DE57-AC86-B1955D9A16A0}"/>
              </a:ext>
            </a:extLst>
          </p:cNvPr>
          <p:cNvSpPr/>
          <p:nvPr/>
        </p:nvSpPr>
        <p:spPr>
          <a:xfrm>
            <a:off x="5499453" y="2873253"/>
            <a:ext cx="2092636" cy="213756"/>
          </a:xfrm>
          <a:prstGeom prst="rect">
            <a:avLst/>
          </a:prstGeom>
          <a:solidFill>
            <a:schemeClr val="tx1"/>
          </a:solidFill>
          <a:ln w="6350" cap="flat" cmpd="sng" algn="ctr">
            <a:solidFill>
              <a:schemeClr val="tx1"/>
            </a:solidFill>
            <a:prstDash val="solid"/>
            <a:round/>
            <a:headEnd type="none" w="med" len="med"/>
            <a:tailEnd type="none" w="med" len="med"/>
          </a:ln>
          <a:effectLst/>
        </p:spPr>
        <p:txBody>
          <a:bodyPr wrap="none" lIns="36000" tIns="36000" rIns="36000" bIns="36000" anchor="ctr"/>
          <a:lstStyle/>
          <a:p>
            <a:pPr algn="ctr"/>
            <a:r>
              <a:rPr lang="en-US" altLang="ja-JP" sz="900" b="1" kern="0">
                <a:solidFill>
                  <a:schemeClr val="bg1"/>
                </a:solidFill>
                <a:latin typeface="+mn-ea"/>
                <a:cs typeface="Calibri" panose="020F0502020204030204" pitchFamily="34" charset="0"/>
              </a:rPr>
              <a:t>Cross Entity IT-PMO Lead</a:t>
            </a:r>
          </a:p>
        </p:txBody>
      </p:sp>
      <p:sp>
        <p:nvSpPr>
          <p:cNvPr id="22" name="正方形/長方形 61">
            <a:extLst>
              <a:ext uri="{FF2B5EF4-FFF2-40B4-BE49-F238E27FC236}">
                <a16:creationId xmlns:a16="http://schemas.microsoft.com/office/drawing/2014/main" id="{A053C0D5-ECF8-90EE-5FBE-6CA43AB15A19}"/>
              </a:ext>
            </a:extLst>
          </p:cNvPr>
          <p:cNvSpPr/>
          <p:nvPr/>
        </p:nvSpPr>
        <p:spPr bwMode="auto">
          <a:xfrm>
            <a:off x="5499453" y="3083201"/>
            <a:ext cx="2092636" cy="369232"/>
          </a:xfrm>
          <a:prstGeom prst="rect">
            <a:avLst/>
          </a:prstGeom>
          <a:solidFill>
            <a:sysClr val="window" lastClr="FFFFFF"/>
          </a:solidFill>
          <a:ln w="6350" cap="flat" cmpd="sng" algn="ctr">
            <a:solidFill>
              <a:schemeClr val="tx1"/>
            </a:solidFill>
            <a:prstDash val="solid"/>
            <a:round/>
            <a:headEnd type="none" w="med" len="med"/>
            <a:tailEnd type="none" w="med" len="med"/>
          </a:ln>
          <a:effectLst/>
        </p:spPr>
        <p:txBody>
          <a:bodyPr wrap="none" lIns="36000" tIns="36000" rIns="36000" bIns="36000" anchor="ctr"/>
          <a:lstStyle/>
          <a:p>
            <a:pPr algn="ctr" fontAlgn="base">
              <a:spcBef>
                <a:spcPts val="200"/>
              </a:spcBef>
              <a:spcAft>
                <a:spcPct val="0"/>
              </a:spcAft>
              <a:defRPr/>
            </a:pPr>
            <a:r>
              <a:rPr lang="en-US" altLang="ja-JP" sz="1000" b="1" kern="0">
                <a:solidFill>
                  <a:srgbClr val="000000"/>
                </a:solidFill>
                <a:latin typeface="Graphik" panose="020B0503030202060203" pitchFamily="34" charset="0"/>
                <a:ea typeface="Meiryo UI" panose="020B0604030504040204" pitchFamily="50" charset="-128"/>
                <a:cs typeface="Calibri" panose="020F0502020204030204" pitchFamily="34" charset="0"/>
              </a:rPr>
              <a:t>Thio, Moreyn Intan Ireine(F)</a:t>
            </a:r>
            <a:br>
              <a:rPr lang="en-US" altLang="ja-JP" sz="1000" b="1" kern="0">
                <a:solidFill>
                  <a:srgbClr val="000000"/>
                </a:solidFill>
                <a:latin typeface="Graphik" panose="020B0503030202060203" pitchFamily="34" charset="0"/>
                <a:ea typeface="Meiryo UI" panose="020B0604030504040204" pitchFamily="50" charset="-128"/>
                <a:cs typeface="Calibri" panose="020F0502020204030204" pitchFamily="34" charset="0"/>
              </a:rPr>
            </a:br>
            <a:r>
              <a:rPr kumimoji="1" lang="en-US" altLang="ja-JP" sz="700" b="0" i="0" u="none" strike="noStrike" kern="0" cap="none" spc="0" normalizeH="0" baseline="0" noProof="0">
                <a:ln>
                  <a:noFill/>
                </a:ln>
                <a:effectLst/>
                <a:uLnTx/>
                <a:uFillTx/>
                <a:latin typeface="Graphik" panose="020B0503030202060203" pitchFamily="34" charset="0"/>
                <a:ea typeface="Meiryo UI" panose="020B0604030504040204" pitchFamily="50" charset="-128"/>
                <a:cs typeface="Calibri" panose="020F0502020204030204" pitchFamily="34" charset="0"/>
              </a:rPr>
              <a:t>(Technology Consulting</a:t>
            </a:r>
            <a:br>
              <a:rPr kumimoji="1" lang="en-US" altLang="ja-JP" sz="700" b="0" i="0" u="none" strike="noStrike" kern="0" cap="none" spc="0" normalizeH="0" baseline="0" noProof="0">
                <a:ln>
                  <a:noFill/>
                </a:ln>
                <a:effectLst/>
                <a:uLnTx/>
                <a:uFillTx/>
                <a:latin typeface="Graphik" panose="020B0503030202060203" pitchFamily="34" charset="0"/>
                <a:ea typeface="Meiryo UI" panose="020B0604030504040204" pitchFamily="50" charset="-128"/>
                <a:cs typeface="Calibri" panose="020F0502020204030204" pitchFamily="34" charset="0"/>
              </a:rPr>
            </a:br>
            <a:r>
              <a:rPr lang="en-US" altLang="ja-JP" sz="700" kern="0">
                <a:solidFill>
                  <a:prstClr val="black"/>
                </a:solidFill>
                <a:latin typeface="Graphik" panose="020B0503030202060203" pitchFamily="34" charset="0"/>
                <a:ea typeface="Meiryo UI" panose="020B0604030504040204" pitchFamily="50" charset="-128"/>
                <a:cs typeface="Calibri" panose="020F0502020204030204" pitchFamily="34" charset="0"/>
              </a:rPr>
              <a:t>Senior Manager</a:t>
            </a:r>
            <a:r>
              <a:rPr kumimoji="1" lang="en-US" altLang="ja-JP" sz="700" b="0" i="0" u="none" strike="noStrike" kern="1200" cap="none" spc="0" normalizeH="0" baseline="0" noProof="0">
                <a:ln>
                  <a:noFill/>
                </a:ln>
                <a:effectLst/>
                <a:uLnTx/>
                <a:uFillTx/>
                <a:latin typeface="Graphik" panose="020B0503030202060203" pitchFamily="34" charset="0"/>
                <a:ea typeface="Meiryo UI" panose="020B0604030504040204" pitchFamily="50" charset="-128"/>
                <a:cs typeface="Calibri" panose="020F0502020204030204" pitchFamily="34" charset="0"/>
              </a:rPr>
              <a:t>) </a:t>
            </a:r>
            <a:endParaRPr kumimoji="1" lang="en-US" altLang="ja-JP" sz="600" b="0" i="0" u="none" strike="noStrike" kern="1200" cap="none" spc="0" normalizeH="0" baseline="0" noProof="0">
              <a:ln>
                <a:noFill/>
              </a:ln>
              <a:effectLst/>
              <a:uLnTx/>
              <a:uFillTx/>
              <a:latin typeface="Graphik" panose="020B0503030202060203" pitchFamily="34" charset="0"/>
              <a:ea typeface="Meiryo UI" panose="020B0604030504040204" pitchFamily="50" charset="-128"/>
              <a:cs typeface="Calibri" panose="020F0502020204030204" pitchFamily="34" charset="0"/>
            </a:endParaRPr>
          </a:p>
        </p:txBody>
      </p:sp>
      <p:grpSp>
        <p:nvGrpSpPr>
          <p:cNvPr id="59" name="グループ化 58">
            <a:extLst>
              <a:ext uri="{FF2B5EF4-FFF2-40B4-BE49-F238E27FC236}">
                <a16:creationId xmlns:a16="http://schemas.microsoft.com/office/drawing/2014/main" id="{C3458BFE-F108-E08B-DE61-A792311039BF}"/>
              </a:ext>
            </a:extLst>
          </p:cNvPr>
          <p:cNvGrpSpPr/>
          <p:nvPr/>
        </p:nvGrpSpPr>
        <p:grpSpPr>
          <a:xfrm>
            <a:off x="5502282" y="3631426"/>
            <a:ext cx="1024116" cy="1302524"/>
            <a:chOff x="5654785" y="3267358"/>
            <a:chExt cx="972000" cy="913180"/>
          </a:xfrm>
        </p:grpSpPr>
        <p:sp>
          <p:nvSpPr>
            <p:cNvPr id="23" name="正方形/長方形 42">
              <a:extLst>
                <a:ext uri="{FF2B5EF4-FFF2-40B4-BE49-F238E27FC236}">
                  <a16:creationId xmlns:a16="http://schemas.microsoft.com/office/drawing/2014/main" id="{3DE266C0-8C00-7CEA-FA17-2FEF64D7A9CE}"/>
                </a:ext>
              </a:extLst>
            </p:cNvPr>
            <p:cNvSpPr/>
            <p:nvPr/>
          </p:nvSpPr>
          <p:spPr bwMode="auto">
            <a:xfrm>
              <a:off x="5654785" y="3482687"/>
              <a:ext cx="972000" cy="697851"/>
            </a:xfrm>
            <a:prstGeom prst="rect">
              <a:avLst/>
            </a:prstGeom>
            <a:solidFill>
              <a:sysClr val="window" lastClr="FFFFFF"/>
            </a:solidFill>
            <a:ln w="6350" cap="flat" cmpd="sng" algn="ctr">
              <a:solidFill>
                <a:schemeClr val="tx1"/>
              </a:solidFill>
              <a:prstDash val="solid"/>
              <a:round/>
              <a:headEnd type="none" w="med" len="med"/>
              <a:tailEnd type="none" w="med" len="med"/>
            </a:ln>
            <a:effectLst/>
          </p:spPr>
          <p:txBody>
            <a:bodyPr wrap="none" lIns="36000" tIns="36000" rIns="36000" bIns="36000" anchor="t"/>
            <a:lstStyle/>
            <a:p>
              <a:pPr algn="ctr"/>
              <a:r>
                <a:rPr lang="en-US" altLang="ja-JP" sz="900" b="1">
                  <a:solidFill>
                    <a:prstClr val="black"/>
                  </a:solidFill>
                  <a:latin typeface="+mn-ea"/>
                  <a:cs typeface="Calibri" panose="020F0502020204030204" pitchFamily="34" charset="0"/>
                </a:rPr>
                <a:t>Manager(F)×3</a:t>
              </a:r>
            </a:p>
            <a:p>
              <a:pPr algn="ctr"/>
              <a:r>
                <a:rPr lang="en-US" altLang="ja-JP" sz="900" b="1">
                  <a:solidFill>
                    <a:prstClr val="black"/>
                  </a:solidFill>
                  <a:latin typeface="+mn-ea"/>
                  <a:cs typeface="Calibri" panose="020F0502020204030204" pitchFamily="34" charset="0"/>
                </a:rPr>
                <a:t>Staff (F)*</a:t>
              </a:r>
            </a:p>
            <a:p>
              <a:pPr algn="ctr"/>
              <a:r>
                <a:rPr lang="en-US" altLang="ja-JP" sz="900" b="1">
                  <a:solidFill>
                    <a:prstClr val="black"/>
                  </a:solidFill>
                  <a:latin typeface="+mn-ea"/>
                  <a:cs typeface="Calibri" panose="020F0502020204030204" pitchFamily="34" charset="0"/>
                </a:rPr>
                <a:t>*Jun-2026~</a:t>
              </a:r>
              <a:br>
                <a:rPr lang="en-US" altLang="ja-JP" sz="900" b="1">
                  <a:solidFill>
                    <a:prstClr val="black"/>
                  </a:solidFill>
                  <a:latin typeface="+mn-ea"/>
                  <a:cs typeface="Calibri" panose="020F0502020204030204" pitchFamily="34" charset="0"/>
                </a:rPr>
              </a:br>
              <a:r>
                <a:rPr lang="en-US" altLang="ja-JP" sz="900" b="1">
                  <a:solidFill>
                    <a:prstClr val="black"/>
                  </a:solidFill>
                  <a:latin typeface="+mn-ea"/>
                  <a:cs typeface="Calibri" panose="020F0502020204030204" pitchFamily="34" charset="0"/>
                </a:rPr>
                <a:t>Jul-2026</a:t>
              </a:r>
            </a:p>
          </p:txBody>
        </p:sp>
        <p:sp>
          <p:nvSpPr>
            <p:cNvPr id="25" name="正方形/長方形 43">
              <a:extLst>
                <a:ext uri="{FF2B5EF4-FFF2-40B4-BE49-F238E27FC236}">
                  <a16:creationId xmlns:a16="http://schemas.microsoft.com/office/drawing/2014/main" id="{D0DAE515-19B7-9F9F-ACD0-B39EC61A6AF5}"/>
                </a:ext>
              </a:extLst>
            </p:cNvPr>
            <p:cNvSpPr/>
            <p:nvPr/>
          </p:nvSpPr>
          <p:spPr bwMode="auto">
            <a:xfrm>
              <a:off x="5654785" y="3267358"/>
              <a:ext cx="972000" cy="213756"/>
            </a:xfrm>
            <a:prstGeom prst="rect">
              <a:avLst/>
            </a:prstGeom>
            <a:solidFill>
              <a:schemeClr val="tx1"/>
            </a:solidFill>
            <a:ln w="6350" cap="flat" cmpd="sng" algn="ctr">
              <a:solidFill>
                <a:schemeClr val="tx1"/>
              </a:solidFill>
              <a:prstDash val="solid"/>
              <a:round/>
              <a:headEnd type="none" w="med" len="med"/>
              <a:tailEnd type="none" w="med" len="med"/>
            </a:ln>
            <a:effectLst/>
          </p:spPr>
          <p:txBody>
            <a:bodyPr wrap="none" lIns="36000" tIns="36000" rIns="36000" bIns="36000" anchor="ctr"/>
            <a:lstStyle/>
            <a:p>
              <a:pPr algn="ctr"/>
              <a:r>
                <a:rPr lang="en-US" altLang="ja-JP" sz="900" b="1" kern="0">
                  <a:solidFill>
                    <a:schemeClr val="bg1"/>
                  </a:solidFill>
                  <a:latin typeface="+mn-ea"/>
                  <a:cs typeface="Calibri" panose="020F0502020204030204" pitchFamily="34" charset="0"/>
                </a:rPr>
                <a:t>IT-PMO</a:t>
              </a:r>
              <a:endParaRPr lang="ja-JP" altLang="en-US" sz="900" b="1" kern="0">
                <a:solidFill>
                  <a:schemeClr val="bg1"/>
                </a:solidFill>
                <a:latin typeface="+mn-ea"/>
                <a:cs typeface="Calibri" panose="020F0502020204030204" pitchFamily="34" charset="0"/>
              </a:endParaRPr>
            </a:p>
          </p:txBody>
        </p:sp>
      </p:grpSp>
      <p:grpSp>
        <p:nvGrpSpPr>
          <p:cNvPr id="94" name="グループ化 93">
            <a:extLst>
              <a:ext uri="{FF2B5EF4-FFF2-40B4-BE49-F238E27FC236}">
                <a16:creationId xmlns:a16="http://schemas.microsoft.com/office/drawing/2014/main" id="{41A97388-504B-8BC0-FF17-EBFC946FCEC4}"/>
              </a:ext>
            </a:extLst>
          </p:cNvPr>
          <p:cNvGrpSpPr/>
          <p:nvPr/>
        </p:nvGrpSpPr>
        <p:grpSpPr>
          <a:xfrm>
            <a:off x="170598" y="3631426"/>
            <a:ext cx="1024116" cy="1302524"/>
            <a:chOff x="109182" y="3267358"/>
            <a:chExt cx="872437" cy="913180"/>
          </a:xfrm>
        </p:grpSpPr>
        <p:sp>
          <p:nvSpPr>
            <p:cNvPr id="32" name="正方形/長方形 42">
              <a:extLst>
                <a:ext uri="{FF2B5EF4-FFF2-40B4-BE49-F238E27FC236}">
                  <a16:creationId xmlns:a16="http://schemas.microsoft.com/office/drawing/2014/main" id="{DD5A0B2D-9269-DB3D-32D9-C69F6BF06077}"/>
                </a:ext>
              </a:extLst>
            </p:cNvPr>
            <p:cNvSpPr/>
            <p:nvPr/>
          </p:nvSpPr>
          <p:spPr bwMode="auto">
            <a:xfrm>
              <a:off x="109182" y="3482687"/>
              <a:ext cx="872437" cy="697851"/>
            </a:xfrm>
            <a:prstGeom prst="rect">
              <a:avLst/>
            </a:prstGeom>
            <a:solidFill>
              <a:sysClr val="window" lastClr="FFFFFF"/>
            </a:solidFill>
            <a:ln w="6350" cap="flat" cmpd="sng" algn="ctr">
              <a:solidFill>
                <a:schemeClr val="tx1"/>
              </a:solidFill>
              <a:prstDash val="solid"/>
              <a:round/>
              <a:headEnd type="none" w="med" len="med"/>
              <a:tailEnd type="none" w="med" len="med"/>
            </a:ln>
            <a:effectLst/>
          </p:spPr>
          <p:txBody>
            <a:bodyPr wrap="none" lIns="36000" tIns="36000" rIns="36000" bIns="36000" anchor="t"/>
            <a:lstStyle/>
            <a:p>
              <a:pPr algn="ctr"/>
              <a:r>
                <a:rPr lang="en-US" altLang="ja-JP" sz="900" b="1" dirty="0">
                  <a:solidFill>
                    <a:prstClr val="black"/>
                  </a:solidFill>
                  <a:latin typeface="+mn-ea"/>
                </a:rPr>
                <a:t>Kohbuchi (F)</a:t>
              </a:r>
            </a:p>
            <a:p>
              <a:pPr algn="ctr"/>
              <a:r>
                <a:rPr lang="en-US" altLang="ja-JP" sz="900" b="1" dirty="0">
                  <a:solidFill>
                    <a:prstClr val="black"/>
                  </a:solidFill>
                  <a:latin typeface="+mn-ea"/>
                </a:rPr>
                <a:t>Manager(F)</a:t>
              </a:r>
            </a:p>
            <a:p>
              <a:pPr algn="ctr"/>
              <a:r>
                <a:rPr lang="en-US" altLang="ja-JP" sz="900" b="1" dirty="0">
                  <a:solidFill>
                    <a:prstClr val="black"/>
                  </a:solidFill>
                  <a:latin typeface="+mn-ea"/>
                </a:rPr>
                <a:t>Staff</a:t>
              </a:r>
              <a:r>
                <a:rPr lang="ja-JP" altLang="en-US" sz="900" b="1" dirty="0">
                  <a:solidFill>
                    <a:prstClr val="black"/>
                  </a:solidFill>
                  <a:latin typeface="+mn-ea"/>
                </a:rPr>
                <a:t> </a:t>
              </a:r>
              <a:r>
                <a:rPr lang="en-US" altLang="ja-JP" sz="900" b="1" dirty="0">
                  <a:solidFill>
                    <a:prstClr val="black"/>
                  </a:solidFill>
                  <a:latin typeface="+mn-ea"/>
                </a:rPr>
                <a:t>(F)</a:t>
              </a:r>
            </a:p>
            <a:p>
              <a:pPr algn="ctr"/>
              <a:r>
                <a:rPr lang="en-US" altLang="ja-JP" sz="900" b="1" dirty="0">
                  <a:solidFill>
                    <a:prstClr val="black"/>
                  </a:solidFill>
                  <a:latin typeface="+mn-ea"/>
                </a:rPr>
                <a:t>Staff (F)</a:t>
              </a:r>
            </a:p>
          </p:txBody>
        </p:sp>
        <p:sp>
          <p:nvSpPr>
            <p:cNvPr id="34" name="正方形/長方形 43">
              <a:extLst>
                <a:ext uri="{FF2B5EF4-FFF2-40B4-BE49-F238E27FC236}">
                  <a16:creationId xmlns:a16="http://schemas.microsoft.com/office/drawing/2014/main" id="{CB8B320E-A135-B161-178F-C037FFA41C30}"/>
                </a:ext>
              </a:extLst>
            </p:cNvPr>
            <p:cNvSpPr/>
            <p:nvPr/>
          </p:nvSpPr>
          <p:spPr bwMode="auto">
            <a:xfrm>
              <a:off x="109182" y="3267358"/>
              <a:ext cx="872437" cy="213756"/>
            </a:xfrm>
            <a:prstGeom prst="rect">
              <a:avLst/>
            </a:prstGeom>
            <a:solidFill>
              <a:srgbClr val="FF0000"/>
            </a:solidFill>
            <a:ln w="6350" cap="flat" cmpd="sng" algn="ctr">
              <a:solidFill>
                <a:srgbClr val="FF0000"/>
              </a:solidFill>
              <a:prstDash val="solid"/>
              <a:round/>
              <a:headEnd type="none" w="med" len="med"/>
              <a:tailEnd type="none" w="med" len="med"/>
            </a:ln>
            <a:effectLst/>
          </p:spPr>
          <p:txBody>
            <a:bodyPr lIns="36000" tIns="36000" rIns="36000" bIns="36000" anchor="ctr"/>
            <a:lstStyle/>
            <a:p>
              <a:pPr algn="ctr"/>
              <a:r>
                <a:rPr lang="en-US" altLang="ja-JP" sz="900" b="1" kern="0">
                  <a:solidFill>
                    <a:schemeClr val="bg1"/>
                  </a:solidFill>
                  <a:latin typeface="+mn-ea"/>
                  <a:cs typeface="Calibri" panose="020F0502020204030204" pitchFamily="34" charset="0"/>
                </a:rPr>
                <a:t>PMO</a:t>
              </a:r>
              <a:endParaRPr lang="ja-JP" altLang="en-US" sz="900" b="1" kern="0">
                <a:solidFill>
                  <a:schemeClr val="bg1"/>
                </a:solidFill>
                <a:latin typeface="+mn-ea"/>
                <a:cs typeface="Calibri" panose="020F0502020204030204" pitchFamily="34" charset="0"/>
              </a:endParaRPr>
            </a:p>
          </p:txBody>
        </p:sp>
      </p:grpSp>
      <p:grpSp>
        <p:nvGrpSpPr>
          <p:cNvPr id="138" name="グループ化 137">
            <a:extLst>
              <a:ext uri="{FF2B5EF4-FFF2-40B4-BE49-F238E27FC236}">
                <a16:creationId xmlns:a16="http://schemas.microsoft.com/office/drawing/2014/main" id="{052F3F67-3974-399C-46A0-F8AE516F0F46}"/>
              </a:ext>
            </a:extLst>
          </p:cNvPr>
          <p:cNvGrpSpPr/>
          <p:nvPr/>
        </p:nvGrpSpPr>
        <p:grpSpPr>
          <a:xfrm>
            <a:off x="181133" y="901646"/>
            <a:ext cx="3144969" cy="1802751"/>
            <a:chOff x="179856" y="901646"/>
            <a:chExt cx="3687914" cy="1802751"/>
          </a:xfrm>
        </p:grpSpPr>
        <p:grpSp>
          <p:nvGrpSpPr>
            <p:cNvPr id="9" name="Group 34">
              <a:extLst>
                <a:ext uri="{FF2B5EF4-FFF2-40B4-BE49-F238E27FC236}">
                  <a16:creationId xmlns:a16="http://schemas.microsoft.com/office/drawing/2014/main" id="{7DA1CA08-E7C8-93BD-4868-E4A3E6FDDC22}"/>
                </a:ext>
              </a:extLst>
            </p:cNvPr>
            <p:cNvGrpSpPr/>
            <p:nvPr/>
          </p:nvGrpSpPr>
          <p:grpSpPr>
            <a:xfrm>
              <a:off x="179856" y="901646"/>
              <a:ext cx="3687913" cy="280601"/>
              <a:chOff x="2818115" y="1117846"/>
              <a:chExt cx="1890005" cy="236289"/>
            </a:xfrm>
          </p:grpSpPr>
          <p:sp>
            <p:nvSpPr>
              <p:cNvPr id="10" name="正方形/長方形 42">
                <a:extLst>
                  <a:ext uri="{FF2B5EF4-FFF2-40B4-BE49-F238E27FC236}">
                    <a16:creationId xmlns:a16="http://schemas.microsoft.com/office/drawing/2014/main" id="{DDA7BEC1-6C21-A97D-CFF7-46E1F158EA21}"/>
                  </a:ext>
                </a:extLst>
              </p:cNvPr>
              <p:cNvSpPr/>
              <p:nvPr/>
            </p:nvSpPr>
            <p:spPr bwMode="auto">
              <a:xfrm>
                <a:off x="2818116" y="1117846"/>
                <a:ext cx="1890004" cy="236289"/>
              </a:xfrm>
              <a:prstGeom prst="rect">
                <a:avLst/>
              </a:prstGeom>
              <a:noFill/>
              <a:ln w="6350" cap="flat" cmpd="sng" algn="ctr">
                <a:noFill/>
                <a:prstDash val="solid"/>
                <a:round/>
                <a:headEnd type="none" w="med" len="med"/>
                <a:tailEnd type="none" w="med" len="med"/>
              </a:ln>
              <a:effectLst/>
            </p:spPr>
            <p:txBody>
              <a:bodyPr wrap="none" lIns="36000" tIns="36000" rIns="36000" bIns="36000" anchor="t" anchorCtr="0"/>
              <a:lstStyle/>
              <a:p>
                <a:pPr algn="ctr">
                  <a:spcBef>
                    <a:spcPts val="300"/>
                  </a:spcBef>
                  <a:defRPr/>
                </a:pPr>
                <a:r>
                  <a:rPr lang="en-US" altLang="ja-JP" sz="1100" b="1" kern="0">
                    <a:latin typeface="Graphik" panose="020B0503030202060203" pitchFamily="34" charset="0"/>
                    <a:ea typeface="Meiryo UI" panose="020B0604030504040204" pitchFamily="50" charset="-128"/>
                    <a:cs typeface="Calibri" panose="020F0502020204030204" pitchFamily="34" charset="0"/>
                  </a:rPr>
                  <a:t>[Japan]</a:t>
                </a:r>
              </a:p>
            </p:txBody>
          </p:sp>
          <p:cxnSp>
            <p:nvCxnSpPr>
              <p:cNvPr id="11" name="Straight Connector 36">
                <a:extLst>
                  <a:ext uri="{FF2B5EF4-FFF2-40B4-BE49-F238E27FC236}">
                    <a16:creationId xmlns:a16="http://schemas.microsoft.com/office/drawing/2014/main" id="{212C6339-F623-E851-D6D5-9B89114EB57B}"/>
                  </a:ext>
                </a:extLst>
              </p:cNvPr>
              <p:cNvCxnSpPr>
                <a:cxnSpLocks/>
              </p:cNvCxnSpPr>
              <p:nvPr/>
            </p:nvCxnSpPr>
            <p:spPr>
              <a:xfrm>
                <a:off x="2818115" y="1292535"/>
                <a:ext cx="18900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 name="正方形/長方形 79">
              <a:extLst>
                <a:ext uri="{FF2B5EF4-FFF2-40B4-BE49-F238E27FC236}">
                  <a16:creationId xmlns:a16="http://schemas.microsoft.com/office/drawing/2014/main" id="{D77DA604-C2AB-E59E-900C-38B7664D2BD5}"/>
                </a:ext>
              </a:extLst>
            </p:cNvPr>
            <p:cNvSpPr/>
            <p:nvPr/>
          </p:nvSpPr>
          <p:spPr>
            <a:xfrm>
              <a:off x="179856" y="1960971"/>
              <a:ext cx="3687913" cy="213756"/>
            </a:xfrm>
            <a:prstGeom prst="rect">
              <a:avLst/>
            </a:prstGeom>
            <a:solidFill>
              <a:schemeClr val="tx1"/>
            </a:solidFill>
            <a:ln w="6350" cap="flat" cmpd="sng" algn="ctr">
              <a:solidFill>
                <a:schemeClr val="tx1"/>
              </a:solidFill>
              <a:prstDash val="solid"/>
              <a:round/>
              <a:headEnd type="none" w="med" len="med"/>
              <a:tailEnd type="none" w="med" len="med"/>
            </a:ln>
            <a:effectLst/>
          </p:spPr>
          <p:txBody>
            <a:bodyPr lIns="36000" tIns="36000" rIns="36000" bIns="36000" anchor="ctr"/>
            <a:lstStyle/>
            <a:p>
              <a:pPr algn="ctr"/>
              <a:r>
                <a:rPr lang="en-US" altLang="ja-JP" sz="900" b="1" kern="0">
                  <a:solidFill>
                    <a:schemeClr val="bg1"/>
                  </a:solidFill>
                  <a:latin typeface="Graphik" panose="020B0503030202060203" pitchFamily="34" charset="0"/>
                  <a:ea typeface="Meiryo UI" panose="020B0604030504040204" pitchFamily="50" charset="-128"/>
                  <a:cs typeface="Calibri" panose="020F0502020204030204" pitchFamily="34" charset="0"/>
                </a:rPr>
                <a:t>Project Lead</a:t>
              </a:r>
            </a:p>
          </p:txBody>
        </p:sp>
        <p:sp>
          <p:nvSpPr>
            <p:cNvPr id="29" name="正方形/長方形 79">
              <a:extLst>
                <a:ext uri="{FF2B5EF4-FFF2-40B4-BE49-F238E27FC236}">
                  <a16:creationId xmlns:a16="http://schemas.microsoft.com/office/drawing/2014/main" id="{249C3EE3-E776-2EDD-9DA1-BBC775BA6456}"/>
                </a:ext>
              </a:extLst>
            </p:cNvPr>
            <p:cNvSpPr/>
            <p:nvPr/>
          </p:nvSpPr>
          <p:spPr>
            <a:xfrm>
              <a:off x="179857" y="1175643"/>
              <a:ext cx="3687913" cy="219297"/>
            </a:xfrm>
            <a:prstGeom prst="rect">
              <a:avLst/>
            </a:prstGeom>
            <a:solidFill>
              <a:schemeClr val="tx1"/>
            </a:solidFill>
            <a:ln w="6350" cap="flat" cmpd="sng" algn="ctr">
              <a:solidFill>
                <a:schemeClr val="tx1"/>
              </a:solidFill>
              <a:prstDash val="solid"/>
              <a:round/>
              <a:headEnd type="none" w="med" len="med"/>
              <a:tailEnd type="none" w="med" len="med"/>
            </a:ln>
            <a:effectLst/>
          </p:spPr>
          <p:txBody>
            <a:bodyPr lIns="36000" tIns="36000" rIns="36000" bIns="36000" anchor="ctr"/>
            <a:lstStyle/>
            <a:p>
              <a:pPr algn="ctr"/>
              <a:r>
                <a:rPr lang="en-US" altLang="ja-JP" sz="900" b="1" kern="0">
                  <a:solidFill>
                    <a:schemeClr val="bg1"/>
                  </a:solidFill>
                  <a:latin typeface="Graphik" panose="020B0503030202060203" pitchFamily="34" charset="0"/>
                  <a:ea typeface="Meiryo UI" panose="020B0604030504040204" pitchFamily="50" charset="-128"/>
                  <a:cs typeface="Calibri" panose="020F0502020204030204" pitchFamily="34" charset="0"/>
                </a:rPr>
                <a:t>Project Executive</a:t>
              </a:r>
            </a:p>
          </p:txBody>
        </p:sp>
        <p:sp>
          <p:nvSpPr>
            <p:cNvPr id="30" name="正方形/長方形 172">
              <a:extLst>
                <a:ext uri="{FF2B5EF4-FFF2-40B4-BE49-F238E27FC236}">
                  <a16:creationId xmlns:a16="http://schemas.microsoft.com/office/drawing/2014/main" id="{9B529071-A8B9-36B6-3437-33C3676F0946}"/>
                </a:ext>
              </a:extLst>
            </p:cNvPr>
            <p:cNvSpPr/>
            <p:nvPr/>
          </p:nvSpPr>
          <p:spPr bwMode="auto">
            <a:xfrm>
              <a:off x="179857" y="1395216"/>
              <a:ext cx="3687913" cy="400561"/>
            </a:xfrm>
            <a:prstGeom prst="rect">
              <a:avLst/>
            </a:prstGeom>
            <a:solidFill>
              <a:sysClr val="window" lastClr="FFFFFF"/>
            </a:solidFill>
            <a:ln w="6350" cap="flat" cmpd="sng" algn="ctr">
              <a:solidFill>
                <a:schemeClr val="tx1"/>
              </a:solidFill>
              <a:prstDash val="solid"/>
              <a:round/>
              <a:headEnd type="none" w="med" len="med"/>
              <a:tailEnd type="none" w="med" len="med"/>
            </a:ln>
            <a:effectLst/>
          </p:spPr>
          <p:txBody>
            <a:bodyPr wrap="none" lIns="36000" tIns="36000" rIns="36000" bIns="36000" anchor="ctr"/>
            <a:lstStyle/>
            <a:p>
              <a:pPr marL="0" marR="0" lvl="0" indent="0" algn="ctr" defTabSz="603487" rtl="0" eaLnBrk="1" fontAlgn="base" latinLnBrk="0" hangingPunct="1">
                <a:lnSpc>
                  <a:spcPct val="100000"/>
                </a:lnSpc>
                <a:spcBef>
                  <a:spcPts val="200"/>
                </a:spcBef>
                <a:spcAft>
                  <a:spcPct val="0"/>
                </a:spcAft>
                <a:buClrTx/>
                <a:buSzTx/>
                <a:buFontTx/>
                <a:buNone/>
                <a:tabLst/>
                <a:defRPr/>
              </a:pPr>
              <a:r>
                <a:rPr kumimoji="1" lang="en-US" altLang="ja-JP" sz="1000" b="1" i="0" u="none" strike="noStrike" kern="0" cap="none" spc="0" normalizeH="0" baseline="0" noProof="0">
                  <a:ln>
                    <a:noFill/>
                  </a:ln>
                  <a:solidFill>
                    <a:srgbClr val="000000"/>
                  </a:solidFill>
                  <a:effectLst/>
                  <a:uLnTx/>
                  <a:uFillTx/>
                  <a:latin typeface="Graphik" panose="020B0503030202060203" pitchFamily="34" charset="0"/>
                  <a:ea typeface="Meiryo UI" panose="020B0604030504040204" pitchFamily="50" charset="-128"/>
                  <a:cs typeface="Calibri" panose="020F0502020204030204" pitchFamily="34" charset="0"/>
                </a:rPr>
                <a:t>Shingo Yamamoto</a:t>
              </a:r>
              <a:br>
                <a:rPr kumimoji="1" lang="en-US" altLang="ja-JP" sz="1050" b="1" i="0" u="none" strike="noStrike" kern="0" cap="none" spc="0" normalizeH="0" baseline="0" noProof="0">
                  <a:ln>
                    <a:noFill/>
                  </a:ln>
                  <a:solidFill>
                    <a:srgbClr val="000000"/>
                  </a:solidFill>
                  <a:effectLst/>
                  <a:uLnTx/>
                  <a:uFillTx/>
                  <a:latin typeface="Graphik" panose="020B0503030202060203" pitchFamily="34" charset="0"/>
                  <a:ea typeface="Meiryo UI" panose="020B0604030504040204" pitchFamily="50" charset="-128"/>
                  <a:cs typeface="Calibri" panose="020F0502020204030204" pitchFamily="34" charset="0"/>
                </a:rPr>
              </a:br>
              <a:r>
                <a:rPr kumimoji="1" lang="en-US" altLang="ja-JP" sz="700" b="0" i="0" u="none" strike="noStrike" kern="0" cap="none" spc="0" normalizeH="0" baseline="0" noProof="0">
                  <a:ln>
                    <a:noFill/>
                  </a:ln>
                  <a:solidFill>
                    <a:srgbClr val="000000"/>
                  </a:solidFill>
                  <a:effectLst/>
                  <a:uLnTx/>
                  <a:uFillTx/>
                  <a:latin typeface="Graphik" panose="020B0503030202060203" pitchFamily="34" charset="0"/>
                  <a:ea typeface="Meiryo UI" panose="020B0604030504040204" pitchFamily="50" charset="-128"/>
                  <a:cs typeface="Calibri" panose="020F0502020204030204" pitchFamily="34" charset="0"/>
                </a:rPr>
                <a:t>(</a:t>
              </a:r>
              <a:r>
                <a:rPr kumimoji="1" lang="en-US" altLang="ja-JP" sz="700" b="0" i="0" u="none" strike="noStrike" kern="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rPr>
                <a:t>Strategy &amp; Consulting Managing Director</a:t>
              </a:r>
              <a:r>
                <a:rPr kumimoji="1" lang="en-US" altLang="ja-JP" sz="700" b="0" i="0" u="none" strike="noStrike" kern="120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rPr>
                <a:t>) </a:t>
              </a:r>
              <a:endParaRPr kumimoji="1" lang="en-US" altLang="ja-JP" sz="600" b="0" i="0" u="none" strike="noStrike" kern="120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endParaRPr>
            </a:p>
          </p:txBody>
        </p:sp>
        <p:sp>
          <p:nvSpPr>
            <p:cNvPr id="31" name="正方形/長方形 61">
              <a:extLst>
                <a:ext uri="{FF2B5EF4-FFF2-40B4-BE49-F238E27FC236}">
                  <a16:creationId xmlns:a16="http://schemas.microsoft.com/office/drawing/2014/main" id="{014793F3-7D64-4CE0-478A-440EB3CC68CC}"/>
                </a:ext>
              </a:extLst>
            </p:cNvPr>
            <p:cNvSpPr/>
            <p:nvPr/>
          </p:nvSpPr>
          <p:spPr bwMode="auto">
            <a:xfrm>
              <a:off x="179856" y="2178077"/>
              <a:ext cx="3687913" cy="526320"/>
            </a:xfrm>
            <a:prstGeom prst="rect">
              <a:avLst/>
            </a:prstGeom>
            <a:solidFill>
              <a:sysClr val="window" lastClr="FFFFFF"/>
            </a:solidFill>
            <a:ln w="6350" cap="flat" cmpd="sng" algn="ctr">
              <a:solidFill>
                <a:schemeClr val="tx1"/>
              </a:solidFill>
              <a:prstDash val="solid"/>
              <a:round/>
              <a:headEnd type="none" w="med" len="med"/>
              <a:tailEnd type="none" w="med" len="med"/>
            </a:ln>
            <a:effectLst/>
          </p:spPr>
          <p:txBody>
            <a:bodyPr wrap="none" lIns="36000" tIns="36000" rIns="36000" bIns="36000" anchor="ctr"/>
            <a:lstStyle/>
            <a:p>
              <a:pPr algn="ctr" fontAlgn="base">
                <a:lnSpc>
                  <a:spcPct val="80000"/>
                </a:lnSpc>
                <a:spcAft>
                  <a:spcPct val="0"/>
                </a:spcAft>
                <a:defRPr/>
              </a:pPr>
              <a:r>
                <a:rPr lang="en-US" altLang="ja-JP" sz="1000" b="1" kern="0">
                  <a:solidFill>
                    <a:srgbClr val="000000"/>
                  </a:solidFill>
                  <a:latin typeface="Graphik" panose="020B0503030202060203" pitchFamily="34" charset="0"/>
                  <a:ea typeface="Meiryo UI" panose="020B0604030504040204" pitchFamily="50" charset="-128"/>
                  <a:cs typeface="Calibri" panose="020F0502020204030204" pitchFamily="34" charset="0"/>
                </a:rPr>
                <a:t>Ryosuke Fujihara (P)</a:t>
              </a:r>
            </a:p>
            <a:p>
              <a:pPr algn="ctr" fontAlgn="base">
                <a:lnSpc>
                  <a:spcPct val="80000"/>
                </a:lnSpc>
                <a:spcAft>
                  <a:spcPct val="0"/>
                </a:spcAft>
                <a:defRPr/>
              </a:pPr>
              <a:r>
                <a:rPr kumimoji="1" lang="en-US" altLang="ja-JP" sz="700" b="0" i="0" u="none" strike="noStrike" kern="0" cap="none" spc="0" normalizeH="0" baseline="0" noProof="0">
                  <a:ln>
                    <a:noFill/>
                  </a:ln>
                  <a:solidFill>
                    <a:srgbClr val="000000"/>
                  </a:solidFill>
                  <a:effectLst/>
                  <a:uLnTx/>
                  <a:uFillTx/>
                  <a:latin typeface="Graphik" panose="020B0503030202060203" pitchFamily="34" charset="0"/>
                  <a:ea typeface="Meiryo UI" panose="020B0604030504040204" pitchFamily="50" charset="-128"/>
                  <a:cs typeface="Calibri" panose="020F0502020204030204" pitchFamily="34" charset="0"/>
                </a:rPr>
                <a:t>(</a:t>
              </a:r>
              <a:r>
                <a:rPr kumimoji="1" lang="en-US" altLang="ja-JP" sz="700" b="0" i="0" u="none" strike="noStrike" kern="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rPr>
                <a:t>Strategy &amp; Consulting Principal Director</a:t>
              </a:r>
              <a:r>
                <a:rPr kumimoji="1" lang="en-US" altLang="ja-JP" sz="700" b="0" i="0" u="none" strike="noStrike" kern="120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rPr>
                <a:t>)</a:t>
              </a:r>
            </a:p>
            <a:p>
              <a:pPr algn="ctr" fontAlgn="base">
                <a:lnSpc>
                  <a:spcPct val="80000"/>
                </a:lnSpc>
                <a:spcAft>
                  <a:spcPct val="0"/>
                </a:spcAft>
                <a:defRPr/>
              </a:pPr>
              <a:r>
                <a:rPr lang="en-US" altLang="ja-JP" sz="1000" b="1" kern="0">
                  <a:solidFill>
                    <a:srgbClr val="000000"/>
                  </a:solidFill>
                  <a:latin typeface="Graphik" panose="020B0503030202060203" pitchFamily="34" charset="0"/>
                  <a:ea typeface="Meiryo UI" panose="020B0604030504040204" pitchFamily="50" charset="-128"/>
                  <a:cs typeface="Calibri" panose="020F0502020204030204" pitchFamily="34" charset="0"/>
                </a:rPr>
                <a:t>Shozo Kubo (P)</a:t>
              </a:r>
              <a:br>
                <a:rPr lang="en-US" altLang="ja-JP" sz="1000" b="1" kern="0">
                  <a:solidFill>
                    <a:srgbClr val="000000"/>
                  </a:solidFill>
                  <a:latin typeface="Graphik" panose="020B0503030202060203" pitchFamily="34" charset="0"/>
                  <a:ea typeface="Meiryo UI" panose="020B0604030504040204" pitchFamily="50" charset="-128"/>
                  <a:cs typeface="Calibri" panose="020F0502020204030204" pitchFamily="34" charset="0"/>
                </a:rPr>
              </a:br>
              <a:r>
                <a:rPr kumimoji="1" lang="en-US" altLang="ja-JP" sz="700" b="0" i="0" u="none" strike="noStrike" kern="0" cap="none" spc="0" normalizeH="0" baseline="0" noProof="0">
                  <a:ln>
                    <a:noFill/>
                  </a:ln>
                  <a:solidFill>
                    <a:srgbClr val="000000"/>
                  </a:solidFill>
                  <a:effectLst/>
                  <a:uLnTx/>
                  <a:uFillTx/>
                  <a:latin typeface="Graphik" panose="020B0503030202060203" pitchFamily="34" charset="0"/>
                  <a:ea typeface="Meiryo UI" panose="020B0604030504040204" pitchFamily="50" charset="-128"/>
                  <a:cs typeface="Calibri" panose="020F0502020204030204" pitchFamily="34" charset="0"/>
                </a:rPr>
                <a:t>(</a:t>
              </a:r>
              <a:r>
                <a:rPr kumimoji="1" lang="en-US" altLang="ja-JP" sz="700" b="0" i="0" u="none" strike="noStrike" kern="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rPr>
                <a:t>Technology Consulting Associate Director</a:t>
              </a:r>
              <a:r>
                <a:rPr kumimoji="1" lang="en-US" altLang="ja-JP" sz="700" b="0" i="0" u="none" strike="noStrike" kern="120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rPr>
                <a:t>) </a:t>
              </a:r>
              <a:endParaRPr kumimoji="1" lang="en-US" altLang="ja-JP" sz="600" b="0" i="0" u="none" strike="noStrike" kern="120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endParaRPr>
            </a:p>
          </p:txBody>
        </p:sp>
        <p:cxnSp>
          <p:nvCxnSpPr>
            <p:cNvPr id="35" name="コネクタ: カギ線 75">
              <a:extLst>
                <a:ext uri="{FF2B5EF4-FFF2-40B4-BE49-F238E27FC236}">
                  <a16:creationId xmlns:a16="http://schemas.microsoft.com/office/drawing/2014/main" id="{13BDE92D-E1B9-3AD1-2C59-44F18513710C}"/>
                </a:ext>
              </a:extLst>
            </p:cNvPr>
            <p:cNvCxnSpPr>
              <a:cxnSpLocks/>
              <a:stCxn id="30" idx="2"/>
              <a:endCxn id="28" idx="0"/>
            </p:cNvCxnSpPr>
            <p:nvPr/>
          </p:nvCxnSpPr>
          <p:spPr>
            <a:xfrm flipH="1">
              <a:off x="2023813" y="1795777"/>
              <a:ext cx="1" cy="165194"/>
            </a:xfrm>
            <a:prstGeom prst="straightConnector1">
              <a:avLst/>
            </a:prstGeom>
            <a:noFill/>
            <a:ln w="6350" cap="flat" cmpd="sng" algn="ctr">
              <a:solidFill>
                <a:schemeClr val="tx1"/>
              </a:solidFill>
              <a:prstDash val="solid"/>
            </a:ln>
            <a:effectLst/>
          </p:spPr>
        </p:cxnSp>
      </p:grpSp>
      <p:grpSp>
        <p:nvGrpSpPr>
          <p:cNvPr id="96" name="グループ化 95">
            <a:extLst>
              <a:ext uri="{FF2B5EF4-FFF2-40B4-BE49-F238E27FC236}">
                <a16:creationId xmlns:a16="http://schemas.microsoft.com/office/drawing/2014/main" id="{CB34DCA7-B26D-BF63-F39A-14556DC00D84}"/>
              </a:ext>
            </a:extLst>
          </p:cNvPr>
          <p:cNvGrpSpPr/>
          <p:nvPr/>
        </p:nvGrpSpPr>
        <p:grpSpPr>
          <a:xfrm>
            <a:off x="2301987" y="3631426"/>
            <a:ext cx="1024116" cy="1302524"/>
            <a:chOff x="2097816" y="3267358"/>
            <a:chExt cx="872437" cy="913180"/>
          </a:xfrm>
        </p:grpSpPr>
        <p:sp>
          <p:nvSpPr>
            <p:cNvPr id="33" name="正方形/長方形 42">
              <a:extLst>
                <a:ext uri="{FF2B5EF4-FFF2-40B4-BE49-F238E27FC236}">
                  <a16:creationId xmlns:a16="http://schemas.microsoft.com/office/drawing/2014/main" id="{D614C832-393C-D929-BE02-43B6DA4DA82E}"/>
                </a:ext>
              </a:extLst>
            </p:cNvPr>
            <p:cNvSpPr/>
            <p:nvPr/>
          </p:nvSpPr>
          <p:spPr bwMode="auto">
            <a:xfrm>
              <a:off x="2097816" y="3482687"/>
              <a:ext cx="872437" cy="697851"/>
            </a:xfrm>
            <a:prstGeom prst="rect">
              <a:avLst/>
            </a:prstGeom>
            <a:solidFill>
              <a:sysClr val="window" lastClr="FFFFFF"/>
            </a:solidFill>
            <a:ln w="6350" cap="flat" cmpd="sng" algn="ctr">
              <a:solidFill>
                <a:schemeClr val="tx1"/>
              </a:solidFill>
              <a:prstDash val="solid"/>
              <a:round/>
              <a:headEnd type="none" w="med" len="med"/>
              <a:tailEnd type="none" w="med" len="med"/>
            </a:ln>
            <a:effectLst/>
          </p:spPr>
          <p:txBody>
            <a:bodyPr wrap="none" lIns="36000" tIns="36000" rIns="36000" bIns="36000" anchor="t"/>
            <a:lstStyle/>
            <a:p>
              <a:pPr algn="ctr"/>
              <a:r>
                <a:rPr lang="en-US" altLang="ja-JP" sz="900" b="1">
                  <a:solidFill>
                    <a:prstClr val="black"/>
                  </a:solidFill>
                  <a:latin typeface="+mn-ea"/>
                </a:rPr>
                <a:t>Timothy (F)</a:t>
              </a:r>
              <a:endParaRPr lang="ja-JP" altLang="en-US" sz="900" b="1">
                <a:solidFill>
                  <a:prstClr val="black"/>
                </a:solidFill>
                <a:latin typeface="+mn-ea"/>
              </a:endParaRPr>
            </a:p>
            <a:p>
              <a:pPr algn="ctr"/>
              <a:r>
                <a:rPr lang="en-US" altLang="ja-JP" sz="900" b="1">
                  <a:solidFill>
                    <a:prstClr val="black"/>
                  </a:solidFill>
                  <a:latin typeface="+mn-ea"/>
                </a:rPr>
                <a:t>Staff (F)</a:t>
              </a:r>
            </a:p>
          </p:txBody>
        </p:sp>
        <p:sp>
          <p:nvSpPr>
            <p:cNvPr id="36" name="正方形/長方形 43">
              <a:extLst>
                <a:ext uri="{FF2B5EF4-FFF2-40B4-BE49-F238E27FC236}">
                  <a16:creationId xmlns:a16="http://schemas.microsoft.com/office/drawing/2014/main" id="{EA5E176D-274E-EF4E-7A94-105FA6037088}"/>
                </a:ext>
              </a:extLst>
            </p:cNvPr>
            <p:cNvSpPr/>
            <p:nvPr/>
          </p:nvSpPr>
          <p:spPr bwMode="auto">
            <a:xfrm>
              <a:off x="2097816" y="3267358"/>
              <a:ext cx="872437" cy="213756"/>
            </a:xfrm>
            <a:prstGeom prst="rect">
              <a:avLst/>
            </a:prstGeom>
            <a:solidFill>
              <a:schemeClr val="tx1"/>
            </a:solidFill>
            <a:ln w="6350" cap="flat" cmpd="sng" algn="ctr">
              <a:solidFill>
                <a:schemeClr val="tx1"/>
              </a:solidFill>
              <a:prstDash val="solid"/>
              <a:round/>
              <a:headEnd type="none" w="med" len="med"/>
              <a:tailEnd type="none" w="med" len="med"/>
            </a:ln>
            <a:effectLst/>
          </p:spPr>
          <p:txBody>
            <a:bodyPr lIns="36000" tIns="36000" rIns="36000" bIns="36000" anchor="ctr"/>
            <a:lstStyle/>
            <a:p>
              <a:pPr algn="ctr"/>
              <a:r>
                <a:rPr lang="en-US" altLang="ja-JP" sz="900" b="1" kern="0">
                  <a:solidFill>
                    <a:schemeClr val="bg1"/>
                  </a:solidFill>
                  <a:latin typeface="+mn-ea"/>
                  <a:cs typeface="Calibri" panose="020F0502020204030204" pitchFamily="34" charset="0"/>
                </a:rPr>
                <a:t>System/IT</a:t>
              </a:r>
              <a:endParaRPr lang="ja-JP" altLang="en-US" sz="900" b="1" kern="0">
                <a:solidFill>
                  <a:schemeClr val="bg1"/>
                </a:solidFill>
                <a:latin typeface="+mn-ea"/>
                <a:cs typeface="Calibri" panose="020F0502020204030204" pitchFamily="34" charset="0"/>
              </a:endParaRPr>
            </a:p>
          </p:txBody>
        </p:sp>
      </p:grpSp>
      <p:cxnSp>
        <p:nvCxnSpPr>
          <p:cNvPr id="37" name="コネクタ: カギ線 26">
            <a:extLst>
              <a:ext uri="{FF2B5EF4-FFF2-40B4-BE49-F238E27FC236}">
                <a16:creationId xmlns:a16="http://schemas.microsoft.com/office/drawing/2014/main" id="{8980FD27-B5D8-661C-753B-A4ABE2321DEF}"/>
              </a:ext>
            </a:extLst>
          </p:cNvPr>
          <p:cNvCxnSpPr>
            <a:cxnSpLocks/>
            <a:stCxn id="36" idx="0"/>
            <a:endCxn id="31" idx="2"/>
          </p:cNvCxnSpPr>
          <p:nvPr/>
        </p:nvCxnSpPr>
        <p:spPr>
          <a:xfrm rot="16200000" flipV="1">
            <a:off x="1820317" y="2637697"/>
            <a:ext cx="927029" cy="1060428"/>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コネクタ: カギ線 27">
            <a:extLst>
              <a:ext uri="{FF2B5EF4-FFF2-40B4-BE49-F238E27FC236}">
                <a16:creationId xmlns:a16="http://schemas.microsoft.com/office/drawing/2014/main" id="{2B3347FB-7257-AEB7-94EE-86951DE32DA6}"/>
              </a:ext>
            </a:extLst>
          </p:cNvPr>
          <p:cNvCxnSpPr>
            <a:cxnSpLocks/>
            <a:stCxn id="34" idx="0"/>
            <a:endCxn id="31" idx="2"/>
          </p:cNvCxnSpPr>
          <p:nvPr/>
        </p:nvCxnSpPr>
        <p:spPr>
          <a:xfrm rot="5400000" flipH="1" flipV="1">
            <a:off x="754622" y="2632432"/>
            <a:ext cx="927029" cy="1070961"/>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1" name="グループ化 60">
            <a:extLst>
              <a:ext uri="{FF2B5EF4-FFF2-40B4-BE49-F238E27FC236}">
                <a16:creationId xmlns:a16="http://schemas.microsoft.com/office/drawing/2014/main" id="{B476D334-0E3B-E8A2-D89B-B2AFEA6FA4E9}"/>
              </a:ext>
            </a:extLst>
          </p:cNvPr>
          <p:cNvGrpSpPr/>
          <p:nvPr/>
        </p:nvGrpSpPr>
        <p:grpSpPr>
          <a:xfrm>
            <a:off x="3368067" y="3631426"/>
            <a:ext cx="2092637" cy="1302524"/>
            <a:chOff x="3971009" y="3267358"/>
            <a:chExt cx="972000" cy="913180"/>
          </a:xfrm>
        </p:grpSpPr>
        <p:sp>
          <p:nvSpPr>
            <p:cNvPr id="45" name="正方形/長方形 42">
              <a:extLst>
                <a:ext uri="{FF2B5EF4-FFF2-40B4-BE49-F238E27FC236}">
                  <a16:creationId xmlns:a16="http://schemas.microsoft.com/office/drawing/2014/main" id="{6E918080-46D1-1E88-DA44-A792751683E6}"/>
                </a:ext>
              </a:extLst>
            </p:cNvPr>
            <p:cNvSpPr/>
            <p:nvPr/>
          </p:nvSpPr>
          <p:spPr bwMode="auto">
            <a:xfrm>
              <a:off x="3971009" y="3482687"/>
              <a:ext cx="972000" cy="697851"/>
            </a:xfrm>
            <a:prstGeom prst="rect">
              <a:avLst/>
            </a:prstGeom>
            <a:solidFill>
              <a:sysClr val="window" lastClr="FFFFFF"/>
            </a:solidFill>
            <a:ln w="6350" cap="flat" cmpd="sng" algn="ctr">
              <a:solidFill>
                <a:schemeClr val="tx1"/>
              </a:solidFill>
              <a:prstDash val="solid"/>
              <a:round/>
              <a:headEnd type="none" w="med" len="med"/>
              <a:tailEnd type="none" w="med" len="med"/>
            </a:ln>
            <a:effectLst/>
          </p:spPr>
          <p:txBody>
            <a:bodyPr wrap="none" lIns="36000" tIns="36000" rIns="36000" bIns="36000" anchor="t"/>
            <a:lstStyle/>
            <a:p>
              <a:pPr algn="ctr"/>
              <a:r>
                <a:rPr lang="en-US" altLang="ja-JP" sz="900" b="1">
                  <a:solidFill>
                    <a:prstClr val="black"/>
                  </a:solidFill>
                  <a:latin typeface="+mn-ea"/>
                  <a:cs typeface="Calibri" panose="020F0502020204030204" pitchFamily="34" charset="0"/>
                </a:rPr>
                <a:t>Staff (F)</a:t>
              </a:r>
            </a:p>
            <a:p>
              <a:pPr algn="ctr"/>
              <a:r>
                <a:rPr lang="en-US" altLang="ja-JP" sz="900" b="1">
                  <a:solidFill>
                    <a:prstClr val="black"/>
                  </a:solidFill>
                  <a:latin typeface="+mn-ea"/>
                  <a:cs typeface="Calibri" panose="020F0502020204030204" pitchFamily="34" charset="0"/>
                </a:rPr>
                <a:t>Staff (F)</a:t>
              </a:r>
            </a:p>
            <a:p>
              <a:pPr algn="ctr"/>
              <a:r>
                <a:rPr lang="en-US" altLang="ja-JP" sz="900" b="1">
                  <a:solidFill>
                    <a:prstClr val="black"/>
                  </a:solidFill>
                  <a:latin typeface="+mn-ea"/>
                  <a:cs typeface="Calibri" panose="020F0502020204030204" pitchFamily="34" charset="0"/>
                </a:rPr>
                <a:t>Staff (F)</a:t>
              </a:r>
            </a:p>
            <a:p>
              <a:pPr algn="ctr"/>
              <a:r>
                <a:rPr lang="en-US" altLang="ja-JP" sz="900" b="1">
                  <a:solidFill>
                    <a:prstClr val="black"/>
                  </a:solidFill>
                  <a:latin typeface="+mn-ea"/>
                  <a:cs typeface="Calibri" panose="020F0502020204030204" pitchFamily="34" charset="0"/>
                </a:rPr>
                <a:t>Staff (F)</a:t>
              </a:r>
            </a:p>
          </p:txBody>
        </p:sp>
        <p:sp>
          <p:nvSpPr>
            <p:cNvPr id="46" name="正方形/長方形 43">
              <a:extLst>
                <a:ext uri="{FF2B5EF4-FFF2-40B4-BE49-F238E27FC236}">
                  <a16:creationId xmlns:a16="http://schemas.microsoft.com/office/drawing/2014/main" id="{04E51C4E-FE3A-ACAF-58DC-D81E1FCD0ABB}"/>
                </a:ext>
              </a:extLst>
            </p:cNvPr>
            <p:cNvSpPr/>
            <p:nvPr/>
          </p:nvSpPr>
          <p:spPr bwMode="auto">
            <a:xfrm>
              <a:off x="3971009" y="3267358"/>
              <a:ext cx="972000" cy="213756"/>
            </a:xfrm>
            <a:prstGeom prst="rect">
              <a:avLst/>
            </a:prstGeom>
            <a:solidFill>
              <a:srgbClr val="FF0000"/>
            </a:solidFill>
            <a:ln w="6350" cap="flat" cmpd="sng" algn="ctr">
              <a:solidFill>
                <a:srgbClr val="FF0000"/>
              </a:solidFill>
              <a:prstDash val="solid"/>
              <a:round/>
              <a:headEnd type="none" w="med" len="med"/>
              <a:tailEnd type="none" w="med" len="med"/>
            </a:ln>
            <a:effectLst/>
          </p:spPr>
          <p:txBody>
            <a:bodyPr lIns="36000" tIns="36000" rIns="36000" bIns="36000" anchor="ctr"/>
            <a:lstStyle/>
            <a:p>
              <a:pPr algn="ctr"/>
              <a:r>
                <a:rPr lang="en-US" altLang="ja-JP" sz="900" b="1" kern="0">
                  <a:solidFill>
                    <a:schemeClr val="bg1"/>
                  </a:solidFill>
                  <a:latin typeface="+mn-ea"/>
                  <a:cs typeface="Calibri" panose="020F0502020204030204" pitchFamily="34" charset="0"/>
                </a:rPr>
                <a:t>PMO</a:t>
              </a:r>
              <a:endParaRPr lang="ja-JP" altLang="en-US" sz="900" b="1" kern="0">
                <a:solidFill>
                  <a:schemeClr val="bg1"/>
                </a:solidFill>
                <a:latin typeface="+mn-ea"/>
                <a:cs typeface="Calibri" panose="020F0502020204030204" pitchFamily="34" charset="0"/>
              </a:endParaRPr>
            </a:p>
          </p:txBody>
        </p:sp>
      </p:grpSp>
      <p:grpSp>
        <p:nvGrpSpPr>
          <p:cNvPr id="95" name="グループ化 94">
            <a:extLst>
              <a:ext uri="{FF2B5EF4-FFF2-40B4-BE49-F238E27FC236}">
                <a16:creationId xmlns:a16="http://schemas.microsoft.com/office/drawing/2014/main" id="{B8B56C53-AF65-1AEB-0D76-AF00D4843E78}"/>
              </a:ext>
            </a:extLst>
          </p:cNvPr>
          <p:cNvGrpSpPr/>
          <p:nvPr/>
        </p:nvGrpSpPr>
        <p:grpSpPr>
          <a:xfrm>
            <a:off x="1236292" y="3631426"/>
            <a:ext cx="1024116" cy="1302524"/>
            <a:chOff x="1081944" y="3267358"/>
            <a:chExt cx="872437" cy="913180"/>
          </a:xfrm>
        </p:grpSpPr>
        <p:sp>
          <p:nvSpPr>
            <p:cNvPr id="52" name="正方形/長方形 51">
              <a:extLst>
                <a:ext uri="{FF2B5EF4-FFF2-40B4-BE49-F238E27FC236}">
                  <a16:creationId xmlns:a16="http://schemas.microsoft.com/office/drawing/2014/main" id="{424CCF98-312A-E9E9-37F5-D950A48BE30F}"/>
                </a:ext>
              </a:extLst>
            </p:cNvPr>
            <p:cNvSpPr/>
            <p:nvPr/>
          </p:nvSpPr>
          <p:spPr bwMode="auto">
            <a:xfrm>
              <a:off x="1081944" y="3482687"/>
              <a:ext cx="872437" cy="697851"/>
            </a:xfrm>
            <a:prstGeom prst="rect">
              <a:avLst/>
            </a:prstGeom>
            <a:solidFill>
              <a:sysClr val="window" lastClr="FFFFFF"/>
            </a:solidFill>
            <a:ln w="6350" cap="flat" cmpd="sng" algn="ctr">
              <a:solidFill>
                <a:schemeClr val="tx1"/>
              </a:solidFill>
              <a:prstDash val="solid"/>
              <a:round/>
              <a:headEnd type="none" w="med" len="med"/>
              <a:tailEnd type="none" w="med" len="med"/>
            </a:ln>
            <a:effectLst/>
          </p:spPr>
          <p:txBody>
            <a:bodyPr wrap="none" lIns="36000" tIns="36000" rIns="36000" bIns="36000" anchor="t"/>
            <a:lstStyle/>
            <a:p>
              <a:pPr marL="0" marR="0" lvl="0" indent="0" algn="ctr" defTabSz="603487" rtl="0" eaLnBrk="1" fontAlgn="auto" latinLnBrk="0" hangingPunct="1">
                <a:lnSpc>
                  <a:spcPct val="100000"/>
                </a:lnSpc>
                <a:spcBef>
                  <a:spcPts val="0"/>
                </a:spcBef>
                <a:spcAft>
                  <a:spcPts val="0"/>
                </a:spcAft>
                <a:buClrTx/>
                <a:buSzTx/>
                <a:buFontTx/>
                <a:buNone/>
                <a:tabLst/>
                <a:defRPr/>
              </a:pPr>
              <a:r>
                <a:rPr lang="en-US" altLang="ja-JP" sz="900" b="1" dirty="0">
                  <a:solidFill>
                    <a:prstClr val="black"/>
                  </a:solidFill>
                  <a:latin typeface="+mn-ea"/>
                </a:rPr>
                <a:t>Okumura</a:t>
              </a:r>
              <a:r>
                <a:rPr kumimoji="1" lang="en-US" altLang="ja-JP" sz="900" b="1" i="0" u="none" strike="noStrike" kern="1200" cap="none" spc="0" normalizeH="0" baseline="0" noProof="0" dirty="0">
                  <a:ln>
                    <a:noFill/>
                  </a:ln>
                  <a:solidFill>
                    <a:prstClr val="black"/>
                  </a:solidFill>
                  <a:effectLst/>
                  <a:uLnTx/>
                  <a:uFillTx/>
                  <a:latin typeface="+mn-ea"/>
                </a:rPr>
                <a:t> (P)</a:t>
              </a:r>
            </a:p>
            <a:p>
              <a:pPr algn="ctr">
                <a:defRPr/>
              </a:pPr>
              <a:r>
                <a:rPr lang="en-US" altLang="ja-JP" sz="900" b="1" dirty="0">
                  <a:solidFill>
                    <a:prstClr val="black"/>
                  </a:solidFill>
                  <a:latin typeface="+mn-ea"/>
                </a:rPr>
                <a:t>Manager</a:t>
              </a:r>
              <a:r>
                <a:rPr kumimoji="1" lang="en-US" altLang="ja-JP" sz="900" b="1" i="0" u="none" strike="noStrike" kern="1200" cap="none" spc="0" normalizeH="0" baseline="0" noProof="0" dirty="0">
                  <a:ln>
                    <a:noFill/>
                  </a:ln>
                  <a:solidFill>
                    <a:prstClr val="black"/>
                  </a:solidFill>
                  <a:effectLst/>
                  <a:uLnTx/>
                  <a:uFillTx/>
                  <a:latin typeface="+mn-ea"/>
                </a:rPr>
                <a:t>(F)</a:t>
              </a:r>
              <a:br>
                <a:rPr kumimoji="1" lang="en-US" altLang="ja-JP" sz="900" b="1" i="0" u="none" strike="noStrike" kern="1200" cap="none" spc="0" normalizeH="0" baseline="0" noProof="0" dirty="0">
                  <a:ln>
                    <a:noFill/>
                  </a:ln>
                  <a:solidFill>
                    <a:prstClr val="black"/>
                  </a:solidFill>
                  <a:effectLst/>
                  <a:uLnTx/>
                  <a:uFillTx/>
                  <a:latin typeface="+mn-ea"/>
                </a:rPr>
              </a:br>
              <a:r>
                <a:rPr lang="en-US" altLang="ja-JP" sz="900" b="1" dirty="0">
                  <a:solidFill>
                    <a:srgbClr val="FF0000"/>
                  </a:solidFill>
                  <a:latin typeface="+mn-ea"/>
                </a:rPr>
                <a:t>Manager(F)</a:t>
              </a:r>
              <a:endParaRPr kumimoji="1" lang="en-US" altLang="ja-JP" sz="900" b="1" i="0" u="none" strike="noStrike" kern="1200" cap="none" spc="0" normalizeH="0" baseline="0" noProof="0" dirty="0">
                <a:ln>
                  <a:noFill/>
                </a:ln>
                <a:solidFill>
                  <a:prstClr val="black"/>
                </a:solidFill>
                <a:effectLst/>
                <a:uLnTx/>
                <a:uFillTx/>
                <a:latin typeface="+mn-ea"/>
              </a:endParaRPr>
            </a:p>
            <a:p>
              <a:pPr marL="0" marR="0" lvl="0" indent="0" algn="ctr" defTabSz="603487"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dirty="0">
                  <a:ln>
                    <a:noFill/>
                  </a:ln>
                  <a:solidFill>
                    <a:prstClr val="black"/>
                  </a:solidFill>
                  <a:effectLst/>
                  <a:uLnTx/>
                  <a:uFillTx/>
                  <a:latin typeface="+mn-ea"/>
                </a:rPr>
                <a:t>Staff</a:t>
              </a:r>
              <a:r>
                <a:rPr kumimoji="1" lang="ja-JP" altLang="en-US" sz="900" b="1" i="0" u="none" strike="noStrike" kern="1200" cap="none" spc="0" normalizeH="0" baseline="0" noProof="0" dirty="0">
                  <a:ln>
                    <a:noFill/>
                  </a:ln>
                  <a:solidFill>
                    <a:prstClr val="black"/>
                  </a:solidFill>
                  <a:effectLst/>
                  <a:uLnTx/>
                  <a:uFillTx/>
                  <a:latin typeface="+mn-ea"/>
                </a:rPr>
                <a:t> </a:t>
              </a:r>
              <a:r>
                <a:rPr kumimoji="1" lang="en-US" altLang="ja-JP" sz="900" b="1" i="0" u="none" strike="noStrike" kern="1200" cap="none" spc="0" normalizeH="0" baseline="0" noProof="0" dirty="0">
                  <a:ln>
                    <a:noFill/>
                  </a:ln>
                  <a:solidFill>
                    <a:prstClr val="black"/>
                  </a:solidFill>
                  <a:effectLst/>
                  <a:uLnTx/>
                  <a:uFillTx/>
                  <a:latin typeface="+mn-ea"/>
                </a:rPr>
                <a:t>(F)</a:t>
              </a:r>
            </a:p>
            <a:p>
              <a:pPr algn="ctr">
                <a:defRPr/>
              </a:pPr>
              <a:r>
                <a:rPr lang="en-US" altLang="ja-JP" sz="900" b="1" dirty="0">
                  <a:solidFill>
                    <a:prstClr val="black"/>
                  </a:solidFill>
                  <a:latin typeface="+mn-ea"/>
                </a:rPr>
                <a:t>Staff</a:t>
              </a:r>
              <a:r>
                <a:rPr lang="ja-JP" altLang="en-US" sz="900" b="1" dirty="0">
                  <a:solidFill>
                    <a:prstClr val="black"/>
                  </a:solidFill>
                  <a:latin typeface="+mn-ea"/>
                </a:rPr>
                <a:t> </a:t>
              </a:r>
              <a:r>
                <a:rPr lang="en-US" altLang="ja-JP" sz="900" b="1" dirty="0">
                  <a:solidFill>
                    <a:prstClr val="black"/>
                  </a:solidFill>
                  <a:latin typeface="+mn-ea"/>
                </a:rPr>
                <a:t>(F)</a:t>
              </a:r>
            </a:p>
          </p:txBody>
        </p:sp>
        <p:sp>
          <p:nvSpPr>
            <p:cNvPr id="53" name="正方形/長方形 52">
              <a:extLst>
                <a:ext uri="{FF2B5EF4-FFF2-40B4-BE49-F238E27FC236}">
                  <a16:creationId xmlns:a16="http://schemas.microsoft.com/office/drawing/2014/main" id="{9E3CBB4F-8F00-C975-DCE1-18B7BEED2B85}"/>
                </a:ext>
              </a:extLst>
            </p:cNvPr>
            <p:cNvSpPr/>
            <p:nvPr/>
          </p:nvSpPr>
          <p:spPr bwMode="auto">
            <a:xfrm>
              <a:off x="1081944" y="3267358"/>
              <a:ext cx="872437" cy="213756"/>
            </a:xfrm>
            <a:prstGeom prst="rect">
              <a:avLst/>
            </a:prstGeom>
            <a:solidFill>
              <a:srgbClr val="FF0000"/>
            </a:solidFill>
            <a:ln w="6350" cap="flat" cmpd="sng" algn="ctr">
              <a:solidFill>
                <a:srgbClr val="FF0000"/>
              </a:solidFill>
              <a:prstDash val="solid"/>
              <a:round/>
              <a:headEnd type="none" w="med" len="med"/>
              <a:tailEnd type="none" w="med" len="med"/>
            </a:ln>
            <a:effectLst/>
          </p:spPr>
          <p:txBody>
            <a:bodyPr lIns="36000" tIns="36000" rIns="36000" bIns="36000" anchor="ctr"/>
            <a:lstStyle/>
            <a:p>
              <a:pPr algn="ctr"/>
              <a:r>
                <a:rPr lang="en-US" altLang="ja-JP" sz="900" b="1" kern="0">
                  <a:solidFill>
                    <a:schemeClr val="bg1"/>
                  </a:solidFill>
                  <a:latin typeface="+mn-ea"/>
                  <a:cs typeface="Calibri" panose="020F0502020204030204" pitchFamily="34" charset="0"/>
                </a:rPr>
                <a:t>PMO</a:t>
              </a:r>
              <a:r>
                <a:rPr lang="ja-JP" altLang="en-US" sz="900" b="1" kern="0">
                  <a:solidFill>
                    <a:schemeClr val="bg1"/>
                  </a:solidFill>
                  <a:latin typeface="+mn-ea"/>
                  <a:cs typeface="Calibri" panose="020F0502020204030204" pitchFamily="34" charset="0"/>
                </a:rPr>
                <a:t>（</a:t>
              </a:r>
              <a:r>
                <a:rPr lang="en-US" altLang="ja-JP" sz="900" b="1" kern="0">
                  <a:solidFill>
                    <a:schemeClr val="bg1"/>
                  </a:solidFill>
                  <a:latin typeface="+mn-ea"/>
                  <a:cs typeface="Calibri" panose="020F0502020204030204" pitchFamily="34" charset="0"/>
                </a:rPr>
                <a:t>FA</a:t>
              </a:r>
              <a:r>
                <a:rPr lang="ja-JP" altLang="en-US" sz="900" b="1" kern="0">
                  <a:solidFill>
                    <a:schemeClr val="bg1"/>
                  </a:solidFill>
                  <a:latin typeface="+mn-ea"/>
                  <a:cs typeface="Calibri" panose="020F0502020204030204" pitchFamily="34" charset="0"/>
                </a:rPr>
                <a:t>）</a:t>
              </a:r>
            </a:p>
          </p:txBody>
        </p:sp>
      </p:grpSp>
      <p:cxnSp>
        <p:nvCxnSpPr>
          <p:cNvPr id="79" name="コネクタ: カギ線 27">
            <a:extLst>
              <a:ext uri="{FF2B5EF4-FFF2-40B4-BE49-F238E27FC236}">
                <a16:creationId xmlns:a16="http://schemas.microsoft.com/office/drawing/2014/main" id="{4F24FD77-1144-E2E2-B13E-09E5EABF8664}"/>
              </a:ext>
            </a:extLst>
          </p:cNvPr>
          <p:cNvCxnSpPr>
            <a:cxnSpLocks/>
            <a:stCxn id="53" idx="0"/>
            <a:endCxn id="31" idx="2"/>
          </p:cNvCxnSpPr>
          <p:nvPr/>
        </p:nvCxnSpPr>
        <p:spPr>
          <a:xfrm rot="5400000" flipH="1" flipV="1">
            <a:off x="1287470" y="3165279"/>
            <a:ext cx="927029" cy="5266"/>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コネクタ: カギ線 26">
            <a:extLst>
              <a:ext uri="{FF2B5EF4-FFF2-40B4-BE49-F238E27FC236}">
                <a16:creationId xmlns:a16="http://schemas.microsoft.com/office/drawing/2014/main" id="{A0B94EEE-A6F9-BBF6-E0F5-63D7E25933BC}"/>
              </a:ext>
            </a:extLst>
          </p:cNvPr>
          <p:cNvCxnSpPr>
            <a:cxnSpLocks/>
            <a:stCxn id="25" idx="0"/>
            <a:endCxn id="22" idx="2"/>
          </p:cNvCxnSpPr>
          <p:nvPr/>
        </p:nvCxnSpPr>
        <p:spPr>
          <a:xfrm rot="5400000" flipH="1" flipV="1">
            <a:off x="6190559" y="3276215"/>
            <a:ext cx="178993" cy="531431"/>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正方形/長方形 79">
            <a:extLst>
              <a:ext uri="{FF2B5EF4-FFF2-40B4-BE49-F238E27FC236}">
                <a16:creationId xmlns:a16="http://schemas.microsoft.com/office/drawing/2014/main" id="{FE1A4DCF-FF27-891A-C2E7-4B7BE3FAC968}"/>
              </a:ext>
            </a:extLst>
          </p:cNvPr>
          <p:cNvSpPr/>
          <p:nvPr/>
        </p:nvSpPr>
        <p:spPr>
          <a:xfrm>
            <a:off x="3370893" y="1960971"/>
            <a:ext cx="4221195" cy="213756"/>
          </a:xfrm>
          <a:prstGeom prst="rect">
            <a:avLst/>
          </a:prstGeom>
          <a:solidFill>
            <a:schemeClr val="tx1"/>
          </a:solidFill>
          <a:ln w="6350" cap="flat" cmpd="sng" algn="ctr">
            <a:solidFill>
              <a:schemeClr val="tx1"/>
            </a:solidFill>
            <a:prstDash val="solid"/>
            <a:round/>
            <a:headEnd type="none" w="med" len="med"/>
            <a:tailEnd type="none" w="med" len="med"/>
          </a:ln>
          <a:effectLst/>
        </p:spPr>
        <p:txBody>
          <a:bodyPr lIns="36000" tIns="36000" rIns="36000" bIns="36000" anchor="ctr"/>
          <a:lstStyle/>
          <a:p>
            <a:pPr algn="ctr"/>
            <a:r>
              <a:rPr lang="en-US" altLang="ja-JP" sz="900" b="1" kern="0">
                <a:solidFill>
                  <a:schemeClr val="bg1"/>
                </a:solidFill>
                <a:latin typeface="Graphik" panose="020B0503030202060203" pitchFamily="34" charset="0"/>
                <a:ea typeface="Meiryo UI" panose="020B0604030504040204" pitchFamily="50" charset="-128"/>
                <a:cs typeface="Calibri" panose="020F0502020204030204" pitchFamily="34" charset="0"/>
              </a:rPr>
              <a:t>Project Lead</a:t>
            </a:r>
          </a:p>
        </p:txBody>
      </p:sp>
      <p:sp>
        <p:nvSpPr>
          <p:cNvPr id="51" name="正方形/長方形 61">
            <a:extLst>
              <a:ext uri="{FF2B5EF4-FFF2-40B4-BE49-F238E27FC236}">
                <a16:creationId xmlns:a16="http://schemas.microsoft.com/office/drawing/2014/main" id="{1698A9F1-3F06-976C-FA82-5A7721F120D6}"/>
              </a:ext>
            </a:extLst>
          </p:cNvPr>
          <p:cNvSpPr/>
          <p:nvPr/>
        </p:nvSpPr>
        <p:spPr bwMode="auto">
          <a:xfrm>
            <a:off x="3370893" y="2178078"/>
            <a:ext cx="4221195" cy="526320"/>
          </a:xfrm>
          <a:prstGeom prst="rect">
            <a:avLst/>
          </a:prstGeom>
          <a:solidFill>
            <a:sysClr val="window" lastClr="FFFFFF"/>
          </a:solidFill>
          <a:ln w="6350" cap="flat" cmpd="sng" algn="ctr">
            <a:solidFill>
              <a:schemeClr val="tx1"/>
            </a:solidFill>
            <a:prstDash val="solid"/>
            <a:round/>
            <a:headEnd type="none" w="med" len="med"/>
            <a:tailEnd type="none" w="med" len="med"/>
          </a:ln>
          <a:effectLst/>
        </p:spPr>
        <p:txBody>
          <a:bodyPr wrap="none" lIns="36000" tIns="36000" rIns="36000" bIns="36000" anchor="ctr"/>
          <a:lstStyle/>
          <a:p>
            <a:pPr algn="ctr" fontAlgn="base">
              <a:spcBef>
                <a:spcPts val="200"/>
              </a:spcBef>
              <a:spcAft>
                <a:spcPct val="0"/>
              </a:spcAft>
              <a:defRPr/>
            </a:pPr>
            <a:r>
              <a:rPr lang="en-US" altLang="ja-JP" sz="1000" b="1" kern="0">
                <a:solidFill>
                  <a:srgbClr val="000000"/>
                </a:solidFill>
                <a:latin typeface="Graphik" panose="020B0503030202060203" pitchFamily="34" charset="0"/>
                <a:ea typeface="Meiryo UI" panose="020B0604030504040204" pitchFamily="50" charset="-128"/>
                <a:cs typeface="Calibri" panose="020F0502020204030204" pitchFamily="34" charset="0"/>
              </a:rPr>
              <a:t>TBC (F)</a:t>
            </a:r>
            <a:endParaRPr kumimoji="1" lang="en-US" altLang="ja-JP" sz="700" b="0" i="0" u="none" strike="noStrike" kern="0" cap="none" spc="0" normalizeH="0" baseline="0" noProof="0">
              <a:ln>
                <a:noFill/>
              </a:ln>
              <a:solidFill>
                <a:prstClr val="black"/>
              </a:solidFill>
              <a:effectLst/>
              <a:uLnTx/>
              <a:uFillTx/>
              <a:latin typeface="Graphik" panose="020B0503030202060203" pitchFamily="34" charset="0"/>
              <a:ea typeface="Meiryo UI" panose="020B0604030504040204" pitchFamily="50" charset="-128"/>
              <a:cs typeface="Calibri" panose="020F0502020204030204" pitchFamily="34" charset="0"/>
            </a:endParaRPr>
          </a:p>
        </p:txBody>
      </p:sp>
      <p:cxnSp>
        <p:nvCxnSpPr>
          <p:cNvPr id="63" name="コネクタ: カギ線 75">
            <a:extLst>
              <a:ext uri="{FF2B5EF4-FFF2-40B4-BE49-F238E27FC236}">
                <a16:creationId xmlns:a16="http://schemas.microsoft.com/office/drawing/2014/main" id="{FC548A55-1BF3-2C64-54B8-7F829360A7AD}"/>
              </a:ext>
            </a:extLst>
          </p:cNvPr>
          <p:cNvCxnSpPr>
            <a:cxnSpLocks/>
            <a:stCxn id="20" idx="2"/>
            <a:endCxn id="44" idx="0"/>
          </p:cNvCxnSpPr>
          <p:nvPr/>
        </p:nvCxnSpPr>
        <p:spPr>
          <a:xfrm>
            <a:off x="5481491" y="1795777"/>
            <a:ext cx="0" cy="165194"/>
          </a:xfrm>
          <a:prstGeom prst="straightConnector1">
            <a:avLst/>
          </a:prstGeom>
          <a:noFill/>
          <a:ln w="6350" cap="flat" cmpd="sng" algn="ctr">
            <a:solidFill>
              <a:schemeClr val="tx1"/>
            </a:solidFill>
            <a:prstDash val="solid"/>
          </a:ln>
          <a:effectLst/>
        </p:spPr>
      </p:cxnSp>
      <p:cxnSp>
        <p:nvCxnSpPr>
          <p:cNvPr id="91" name="コネクタ: カギ線 27">
            <a:extLst>
              <a:ext uri="{FF2B5EF4-FFF2-40B4-BE49-F238E27FC236}">
                <a16:creationId xmlns:a16="http://schemas.microsoft.com/office/drawing/2014/main" id="{D9431438-1CA4-FFAB-E525-F37317C89EA3}"/>
              </a:ext>
            </a:extLst>
          </p:cNvPr>
          <p:cNvCxnSpPr>
            <a:cxnSpLocks/>
            <a:stCxn id="18" idx="0"/>
            <a:endCxn id="51" idx="2"/>
          </p:cNvCxnSpPr>
          <p:nvPr/>
        </p:nvCxnSpPr>
        <p:spPr>
          <a:xfrm rot="16200000" flipV="1">
            <a:off x="5929204" y="2256686"/>
            <a:ext cx="168855" cy="1064280"/>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コネクタ: カギ線 27">
            <a:extLst>
              <a:ext uri="{FF2B5EF4-FFF2-40B4-BE49-F238E27FC236}">
                <a16:creationId xmlns:a16="http://schemas.microsoft.com/office/drawing/2014/main" id="{427F2C55-DB28-457A-47F5-CB239DB3F2A8}"/>
              </a:ext>
            </a:extLst>
          </p:cNvPr>
          <p:cNvCxnSpPr>
            <a:cxnSpLocks/>
            <a:stCxn id="17" idx="0"/>
            <a:endCxn id="51" idx="2"/>
          </p:cNvCxnSpPr>
          <p:nvPr/>
        </p:nvCxnSpPr>
        <p:spPr>
          <a:xfrm rot="5400000" flipH="1" flipV="1">
            <a:off x="4863511" y="2255274"/>
            <a:ext cx="168855" cy="1067105"/>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グループ化 58">
            <a:extLst>
              <a:ext uri="{FF2B5EF4-FFF2-40B4-BE49-F238E27FC236}">
                <a16:creationId xmlns:a16="http://schemas.microsoft.com/office/drawing/2014/main" id="{D2CFCC62-13CC-5E87-CB69-F003E6601FD8}"/>
              </a:ext>
            </a:extLst>
          </p:cNvPr>
          <p:cNvGrpSpPr/>
          <p:nvPr/>
        </p:nvGrpSpPr>
        <p:grpSpPr>
          <a:xfrm>
            <a:off x="6567976" y="3631426"/>
            <a:ext cx="1024116" cy="1302524"/>
            <a:chOff x="5654785" y="3267358"/>
            <a:chExt cx="972000" cy="913180"/>
          </a:xfrm>
        </p:grpSpPr>
        <p:sp>
          <p:nvSpPr>
            <p:cNvPr id="5" name="正方形/長方形 42">
              <a:extLst>
                <a:ext uri="{FF2B5EF4-FFF2-40B4-BE49-F238E27FC236}">
                  <a16:creationId xmlns:a16="http://schemas.microsoft.com/office/drawing/2014/main" id="{AC2C0865-BF37-DD0B-3DCC-C2E75A1CD675}"/>
                </a:ext>
              </a:extLst>
            </p:cNvPr>
            <p:cNvSpPr/>
            <p:nvPr/>
          </p:nvSpPr>
          <p:spPr bwMode="auto">
            <a:xfrm>
              <a:off x="5654785" y="3482687"/>
              <a:ext cx="972000" cy="697851"/>
            </a:xfrm>
            <a:prstGeom prst="rect">
              <a:avLst/>
            </a:prstGeom>
            <a:solidFill>
              <a:sysClr val="window" lastClr="FFFFFF"/>
            </a:solidFill>
            <a:ln w="6350" cap="flat" cmpd="sng" algn="ctr">
              <a:solidFill>
                <a:schemeClr val="tx1"/>
              </a:solidFill>
              <a:prstDash val="solid"/>
              <a:round/>
              <a:headEnd type="none" w="med" len="med"/>
              <a:tailEnd type="none" w="med" len="med"/>
            </a:ln>
            <a:effectLst/>
          </p:spPr>
          <p:txBody>
            <a:bodyPr wrap="none" lIns="36000" tIns="36000" rIns="36000" bIns="36000" anchor="t"/>
            <a:lstStyle/>
            <a:p>
              <a:pPr algn="ctr"/>
              <a:r>
                <a:rPr lang="en-US" altLang="ja-JP" sz="900" b="1">
                  <a:solidFill>
                    <a:prstClr val="black"/>
                  </a:solidFill>
                  <a:latin typeface="+mn-ea"/>
                  <a:cs typeface="Calibri" panose="020F0502020204030204" pitchFamily="34" charset="0"/>
                </a:rPr>
                <a:t>Staff (F)×5</a:t>
              </a:r>
              <a:endParaRPr lang="ja-JP" altLang="en-US" sz="900" b="1">
                <a:solidFill>
                  <a:prstClr val="black"/>
                </a:solidFill>
                <a:latin typeface="+mn-ea"/>
                <a:cs typeface="Calibri" panose="020F0502020204030204" pitchFamily="34" charset="0"/>
              </a:endParaRPr>
            </a:p>
          </p:txBody>
        </p:sp>
        <p:sp>
          <p:nvSpPr>
            <p:cNvPr id="24" name="正方形/長方形 43">
              <a:extLst>
                <a:ext uri="{FF2B5EF4-FFF2-40B4-BE49-F238E27FC236}">
                  <a16:creationId xmlns:a16="http://schemas.microsoft.com/office/drawing/2014/main" id="{6677DD0B-F433-B058-2033-C5D7510C994C}"/>
                </a:ext>
              </a:extLst>
            </p:cNvPr>
            <p:cNvSpPr/>
            <p:nvPr/>
          </p:nvSpPr>
          <p:spPr bwMode="auto">
            <a:xfrm>
              <a:off x="5654785" y="3267358"/>
              <a:ext cx="972000" cy="213756"/>
            </a:xfrm>
            <a:prstGeom prst="rect">
              <a:avLst/>
            </a:prstGeom>
            <a:solidFill>
              <a:schemeClr val="tx1"/>
            </a:solidFill>
            <a:ln w="6350" cap="flat" cmpd="sng" algn="ctr">
              <a:solidFill>
                <a:schemeClr val="tx1"/>
              </a:solidFill>
              <a:prstDash val="solid"/>
              <a:round/>
              <a:headEnd type="none" w="med" len="med"/>
              <a:tailEnd type="none" w="med" len="med"/>
            </a:ln>
            <a:effectLst/>
          </p:spPr>
          <p:txBody>
            <a:bodyPr wrap="none" lIns="36000" tIns="36000" rIns="36000" bIns="36000" anchor="ctr"/>
            <a:lstStyle/>
            <a:p>
              <a:pPr algn="ctr"/>
              <a:r>
                <a:rPr lang="en-US" altLang="ja-JP" sz="900" b="1" kern="0">
                  <a:solidFill>
                    <a:schemeClr val="bg1"/>
                  </a:solidFill>
                  <a:latin typeface="+mn-ea"/>
                  <a:cs typeface="Calibri" panose="020F0502020204030204" pitchFamily="34" charset="0"/>
                </a:rPr>
                <a:t>Functional</a:t>
              </a:r>
            </a:p>
            <a:p>
              <a:pPr algn="ctr"/>
              <a:r>
                <a:rPr lang="en-US" altLang="ja-JP" sz="900" b="1" kern="0">
                  <a:solidFill>
                    <a:schemeClr val="bg1"/>
                  </a:solidFill>
                  <a:latin typeface="+mn-ea"/>
                  <a:cs typeface="Calibri" panose="020F0502020204030204" pitchFamily="34" charset="0"/>
                </a:rPr>
                <a:t>Support</a:t>
              </a:r>
              <a:endParaRPr lang="ja-JP" altLang="en-US" sz="900" b="1" kern="0">
                <a:solidFill>
                  <a:schemeClr val="bg1"/>
                </a:solidFill>
                <a:latin typeface="+mn-ea"/>
                <a:cs typeface="Calibri" panose="020F0502020204030204" pitchFamily="34" charset="0"/>
              </a:endParaRPr>
            </a:p>
          </p:txBody>
        </p:sp>
      </p:grpSp>
      <p:cxnSp>
        <p:nvCxnSpPr>
          <p:cNvPr id="26" name="コネクタ: カギ線 26">
            <a:extLst>
              <a:ext uri="{FF2B5EF4-FFF2-40B4-BE49-F238E27FC236}">
                <a16:creationId xmlns:a16="http://schemas.microsoft.com/office/drawing/2014/main" id="{61AF61E9-B87D-00CF-69B2-39C2FF0E7ECD}"/>
              </a:ext>
            </a:extLst>
          </p:cNvPr>
          <p:cNvCxnSpPr>
            <a:cxnSpLocks/>
            <a:stCxn id="24" idx="0"/>
            <a:endCxn id="22" idx="2"/>
          </p:cNvCxnSpPr>
          <p:nvPr/>
        </p:nvCxnSpPr>
        <p:spPr>
          <a:xfrm rot="16200000" flipV="1">
            <a:off x="6723407" y="3274798"/>
            <a:ext cx="178993" cy="534263"/>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CB20565C-50F7-85ED-3A4F-2F37F43B2D1B}"/>
              </a:ext>
            </a:extLst>
          </p:cNvPr>
          <p:cNvSpPr/>
          <p:nvPr/>
        </p:nvSpPr>
        <p:spPr>
          <a:xfrm>
            <a:off x="5483212" y="2751090"/>
            <a:ext cx="2158227" cy="2247625"/>
          </a:xfrm>
          <a:prstGeom prst="rect">
            <a:avLst/>
          </a:prstGeom>
          <a:solidFill>
            <a:schemeClr val="bg1">
              <a:alpha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41" name="Rectangle 40">
            <a:extLst>
              <a:ext uri="{FF2B5EF4-FFF2-40B4-BE49-F238E27FC236}">
                <a16:creationId xmlns:a16="http://schemas.microsoft.com/office/drawing/2014/main" id="{C93595B2-22DC-A05B-B3B1-2C425988C325}"/>
              </a:ext>
            </a:extLst>
          </p:cNvPr>
          <p:cNvSpPr/>
          <p:nvPr/>
        </p:nvSpPr>
        <p:spPr>
          <a:xfrm>
            <a:off x="2294142" y="3036934"/>
            <a:ext cx="1046318" cy="1943707"/>
          </a:xfrm>
          <a:prstGeom prst="rect">
            <a:avLst/>
          </a:prstGeom>
          <a:solidFill>
            <a:schemeClr val="bg1">
              <a:alpha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cxnSp>
        <p:nvCxnSpPr>
          <p:cNvPr id="27" name="コネクタ: カギ線 75">
            <a:extLst>
              <a:ext uri="{FF2B5EF4-FFF2-40B4-BE49-F238E27FC236}">
                <a16:creationId xmlns:a16="http://schemas.microsoft.com/office/drawing/2014/main" id="{6167E8B8-33CE-AE62-92F4-D362FC8300C7}"/>
              </a:ext>
            </a:extLst>
          </p:cNvPr>
          <p:cNvCxnSpPr>
            <a:cxnSpLocks/>
            <a:stCxn id="21" idx="2"/>
            <a:endCxn id="46" idx="0"/>
          </p:cNvCxnSpPr>
          <p:nvPr/>
        </p:nvCxnSpPr>
        <p:spPr>
          <a:xfrm>
            <a:off x="4414386" y="3452432"/>
            <a:ext cx="0" cy="178994"/>
          </a:xfrm>
          <a:prstGeom prst="straightConnector1">
            <a:avLst/>
          </a:prstGeom>
          <a:noFill/>
          <a:ln w="6350" cap="flat" cmpd="sng" algn="ctr">
            <a:solidFill>
              <a:schemeClr val="tx1"/>
            </a:solidFill>
            <a:prstDash val="solid"/>
          </a:ln>
          <a:effectLst/>
        </p:spPr>
      </p:cxnSp>
      <p:sp>
        <p:nvSpPr>
          <p:cNvPr id="39" name="正方形/長方形 38">
            <a:extLst>
              <a:ext uri="{FF2B5EF4-FFF2-40B4-BE49-F238E27FC236}">
                <a16:creationId xmlns:a16="http://schemas.microsoft.com/office/drawing/2014/main" id="{99381F92-07FF-64C6-030A-6E95E667D0EF}"/>
              </a:ext>
            </a:extLst>
          </p:cNvPr>
          <p:cNvSpPr/>
          <p:nvPr/>
        </p:nvSpPr>
        <p:spPr>
          <a:xfrm>
            <a:off x="8318500" y="152400"/>
            <a:ext cx="615608" cy="324000"/>
          </a:xfrm>
          <a:prstGeom prst="rect">
            <a:avLst/>
          </a:prstGeom>
          <a:solidFill>
            <a:srgbClr val="FFFFCC"/>
          </a:solidFill>
          <a:ln w="6350">
            <a:solidFill>
              <a:schemeClr val="tx1"/>
            </a:solidFill>
          </a:ln>
          <a:effectLst/>
        </p:spPr>
        <p:style>
          <a:lnRef idx="1">
            <a:schemeClr val="accent1"/>
          </a:lnRef>
          <a:fillRef idx="3">
            <a:schemeClr val="accent1"/>
          </a:fillRef>
          <a:effectRef idx="2">
            <a:schemeClr val="accent1"/>
          </a:effectRef>
          <a:fontRef idx="minor">
            <a:schemeClr val="lt1"/>
          </a:fontRef>
        </p:style>
        <p:txBody>
          <a:bodyPr vert="horz" wrap="none" lIns="36000" rIns="36000" rtlCol="0" anchor="ctr">
            <a:noAutofit/>
          </a:bodyPr>
          <a:lstStyle/>
          <a:p>
            <a:pPr marL="0" marR="0" lvl="0" indent="0" algn="ctr" defTabSz="278600" rtl="0" eaLnBrk="1" fontAlgn="base" latinLnBrk="0" hangingPunct="1">
              <a:lnSpc>
                <a:spcPct val="100000"/>
              </a:lnSpc>
              <a:spcBef>
                <a:spcPct val="0"/>
              </a:spcBef>
              <a:spcAft>
                <a:spcPct val="0"/>
              </a:spcAft>
              <a:buClrTx/>
              <a:buSzTx/>
              <a:buFontTx/>
              <a:buNone/>
              <a:tabLst/>
              <a:defRPr/>
            </a:pPr>
            <a:r>
              <a:rPr lang="ja-JP" altLang="en-US" sz="1000" dirty="0">
                <a:solidFill>
                  <a:prstClr val="black"/>
                </a:solidFill>
                <a:latin typeface="Meiryo UI"/>
                <a:ea typeface="Meiryo UI"/>
                <a:cs typeface="Calibri" panose="020F0502020204030204" pitchFamily="34" charset="0"/>
              </a:rPr>
              <a:t>変更</a:t>
            </a:r>
            <a:endParaRPr lang="en-US" altLang="ja-JP" sz="1000" dirty="0">
              <a:solidFill>
                <a:prstClr val="black"/>
              </a:solidFill>
              <a:latin typeface="Meiryo UI"/>
              <a:ea typeface="Meiryo UI"/>
              <a:cs typeface="Calibri" panose="020F0502020204030204" pitchFamily="34" charset="0"/>
            </a:endParaRPr>
          </a:p>
          <a:p>
            <a:pPr marL="0" marR="0" lvl="0" indent="0" algn="ctr" defTabSz="278600" rtl="0" eaLnBrk="1" fontAlgn="base" latinLnBrk="0" hangingPunct="1">
              <a:lnSpc>
                <a:spcPct val="100000"/>
              </a:lnSpc>
              <a:spcBef>
                <a:spcPct val="0"/>
              </a:spcBef>
              <a:spcAft>
                <a:spcPct val="0"/>
              </a:spcAft>
              <a:buClrTx/>
              <a:buSzTx/>
              <a:buFontTx/>
              <a:buNone/>
              <a:tabLst/>
              <a:defRPr/>
            </a:pPr>
            <a:r>
              <a:rPr kumimoji="1" lang="ja-JP" altLang="en-US" sz="1000" i="0" u="none" strike="noStrike" kern="1200" cap="none" spc="0" normalizeH="0" baseline="0" noProof="0" dirty="0">
                <a:ln>
                  <a:noFill/>
                </a:ln>
                <a:solidFill>
                  <a:prstClr val="black"/>
                </a:solidFill>
                <a:effectLst/>
                <a:uLnTx/>
                <a:uFillTx/>
                <a:latin typeface="Meiryo UI"/>
                <a:ea typeface="Meiryo UI"/>
                <a:cs typeface="Calibri" panose="020F0502020204030204" pitchFamily="34" charset="0"/>
              </a:rPr>
              <a:t>（赤字）</a:t>
            </a:r>
          </a:p>
        </p:txBody>
      </p:sp>
    </p:spTree>
    <p:extLst>
      <p:ext uri="{BB962C8B-B14F-4D97-AF65-F5344CB8AC3E}">
        <p14:creationId xmlns:p14="http://schemas.microsoft.com/office/powerpoint/2010/main" val="2908148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B4679-3D59-37F2-B975-676A3BC0A43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03AA994-8EF4-FA2B-F44E-03AA10CB00BC}"/>
              </a:ext>
            </a:extLst>
          </p:cNvPr>
          <p:cNvSpPr/>
          <p:nvPr/>
        </p:nvSpPr>
        <p:spPr>
          <a:xfrm>
            <a:off x="1829907" y="2741462"/>
            <a:ext cx="5138706" cy="437322"/>
          </a:xfrm>
          <a:prstGeom prst="rect">
            <a:avLst/>
          </a:prstGeom>
          <a:solidFill>
            <a:srgbClr val="FFFFCC"/>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1000">
              <a:solidFill>
                <a:schemeClr val="tx1"/>
              </a:solidFill>
              <a:latin typeface="Meiryo UI" panose="020B0604030504040204" pitchFamily="50" charset="-128"/>
              <a:ea typeface="Meiryo UI" panose="020B0604030504040204" pitchFamily="50" charset="-128"/>
            </a:endParaRPr>
          </a:p>
        </p:txBody>
      </p:sp>
      <p:sp>
        <p:nvSpPr>
          <p:cNvPr id="11" name="タイトル 10">
            <a:extLst>
              <a:ext uri="{FF2B5EF4-FFF2-40B4-BE49-F238E27FC236}">
                <a16:creationId xmlns:a16="http://schemas.microsoft.com/office/drawing/2014/main" id="{5082A030-F127-6786-14B3-11E16E0531F8}"/>
              </a:ext>
            </a:extLst>
          </p:cNvPr>
          <p:cNvSpPr>
            <a:spLocks noGrp="1"/>
          </p:cNvSpPr>
          <p:nvPr>
            <p:ph type="title"/>
          </p:nvPr>
        </p:nvSpPr>
        <p:spPr/>
        <p:txBody>
          <a:bodyPr>
            <a:normAutofit/>
          </a:bodyPr>
          <a:lstStyle/>
          <a:p>
            <a:r>
              <a:rPr lang="ja-JP" altLang="en-US" sz="2400"/>
              <a:t>目次 </a:t>
            </a:r>
            <a:r>
              <a:rPr lang="en-US" altLang="ja-JP" sz="2400"/>
              <a:t>(Agenda)</a:t>
            </a:r>
            <a:endParaRPr lang="ja-JP" altLang="en-US" sz="2400"/>
          </a:p>
        </p:txBody>
      </p:sp>
      <p:sp>
        <p:nvSpPr>
          <p:cNvPr id="6" name="テキスト ボックス 5">
            <a:extLst>
              <a:ext uri="{FF2B5EF4-FFF2-40B4-BE49-F238E27FC236}">
                <a16:creationId xmlns:a16="http://schemas.microsoft.com/office/drawing/2014/main" id="{A685D0DB-5464-22DE-9B1C-2FAA55A8E48A}"/>
              </a:ext>
            </a:extLst>
          </p:cNvPr>
          <p:cNvSpPr txBox="1"/>
          <p:nvPr/>
        </p:nvSpPr>
        <p:spPr>
          <a:xfrm>
            <a:off x="1829907" y="1471709"/>
            <a:ext cx="5484186" cy="2200082"/>
          </a:xfrm>
          <a:prstGeom prst="rect">
            <a:avLst/>
          </a:prstGeom>
          <a:noFill/>
        </p:spPr>
        <p:txBody>
          <a:bodyPr wrap="square" lIns="144000" tIns="0" rIns="144000" bIns="0" rtlCol="0">
            <a:noAutofit/>
          </a:bodyPr>
          <a:lstStyle/>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背景・目的 </a:t>
            </a:r>
            <a:r>
              <a:rPr lang="en-US" altLang="ja-JP" sz="2000" b="1">
                <a:latin typeface="Meiryo UI" panose="020B0604030504040204" pitchFamily="50" charset="-128"/>
                <a:ea typeface="Meiryo UI" panose="020B0604030504040204" pitchFamily="50" charset="-128"/>
              </a:rPr>
              <a:t>(Background / Purpose)</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ご支援概要 </a:t>
            </a:r>
            <a:r>
              <a:rPr lang="en-US" altLang="ja-JP" sz="2000" b="1">
                <a:latin typeface="Meiryo UI" panose="020B0604030504040204" pitchFamily="50" charset="-128"/>
                <a:ea typeface="Meiryo UI" panose="020B0604030504040204" pitchFamily="50" charset="-128"/>
              </a:rPr>
              <a:t>(Approach)</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体制案 </a:t>
            </a:r>
            <a:r>
              <a:rPr lang="en-US" altLang="ja-JP" sz="2000" b="1">
                <a:latin typeface="Meiryo UI" panose="020B0604030504040204" pitchFamily="50" charset="-128"/>
                <a:ea typeface="Meiryo UI" panose="020B0604030504040204" pitchFamily="50" charset="-128"/>
              </a:rPr>
              <a:t>(Team Structure)</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報酬価格 </a:t>
            </a:r>
            <a:r>
              <a:rPr lang="en-US" altLang="ja-JP" sz="2000" b="1">
                <a:latin typeface="Meiryo UI" panose="020B0604030504040204" pitchFamily="50" charset="-128"/>
                <a:ea typeface="Meiryo UI" panose="020B0604030504040204" pitchFamily="50" charset="-128"/>
              </a:rPr>
              <a:t>(Commercials)</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統合支援実績 </a:t>
            </a:r>
            <a:r>
              <a:rPr lang="en-US" altLang="ja-JP" sz="2000" b="1">
                <a:latin typeface="Meiryo UI" panose="020B0604030504040204" pitchFamily="50" charset="-128"/>
                <a:ea typeface="Meiryo UI" panose="020B0604030504040204" pitchFamily="50" charset="-128"/>
              </a:rPr>
              <a:t>(Value Proposition)</a:t>
            </a:r>
            <a:endParaRPr lang="ja-JP" altLang="en-US" sz="2000" b="1">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290859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6E262-ABD1-7759-03DD-BE4BBADA5C26}"/>
            </a:ext>
          </a:extLst>
        </p:cNvPr>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5D541C4A-70D3-DCE0-7102-77ED472ADC1F}"/>
              </a:ext>
            </a:extLst>
          </p:cNvPr>
          <p:cNvGraphicFramePr>
            <a:graphicFrameLocks noChangeAspect="1"/>
          </p:cNvGraphicFramePr>
          <p:nvPr>
            <p:custDataLst>
              <p:tags r:id="rId1"/>
            </p:custData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スライド" r:id="rId3" imgW="395" imgH="396" progId="TCLayout.ActiveDocument.1">
                  <p:embed/>
                </p:oleObj>
              </mc:Choice>
              <mc:Fallback>
                <p:oleObj name="think-cell スライド" r:id="rId3" imgW="395" imgH="396" progId="TCLayout.ActiveDocument.1">
                  <p:embed/>
                  <p:pic>
                    <p:nvPicPr>
                      <p:cNvPr id="8" name="オブジェクト 7" hidden="1">
                        <a:extLst>
                          <a:ext uri="{FF2B5EF4-FFF2-40B4-BE49-F238E27FC236}">
                            <a16:creationId xmlns:a16="http://schemas.microsoft.com/office/drawing/2014/main" id="{5D541C4A-70D3-DCE0-7102-77ED472ADC1F}"/>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9" name="テキスト プレースホルダー 8">
            <a:extLst>
              <a:ext uri="{FF2B5EF4-FFF2-40B4-BE49-F238E27FC236}">
                <a16:creationId xmlns:a16="http://schemas.microsoft.com/office/drawing/2014/main" id="{509FBD21-89C1-9073-2F34-A6CEC15CA9E2}"/>
              </a:ext>
            </a:extLst>
          </p:cNvPr>
          <p:cNvSpPr>
            <a:spLocks noGrp="1"/>
          </p:cNvSpPr>
          <p:nvPr>
            <p:ph type="body" sz="quarter" idx="37"/>
          </p:nvPr>
        </p:nvSpPr>
        <p:spPr>
          <a:xfrm>
            <a:off x="225584" y="729086"/>
            <a:ext cx="8532000" cy="430887"/>
          </a:xfrm>
        </p:spPr>
        <p:txBody>
          <a:bodyPr vert="horz" lIns="0" tIns="0" rIns="0" bIns="0" rtlCol="0" anchor="t">
            <a:spAutoFit/>
          </a:bodyPr>
          <a:lstStyle/>
          <a:p>
            <a:r>
              <a:rPr lang="ja-JP" altLang="en-US">
                <a:latin typeface="Meiryo UI"/>
                <a:ea typeface="Meiryo UI"/>
              </a:rPr>
              <a:t>前ページ記載の弊社体制において、下記期間で費用を算定した結果を以下の通り御案内させていただきます。</a:t>
            </a:r>
          </a:p>
          <a:p>
            <a:endParaRPr lang="ja-JP" altLang="en-US"/>
          </a:p>
        </p:txBody>
      </p:sp>
      <p:sp>
        <p:nvSpPr>
          <p:cNvPr id="6" name="テキスト プレースホルダー 5">
            <a:extLst>
              <a:ext uri="{FF2B5EF4-FFF2-40B4-BE49-F238E27FC236}">
                <a16:creationId xmlns:a16="http://schemas.microsoft.com/office/drawing/2014/main" id="{55F0BFA0-8B4F-1128-96BB-C8BE856BC590}"/>
              </a:ext>
            </a:extLst>
          </p:cNvPr>
          <p:cNvSpPr>
            <a:spLocks noGrp="1"/>
          </p:cNvSpPr>
          <p:nvPr>
            <p:ph type="body" sz="quarter" idx="36"/>
          </p:nvPr>
        </p:nvSpPr>
        <p:spPr>
          <a:xfrm>
            <a:off x="225584" y="87890"/>
            <a:ext cx="8532000" cy="215444"/>
          </a:xfrm>
        </p:spPr>
        <p:txBody>
          <a:bodyPr/>
          <a:lstStyle/>
          <a:p>
            <a:pPr>
              <a:spcAft>
                <a:spcPts val="1200"/>
              </a:spcAft>
            </a:pPr>
            <a:r>
              <a:rPr lang="en-US" altLang="ja-JP" sz="1400"/>
              <a:t>4. </a:t>
            </a:r>
            <a:r>
              <a:rPr lang="ja-JP" altLang="en-US" sz="1400"/>
              <a:t>報酬価格 </a:t>
            </a:r>
            <a:r>
              <a:rPr lang="en-US" altLang="ja-JP" sz="1400"/>
              <a:t>(Commercials)</a:t>
            </a:r>
          </a:p>
        </p:txBody>
      </p:sp>
      <p:sp>
        <p:nvSpPr>
          <p:cNvPr id="5" name="タイトル 4">
            <a:extLst>
              <a:ext uri="{FF2B5EF4-FFF2-40B4-BE49-F238E27FC236}">
                <a16:creationId xmlns:a16="http://schemas.microsoft.com/office/drawing/2014/main" id="{413C5DFF-32FC-16FB-0925-117C3C1FF9EB}"/>
              </a:ext>
            </a:extLst>
          </p:cNvPr>
          <p:cNvSpPr>
            <a:spLocks noGrp="1"/>
          </p:cNvSpPr>
          <p:nvPr>
            <p:ph type="title"/>
          </p:nvPr>
        </p:nvSpPr>
        <p:spPr>
          <a:xfrm>
            <a:off x="225584" y="351854"/>
            <a:ext cx="8532000" cy="324000"/>
          </a:xfrm>
        </p:spPr>
        <p:txBody>
          <a:bodyPr vert="horz"/>
          <a:lstStyle/>
          <a:p>
            <a:r>
              <a:rPr lang="en-US" altLang="ja-JP" dirty="0">
                <a:latin typeface="Meiryo UI"/>
                <a:ea typeface="Meiryo UI"/>
              </a:rPr>
              <a:t>Commercials – JP PMO/FA Additional</a:t>
            </a:r>
            <a:endParaRPr lang="ja-JP" altLang="en-US" dirty="0"/>
          </a:p>
        </p:txBody>
      </p:sp>
      <p:sp>
        <p:nvSpPr>
          <p:cNvPr id="15" name="Rectangle 4">
            <a:extLst>
              <a:ext uri="{FF2B5EF4-FFF2-40B4-BE49-F238E27FC236}">
                <a16:creationId xmlns:a16="http://schemas.microsoft.com/office/drawing/2014/main" id="{06485FFA-4681-7D0C-97E8-304ED143DD70}"/>
              </a:ext>
            </a:extLst>
          </p:cNvPr>
          <p:cNvSpPr>
            <a:spLocks noChangeArrowheads="1"/>
          </p:cNvSpPr>
          <p:nvPr/>
        </p:nvSpPr>
        <p:spPr bwMode="auto">
          <a:xfrm>
            <a:off x="427612" y="1814100"/>
            <a:ext cx="8166678" cy="3180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64634" tIns="31750" rIns="64634" bIns="31750" anchor="t">
            <a:spAutoFit/>
          </a:bodyPr>
          <a:lstStyle/>
          <a:p>
            <a:pPr marL="135890" indent="-135890">
              <a:spcBef>
                <a:spcPts val="300"/>
              </a:spcBef>
              <a:buClr>
                <a:srgbClr val="000000"/>
              </a:buClr>
              <a:defRPr/>
            </a:pPr>
            <a:r>
              <a:rPr kumimoji="0" lang="ja-JP" altLang="en-US" sz="900" kern="0">
                <a:solidFill>
                  <a:prstClr val="black"/>
                </a:solidFill>
                <a:cs typeface="Meiryo UI" panose="020B0604030504040204" pitchFamily="50" charset="-128"/>
              </a:rPr>
              <a:t>　</a:t>
            </a:r>
            <a:r>
              <a:rPr kumimoji="0" lang="ja-JP" altLang="en-US" sz="825" kern="0">
                <a:solidFill>
                  <a:prstClr val="black"/>
                </a:solidFill>
                <a:cs typeface="Meiryo UI" panose="020B0604030504040204" pitchFamily="50" charset="-128"/>
              </a:rPr>
              <a:t>　＜前提条件、支払方法等＞</a:t>
            </a:r>
            <a:endParaRPr lang="en-US" altLang="ja-JP"/>
          </a:p>
          <a:p>
            <a:pPr marL="407670" lvl="1" indent="-135890">
              <a:spcBef>
                <a:spcPts val="300"/>
              </a:spcBef>
              <a:buClr>
                <a:srgbClr val="000000"/>
              </a:buClr>
              <a:buFontTx/>
              <a:buChar char="–"/>
              <a:defRPr/>
            </a:pPr>
            <a:r>
              <a:rPr kumimoji="0" lang="ja-JP" altLang="en-US" sz="825" kern="0">
                <a:solidFill>
                  <a:prstClr val="black"/>
                </a:solidFill>
                <a:cs typeface="Meiryo UI" panose="020B0604030504040204" pitchFamily="50" charset="-128"/>
              </a:rPr>
              <a:t>プロジェクトの開始は、貴行・弊社間の契約締結後となります。開始日が変更になった場合には、終了期日も同じく変更となります。</a:t>
            </a:r>
            <a:endParaRPr lang="ja-JP" altLang="en-US" sz="825" kern="0">
              <a:solidFill>
                <a:prstClr val="black"/>
              </a:solidFill>
              <a:cs typeface="Meiryo UI" panose="020B0604030504040204" pitchFamily="50" charset="-128"/>
            </a:endParaRPr>
          </a:p>
          <a:p>
            <a:pPr marL="407670" lvl="1" indent="-135890">
              <a:spcBef>
                <a:spcPts val="300"/>
              </a:spcBef>
              <a:buClr>
                <a:srgbClr val="000000"/>
              </a:buClr>
              <a:buFontTx/>
              <a:buChar char="–"/>
              <a:defRPr/>
            </a:pPr>
            <a:r>
              <a:rPr kumimoji="0" lang="ja-JP" altLang="en-US" sz="825" kern="0">
                <a:solidFill>
                  <a:prstClr val="black"/>
                </a:solidFill>
                <a:cs typeface="Meiryo UI" panose="020B0604030504040204" pitchFamily="50" charset="-128"/>
              </a:rPr>
              <a:t>プロジェクトメンバーについては、弊社内の会議・研修等に参加する場合、プロジェクトを不在にする場合がございます。</a:t>
            </a:r>
            <a:endParaRPr lang="ja-JP" altLang="en-US" sz="825" kern="0">
              <a:solidFill>
                <a:prstClr val="black"/>
              </a:solidFill>
              <a:cs typeface="Meiryo UI" panose="020B0604030504040204" pitchFamily="50" charset="-128"/>
            </a:endParaRPr>
          </a:p>
          <a:p>
            <a:pPr marL="407670" lvl="1" indent="-135890">
              <a:spcBef>
                <a:spcPts val="300"/>
              </a:spcBef>
              <a:buClr>
                <a:srgbClr val="000000"/>
              </a:buClr>
              <a:buFontTx/>
              <a:buChar char="–"/>
              <a:defRPr/>
            </a:pPr>
            <a:r>
              <a:rPr kumimoji="0" lang="ja-JP" altLang="en-US" sz="825" kern="0">
                <a:solidFill>
                  <a:prstClr val="black"/>
                </a:solidFill>
                <a:cs typeface="Meiryo UI" panose="020B0604030504040204" pitchFamily="50" charset="-128"/>
              </a:rPr>
              <a:t>現時点では再委託は想定しておりませんが、弊社子会社のメンバーが参画する場合は、貴行の了解を得る予定です。</a:t>
            </a:r>
            <a:endParaRPr lang="ja-JP" altLang="en-US" sz="825" kern="0">
              <a:solidFill>
                <a:prstClr val="black"/>
              </a:solidFill>
              <a:cs typeface="Meiryo UI" panose="020B0604030504040204" pitchFamily="50" charset="-128"/>
            </a:endParaRPr>
          </a:p>
          <a:p>
            <a:pPr marL="407670" lvl="1" indent="-135890">
              <a:spcBef>
                <a:spcPts val="300"/>
              </a:spcBef>
              <a:buClr>
                <a:srgbClr val="000000"/>
              </a:buClr>
              <a:buFontTx/>
              <a:buChar char="–"/>
              <a:defRPr/>
            </a:pPr>
            <a:r>
              <a:rPr kumimoji="0" lang="ja-JP" altLang="en-US" sz="800" kern="0">
                <a:solidFill>
                  <a:prstClr val="black"/>
                </a:solidFill>
                <a:cs typeface="Meiryo UI" panose="020B0604030504040204" pitchFamily="50" charset="-128"/>
              </a:rPr>
              <a:t>プロジェクト期間中に当初予期されない事情や、前提条件の変更が発生し、報酬見積り額に差異が生</a:t>
            </a:r>
            <a:r>
              <a:rPr kumimoji="0" lang="ja-JP" altLang="en-US" sz="800" kern="0">
                <a:cs typeface="Meiryo UI" panose="020B0604030504040204" pitchFamily="50" charset="-128"/>
              </a:rPr>
              <a:t>じることが明らかになった場合には、事前にご相談させて頂きます。</a:t>
            </a:r>
            <a:endParaRPr lang="ja-JP" altLang="en-US" sz="800" kern="0">
              <a:cs typeface="Meiryo UI" panose="020B0604030504040204" pitchFamily="50" charset="-128"/>
            </a:endParaRPr>
          </a:p>
          <a:p>
            <a:pPr marL="407670" lvl="1" indent="-135890">
              <a:spcBef>
                <a:spcPts val="300"/>
              </a:spcBef>
              <a:buClr>
                <a:srgbClr val="000000"/>
              </a:buClr>
              <a:buFontTx/>
              <a:buChar char="–"/>
              <a:defRPr/>
            </a:pPr>
            <a:r>
              <a:rPr kumimoji="0" lang="ja-JP" altLang="en-US" sz="800" kern="0">
                <a:cs typeface="Meiryo UI" panose="020B0604030504040204" pitchFamily="50" charset="-128"/>
              </a:rPr>
              <a:t>弊社から貴行への報酬支払請求は、各月末ご請求、翌月末お支払いとさせていただきます。</a:t>
            </a:r>
            <a:endParaRPr lang="ja-JP" altLang="en-US" sz="800" kern="0">
              <a:cs typeface="Meiryo UI" panose="020B0604030504040204" pitchFamily="50" charset="-128"/>
            </a:endParaRPr>
          </a:p>
          <a:p>
            <a:pPr marL="407670" lvl="1" indent="-135890">
              <a:spcBef>
                <a:spcPts val="300"/>
              </a:spcBef>
              <a:buClr>
                <a:srgbClr val="000000"/>
              </a:buClr>
              <a:buFontTx/>
              <a:buChar char="–"/>
              <a:defRPr/>
            </a:pPr>
            <a:r>
              <a:rPr kumimoji="0" lang="ja-JP" altLang="en-US" sz="800" kern="0">
                <a:solidFill>
                  <a:prstClr val="black"/>
                </a:solidFill>
                <a:cs typeface="Meiryo UI" panose="020B0604030504040204" pitchFamily="50" charset="-128"/>
              </a:rPr>
              <a:t>なお、本件はコンサルティング業務であり、契約の形態は「準委任契約」とさせて頂きます。瑕疵担保責任</a:t>
            </a:r>
            <a:r>
              <a:rPr kumimoji="0" lang="en-US" altLang="ja-JP" sz="800" kern="0">
                <a:solidFill>
                  <a:prstClr val="black"/>
                </a:solidFill>
                <a:cs typeface="Meiryo UI" panose="020B0604030504040204" pitchFamily="50" charset="-128"/>
              </a:rPr>
              <a:t>(</a:t>
            </a:r>
            <a:r>
              <a:rPr kumimoji="0" lang="ja-JP" altLang="en-US" sz="800" kern="0">
                <a:solidFill>
                  <a:prstClr val="black"/>
                </a:solidFill>
                <a:cs typeface="Meiryo UI" panose="020B0604030504040204" pitchFamily="50" charset="-128"/>
              </a:rPr>
              <a:t>契約不適合責任</a:t>
            </a:r>
            <a:r>
              <a:rPr kumimoji="0" lang="en-US" altLang="ja-JP" sz="800" kern="0">
                <a:solidFill>
                  <a:prstClr val="black"/>
                </a:solidFill>
                <a:cs typeface="Meiryo UI" panose="020B0604030504040204" pitchFamily="50" charset="-128"/>
              </a:rPr>
              <a:t>)</a:t>
            </a:r>
            <a:r>
              <a:rPr kumimoji="0" lang="ja-JP" altLang="en-US" sz="800" kern="0">
                <a:solidFill>
                  <a:prstClr val="black"/>
                </a:solidFill>
                <a:cs typeface="Meiryo UI" panose="020B0604030504040204" pitchFamily="50" charset="-128"/>
              </a:rPr>
              <a:t>が発生しないことを前提としております。</a:t>
            </a:r>
            <a:endParaRPr lang="ja-JP" altLang="en-US" sz="800" kern="0">
              <a:solidFill>
                <a:prstClr val="black"/>
              </a:solidFill>
              <a:cs typeface="Meiryo UI" panose="020B0604030504040204" pitchFamily="50" charset="-128"/>
            </a:endParaRPr>
          </a:p>
          <a:p>
            <a:pPr marL="407670" lvl="1" indent="-135890">
              <a:spcBef>
                <a:spcPts val="300"/>
              </a:spcBef>
              <a:buClr>
                <a:srgbClr val="000000"/>
              </a:buClr>
              <a:buFontTx/>
              <a:buChar char="–"/>
              <a:defRPr/>
            </a:pPr>
            <a:r>
              <a:rPr kumimoji="0" lang="ja-JP" altLang="en-US" sz="825" kern="0">
                <a:solidFill>
                  <a:prstClr val="black"/>
                </a:solidFill>
                <a:cs typeface="Meiryo UI" panose="020B0604030504040204" pitchFamily="50" charset="-128"/>
              </a:rPr>
              <a:t>その他、契約内容の詳細は、契約書締結時にご確認させて頂き、契約書に記載致します。</a:t>
            </a:r>
            <a:endParaRPr lang="en-US" altLang="ja-JP" sz="825" kern="0">
              <a:solidFill>
                <a:prstClr val="black"/>
              </a:solidFill>
              <a:cs typeface="Meiryo UI" panose="020B0604030504040204" pitchFamily="50" charset="-128"/>
            </a:endParaRPr>
          </a:p>
          <a:p>
            <a:pPr marL="407670" lvl="1" indent="-135890">
              <a:spcBef>
                <a:spcPts val="300"/>
              </a:spcBef>
              <a:buClr>
                <a:srgbClr val="000000"/>
              </a:buClr>
              <a:buFontTx/>
              <a:buChar char="–"/>
              <a:defRPr/>
            </a:pPr>
            <a:r>
              <a:rPr kumimoji="0" lang="ja-JP" altLang="en-US" sz="825" kern="0">
                <a:solidFill>
                  <a:prstClr val="black"/>
                </a:solidFill>
                <a:cs typeface="Meiryo UI" panose="020B0604030504040204" pitchFamily="50" charset="-128"/>
              </a:rPr>
              <a:t>本委託業務の実施にあたり、貴行・弊社間で個人情報、仮名加工情報、匿名加工情報、個人関連情報（いずれも用語の定義については、個人情報の保護に関する法律（平成１５年法律第５７号）の定義に従う。）の授受の想定はありません。</a:t>
            </a:r>
            <a:endParaRPr lang="en-US" altLang="ja-JP" sz="825" kern="0">
              <a:solidFill>
                <a:prstClr val="black"/>
              </a:solidFill>
              <a:cs typeface="Meiryo UI" panose="020B0604030504040204" pitchFamily="50" charset="-128"/>
            </a:endParaRPr>
          </a:p>
          <a:p>
            <a:pPr marL="407670" lvl="1" indent="-135890">
              <a:spcBef>
                <a:spcPts val="300"/>
              </a:spcBef>
              <a:buClr>
                <a:srgbClr val="000000"/>
              </a:buClr>
              <a:buFontTx/>
              <a:buChar char="–"/>
              <a:defRPr/>
            </a:pPr>
            <a:r>
              <a:rPr kumimoji="0" lang="ja-JP" altLang="en-US" sz="825" kern="0">
                <a:solidFill>
                  <a:prstClr val="black"/>
                </a:solidFill>
                <a:cs typeface="Meiryo UI" panose="020B0604030504040204" pitchFamily="50" charset="-128"/>
              </a:rPr>
              <a:t>本業務には、監査業務、会計業務、投資銀行業務、法務、税務その他の規制対象の業務は含まれないものと致します。</a:t>
            </a:r>
            <a:endParaRPr lang="en-US" altLang="ja-JP" sz="825" kern="0">
              <a:solidFill>
                <a:prstClr val="black"/>
              </a:solidFill>
              <a:cs typeface="Meiryo UI" panose="020B0604030504040204" pitchFamily="50" charset="-128"/>
            </a:endParaRPr>
          </a:p>
          <a:p>
            <a:pPr marL="407670" lvl="1" indent="-135890">
              <a:spcBef>
                <a:spcPts val="300"/>
              </a:spcBef>
              <a:buClr>
                <a:srgbClr val="000000"/>
              </a:buClr>
              <a:buFontTx/>
              <a:buChar char="–"/>
              <a:defRPr/>
            </a:pPr>
            <a:r>
              <a:rPr kumimoji="0" lang="ja-JP" altLang="en-US" sz="825" kern="0">
                <a:solidFill>
                  <a:prstClr val="black"/>
                </a:solidFill>
                <a:cs typeface="Meiryo UI" panose="020B0604030504040204" pitchFamily="50" charset="-128"/>
              </a:rPr>
              <a:t>貴行は、本業務に関して自らに適用される法令の遵守およびその解釈について責任を負うものとし、弊社は、当該法令の遵守およびその解釈について責任を負いません。</a:t>
            </a:r>
            <a:endParaRPr lang="en-US" altLang="ja-JP" sz="825" kern="0">
              <a:solidFill>
                <a:prstClr val="black"/>
              </a:solidFill>
              <a:cs typeface="Meiryo UI" panose="020B0604030504040204" pitchFamily="50" charset="-128"/>
            </a:endParaRPr>
          </a:p>
          <a:p>
            <a:pPr marL="407670" lvl="1" indent="-135890">
              <a:spcBef>
                <a:spcPts val="300"/>
              </a:spcBef>
              <a:buClr>
                <a:srgbClr val="000000"/>
              </a:buClr>
              <a:buFontTx/>
              <a:buChar char="–"/>
              <a:defRPr/>
            </a:pPr>
            <a:r>
              <a:rPr kumimoji="0" lang="ja-JP" altLang="en-US" sz="825" kern="0">
                <a:solidFill>
                  <a:prstClr val="black"/>
                </a:solidFill>
                <a:cs typeface="Meiryo UI" panose="020B0604030504040204" pitchFamily="50" charset="-128"/>
              </a:rPr>
              <a:t>貴行は本業務の内容（提出物等の本業務の遂行の結果を含む）を自己の意思と責任において評価のうえ使用するものとし、弊社はいかなる場合も貴行その他第三者による本業務の内容の使用の結果について責任を負いません。</a:t>
            </a:r>
            <a:endParaRPr lang="en-US" altLang="ja-JP" sz="825" kern="0">
              <a:solidFill>
                <a:prstClr val="black"/>
              </a:solidFill>
              <a:cs typeface="Meiryo UI" panose="020B0604030504040204" pitchFamily="50" charset="-128"/>
            </a:endParaRPr>
          </a:p>
          <a:p>
            <a:pPr marL="407670" lvl="1" indent="-135890">
              <a:spcBef>
                <a:spcPts val="300"/>
              </a:spcBef>
              <a:buClr>
                <a:srgbClr val="000000"/>
              </a:buClr>
              <a:buFontTx/>
              <a:buChar char="–"/>
              <a:defRPr/>
            </a:pPr>
            <a:r>
              <a:rPr kumimoji="0" lang="ja-JP" altLang="en-US" sz="825" kern="0">
                <a:solidFill>
                  <a:prstClr val="black"/>
                </a:solidFill>
                <a:cs typeface="Meiryo UI" panose="020B0604030504040204" pitchFamily="50" charset="-128"/>
              </a:rPr>
              <a:t>弊社は第三者の製品および作業について責任を負いません。</a:t>
            </a:r>
            <a:endParaRPr lang="en-US" altLang="ja-JP" sz="825" kern="0">
              <a:solidFill>
                <a:prstClr val="black"/>
              </a:solidFill>
              <a:cs typeface="Meiryo UI" panose="020B0604030504040204" pitchFamily="50" charset="-128"/>
            </a:endParaRPr>
          </a:p>
          <a:p>
            <a:pPr marL="407670" lvl="1" indent="-135890">
              <a:spcBef>
                <a:spcPts val="300"/>
              </a:spcBef>
              <a:buClr>
                <a:srgbClr val="000000"/>
              </a:buClr>
              <a:buFontTx/>
              <a:buChar char="–"/>
              <a:defRPr/>
            </a:pPr>
            <a:r>
              <a:rPr kumimoji="0" lang="ja-JP" altLang="en-US" sz="825" kern="0">
                <a:solidFill>
                  <a:prstClr val="black"/>
                </a:solidFill>
                <a:cs typeface="Meiryo UI" panose="020B0604030504040204" pitchFamily="50" charset="-128"/>
              </a:rPr>
              <a:t>貴行にて、当社の本業務の遂行にあたり、自己の責任で、必要なデータやプログラムのバックアップを確保をお願い致します。データの喪失・破損について、当社は責任を負わないものと致します。</a:t>
            </a:r>
            <a:endParaRPr lang="en-US" altLang="ja-JP" sz="825" kern="0">
              <a:solidFill>
                <a:prstClr val="black"/>
              </a:solidFill>
              <a:cs typeface="Meiryo UI" panose="020B0604030504040204" pitchFamily="50" charset="-128"/>
            </a:endParaRPr>
          </a:p>
          <a:p>
            <a:pPr marL="407670" lvl="1" indent="-135890">
              <a:spcBef>
                <a:spcPts val="300"/>
              </a:spcBef>
              <a:buClr>
                <a:srgbClr val="000000"/>
              </a:buClr>
              <a:buFontTx/>
              <a:buChar char="–"/>
              <a:defRPr/>
            </a:pPr>
            <a:r>
              <a:rPr kumimoji="0" lang="ja-JP" altLang="en-US" sz="825" kern="0">
                <a:solidFill>
                  <a:prstClr val="black"/>
                </a:solidFill>
                <a:cs typeface="Meiryo UI" panose="020B0604030504040204" pitchFamily="50" charset="-128"/>
              </a:rPr>
              <a:t>貴行が弊社に提供する本業務の遂行に必要な資料もしくは情報の提供の懈怠、遅延もしくは誤り、協力の拒否、または分担作業の不完全な履行等貴行の責に帰すべき事由のために本業務の進捗またはその内容に支障が生じたときは、弊社は、これらに対して責任を負いません。</a:t>
            </a:r>
            <a:endParaRPr lang="en-US" altLang="ja-JP" sz="825" kern="0">
              <a:solidFill>
                <a:prstClr val="black"/>
              </a:solidFill>
              <a:cs typeface="Meiryo UI" panose="020B0604030504040204" pitchFamily="50" charset="-128"/>
            </a:endParaRPr>
          </a:p>
          <a:p>
            <a:pPr marL="407670" lvl="1" indent="-135890">
              <a:spcBef>
                <a:spcPts val="300"/>
              </a:spcBef>
              <a:buClr>
                <a:srgbClr val="000000"/>
              </a:buClr>
              <a:buFontTx/>
              <a:buChar char="–"/>
              <a:defRPr/>
            </a:pPr>
            <a:r>
              <a:rPr kumimoji="0" lang="ja-JP" altLang="en-US" sz="825" kern="0">
                <a:cs typeface="Meiryo UI" panose="020B0604030504040204" pitchFamily="50" charset="-128"/>
              </a:rPr>
              <a:t>弊社メンバーの作業場所としては貴行オフィスまたはリモートワーク環境（作業員の自宅）を想定しております。</a:t>
            </a:r>
            <a:endParaRPr lang="en-US" altLang="ja-JP" sz="825" kern="0">
              <a:cs typeface="Meiryo UI" panose="020B0604030504040204" pitchFamily="50" charset="-128"/>
            </a:endParaRPr>
          </a:p>
        </p:txBody>
      </p:sp>
      <p:sp>
        <p:nvSpPr>
          <p:cNvPr id="16" name="Rectangle 12">
            <a:extLst>
              <a:ext uri="{FF2B5EF4-FFF2-40B4-BE49-F238E27FC236}">
                <a16:creationId xmlns:a16="http://schemas.microsoft.com/office/drawing/2014/main" id="{11C8AE68-FF6C-E79C-1A41-F4D157A46606}"/>
              </a:ext>
            </a:extLst>
          </p:cNvPr>
          <p:cNvSpPr>
            <a:spLocks noChangeArrowheads="1"/>
          </p:cNvSpPr>
          <p:nvPr/>
        </p:nvSpPr>
        <p:spPr bwMode="auto">
          <a:xfrm>
            <a:off x="685778" y="1035672"/>
            <a:ext cx="2814500" cy="201376"/>
          </a:xfrm>
          <a:prstGeom prst="rect">
            <a:avLst/>
          </a:prstGeom>
          <a:solidFill>
            <a:schemeClr val="tx1"/>
          </a:solidFill>
          <a:ln w="6350" algn="ctr">
            <a:solidFill>
              <a:srgbClr val="FFFFFF"/>
            </a:solidFill>
            <a:miter lim="800000"/>
            <a:headEnd/>
            <a:tailEnd/>
          </a:ln>
          <a:effectLst/>
        </p:spPr>
        <p:txBody>
          <a:bodyPr wrap="none" lIns="67500" tIns="35100" rIns="67500" bIns="35100" anchor="ctr"/>
          <a:lstStyle/>
          <a:p>
            <a:pPr algn="ctr" defTabSz="685800">
              <a:buClr>
                <a:prstClr val="black"/>
              </a:buClr>
              <a:defRPr/>
            </a:pPr>
            <a:r>
              <a:rPr kumimoji="0" lang="ja-JP" altLang="en-US" sz="1200" kern="0">
                <a:solidFill>
                  <a:prstClr val="white"/>
                </a:solidFill>
                <a:cs typeface="Meiryo UI" panose="020B0604030504040204" pitchFamily="50" charset="-128"/>
              </a:rPr>
              <a:t>取組み概要</a:t>
            </a:r>
          </a:p>
        </p:txBody>
      </p:sp>
      <p:sp>
        <p:nvSpPr>
          <p:cNvPr id="17" name="Rectangle 13">
            <a:extLst>
              <a:ext uri="{FF2B5EF4-FFF2-40B4-BE49-F238E27FC236}">
                <a16:creationId xmlns:a16="http://schemas.microsoft.com/office/drawing/2014/main" id="{5F20E3E3-5E81-5098-1955-5E1752258288}"/>
              </a:ext>
            </a:extLst>
          </p:cNvPr>
          <p:cNvSpPr>
            <a:spLocks noChangeArrowheads="1"/>
          </p:cNvSpPr>
          <p:nvPr/>
        </p:nvSpPr>
        <p:spPr bwMode="auto">
          <a:xfrm>
            <a:off x="6244223" y="1035672"/>
            <a:ext cx="2214000" cy="201376"/>
          </a:xfrm>
          <a:prstGeom prst="rect">
            <a:avLst/>
          </a:prstGeom>
          <a:solidFill>
            <a:schemeClr val="tx1"/>
          </a:solidFill>
          <a:ln w="6350" algn="ctr">
            <a:solidFill>
              <a:srgbClr val="FFFFFF"/>
            </a:solidFill>
            <a:miter lim="800000"/>
            <a:headEnd/>
            <a:tailEnd/>
          </a:ln>
          <a:effectLst/>
        </p:spPr>
        <p:txBody>
          <a:bodyPr wrap="none" lIns="67500" tIns="35100" rIns="67500" bIns="35100" anchor="ctr"/>
          <a:lstStyle/>
          <a:p>
            <a:pPr algn="ctr" defTabSz="685800">
              <a:buClr>
                <a:prstClr val="black"/>
              </a:buClr>
              <a:defRPr/>
            </a:pPr>
            <a:r>
              <a:rPr kumimoji="0" lang="ja-JP" altLang="en-US" sz="1200" kern="0">
                <a:solidFill>
                  <a:prstClr val="white"/>
                </a:solidFill>
                <a:cs typeface="Meiryo UI" panose="020B0604030504040204" pitchFamily="50" charset="-128"/>
              </a:rPr>
              <a:t>報酬価格（税抜）</a:t>
            </a:r>
          </a:p>
        </p:txBody>
      </p:sp>
      <p:sp>
        <p:nvSpPr>
          <p:cNvPr id="23" name="Rectangle 12">
            <a:extLst>
              <a:ext uri="{FF2B5EF4-FFF2-40B4-BE49-F238E27FC236}">
                <a16:creationId xmlns:a16="http://schemas.microsoft.com/office/drawing/2014/main" id="{50D0BAEA-2584-D9E9-2D6A-79E438B0FE46}"/>
              </a:ext>
            </a:extLst>
          </p:cNvPr>
          <p:cNvSpPr>
            <a:spLocks noChangeArrowheads="1"/>
          </p:cNvSpPr>
          <p:nvPr/>
        </p:nvSpPr>
        <p:spPr bwMode="auto">
          <a:xfrm>
            <a:off x="3500278" y="1035672"/>
            <a:ext cx="2743945" cy="201376"/>
          </a:xfrm>
          <a:prstGeom prst="rect">
            <a:avLst/>
          </a:prstGeom>
          <a:solidFill>
            <a:schemeClr val="tx1"/>
          </a:solidFill>
          <a:ln w="6350" algn="ctr">
            <a:solidFill>
              <a:srgbClr val="FFFFFF"/>
            </a:solidFill>
            <a:miter lim="800000"/>
            <a:headEnd/>
            <a:tailEnd/>
          </a:ln>
          <a:effectLst/>
        </p:spPr>
        <p:txBody>
          <a:bodyPr wrap="none" lIns="67500" tIns="35100" rIns="67500" bIns="35100" anchor="ctr"/>
          <a:lstStyle/>
          <a:p>
            <a:pPr algn="ctr" defTabSz="685800">
              <a:buClr>
                <a:prstClr val="black"/>
              </a:buClr>
              <a:defRPr/>
            </a:pPr>
            <a:r>
              <a:rPr kumimoji="0" lang="ja-JP" altLang="en-US" sz="1200" kern="0">
                <a:solidFill>
                  <a:prstClr val="white"/>
                </a:solidFill>
                <a:cs typeface="Meiryo UI" panose="020B0604030504040204" pitchFamily="50" charset="-128"/>
              </a:rPr>
              <a:t>期間</a:t>
            </a:r>
          </a:p>
        </p:txBody>
      </p:sp>
      <p:grpSp>
        <p:nvGrpSpPr>
          <p:cNvPr id="10" name="グループ化 9">
            <a:extLst>
              <a:ext uri="{FF2B5EF4-FFF2-40B4-BE49-F238E27FC236}">
                <a16:creationId xmlns:a16="http://schemas.microsoft.com/office/drawing/2014/main" id="{41D2EABC-0E77-3612-D59D-885DC0347F3B}"/>
              </a:ext>
            </a:extLst>
          </p:cNvPr>
          <p:cNvGrpSpPr/>
          <p:nvPr/>
        </p:nvGrpSpPr>
        <p:grpSpPr>
          <a:xfrm>
            <a:off x="685778" y="1237047"/>
            <a:ext cx="7772445" cy="573881"/>
            <a:chOff x="643075" y="1237047"/>
            <a:chExt cx="7772445" cy="573881"/>
          </a:xfrm>
        </p:grpSpPr>
        <p:sp>
          <p:nvSpPr>
            <p:cNvPr id="18" name="Rectangle 14">
              <a:extLst>
                <a:ext uri="{FF2B5EF4-FFF2-40B4-BE49-F238E27FC236}">
                  <a16:creationId xmlns:a16="http://schemas.microsoft.com/office/drawing/2014/main" id="{D8AABE36-4F07-8194-9F24-EBEFA7A6BDB4}"/>
                </a:ext>
              </a:extLst>
            </p:cNvPr>
            <p:cNvSpPr>
              <a:spLocks noChangeArrowheads="1"/>
            </p:cNvSpPr>
            <p:nvPr/>
          </p:nvSpPr>
          <p:spPr bwMode="auto">
            <a:xfrm>
              <a:off x="643075" y="1237047"/>
              <a:ext cx="2814500" cy="573881"/>
            </a:xfrm>
            <a:prstGeom prst="rect">
              <a:avLst/>
            </a:prstGeom>
            <a:noFill/>
            <a:ln w="6350" algn="ctr">
              <a:solidFill>
                <a:srgbClr val="FFFFFF">
                  <a:lumMod val="50000"/>
                </a:srgbClr>
              </a:solidFill>
              <a:miter lim="800000"/>
              <a:headEnd/>
              <a:tailEnd/>
            </a:ln>
            <a:effectLst/>
          </p:spPr>
          <p:txBody>
            <a:bodyPr wrap="none" lIns="67500" tIns="35100" rIns="67500" bIns="27000" anchor="ctr" anchorCtr="0"/>
            <a:lstStyle/>
            <a:p>
              <a:pPr algn="ctr"/>
              <a:r>
                <a:rPr kumimoji="0" lang="en-US" altLang="ja-JP" sz="1200" b="1" kern="0">
                  <a:solidFill>
                    <a:srgbClr val="FF0000"/>
                  </a:solidFill>
                </a:rPr>
                <a:t>PJ Garuda </a:t>
              </a:r>
              <a:br>
                <a:rPr kumimoji="0" lang="en-US" altLang="ja-JP" sz="1200" b="1" kern="0">
                  <a:solidFill>
                    <a:srgbClr val="FF0000"/>
                  </a:solidFill>
                </a:rPr>
              </a:br>
              <a:r>
                <a:rPr kumimoji="0" lang="en-US" altLang="ja-JP" sz="1200" b="1" kern="0">
                  <a:solidFill>
                    <a:srgbClr val="FF0000"/>
                  </a:solidFill>
                </a:rPr>
                <a:t>Execution Phase – JP</a:t>
              </a:r>
              <a:br>
                <a:rPr kumimoji="0" lang="en-US" altLang="ja-JP" sz="1200" b="1" kern="0">
                  <a:solidFill>
                    <a:srgbClr val="FF0000"/>
                  </a:solidFill>
                </a:rPr>
              </a:br>
              <a:r>
                <a:rPr kumimoji="0" lang="en-US" altLang="ja-JP" sz="1200" b="1" kern="0">
                  <a:solidFill>
                    <a:srgbClr val="FF0000"/>
                  </a:solidFill>
                </a:rPr>
                <a:t>(PMO/FA</a:t>
              </a:r>
              <a:r>
                <a:rPr kumimoji="0" lang="ja-JP" altLang="en-US" sz="1200" b="1" kern="0">
                  <a:solidFill>
                    <a:srgbClr val="FF0000"/>
                  </a:solidFill>
                </a:rPr>
                <a:t> </a:t>
              </a:r>
              <a:r>
                <a:rPr kumimoji="0" lang="en-US" altLang="ja-JP" sz="1200" b="1" kern="0">
                  <a:solidFill>
                    <a:srgbClr val="FF0000"/>
                  </a:solidFill>
                </a:rPr>
                <a:t>Additional)</a:t>
              </a:r>
              <a:endParaRPr lang="en-US" altLang="ja-JP" sz="1200">
                <a:solidFill>
                  <a:srgbClr val="FF0000"/>
                </a:solidFill>
              </a:endParaRPr>
            </a:p>
          </p:txBody>
        </p:sp>
        <p:sp>
          <p:nvSpPr>
            <p:cNvPr id="20" name="Rectangle 15">
              <a:extLst>
                <a:ext uri="{FF2B5EF4-FFF2-40B4-BE49-F238E27FC236}">
                  <a16:creationId xmlns:a16="http://schemas.microsoft.com/office/drawing/2014/main" id="{12CBF428-8999-6A74-C8F9-473BCD522E8B}"/>
                </a:ext>
              </a:extLst>
            </p:cNvPr>
            <p:cNvSpPr>
              <a:spLocks noChangeArrowheads="1"/>
            </p:cNvSpPr>
            <p:nvPr/>
          </p:nvSpPr>
          <p:spPr bwMode="auto">
            <a:xfrm>
              <a:off x="6201520" y="1237047"/>
              <a:ext cx="2214000" cy="573881"/>
            </a:xfrm>
            <a:prstGeom prst="rect">
              <a:avLst/>
            </a:prstGeom>
            <a:noFill/>
            <a:ln w="6350" algn="ctr">
              <a:solidFill>
                <a:srgbClr val="FFFFFF">
                  <a:lumMod val="50000"/>
                </a:srgbClr>
              </a:solidFill>
              <a:miter lim="800000"/>
              <a:headEnd/>
              <a:tailEnd/>
            </a:ln>
            <a:effectLst/>
          </p:spPr>
          <p:txBody>
            <a:bodyPr wrap="none" lIns="67500" tIns="35100" rIns="67500" bIns="27000" anchor="ctr" anchorCtr="0"/>
            <a:lstStyle/>
            <a:p>
              <a:pPr algn="ctr" defTabSz="685800">
                <a:buClr>
                  <a:prstClr val="black"/>
                </a:buClr>
                <a:defRPr/>
              </a:pPr>
              <a:r>
                <a:rPr kumimoji="0" lang="en-US" altLang="ja-JP" sz="1200" b="1" kern="0">
                  <a:solidFill>
                    <a:srgbClr val="FF0000"/>
                  </a:solidFill>
                </a:rPr>
                <a:t>14,700,000</a:t>
              </a:r>
            </a:p>
          </p:txBody>
        </p:sp>
        <p:sp>
          <p:nvSpPr>
            <p:cNvPr id="24" name="Rectangle 14">
              <a:extLst>
                <a:ext uri="{FF2B5EF4-FFF2-40B4-BE49-F238E27FC236}">
                  <a16:creationId xmlns:a16="http://schemas.microsoft.com/office/drawing/2014/main" id="{09B17EA7-71C5-7A9D-F860-899F248D8B6D}"/>
                </a:ext>
              </a:extLst>
            </p:cNvPr>
            <p:cNvSpPr>
              <a:spLocks noChangeArrowheads="1"/>
            </p:cNvSpPr>
            <p:nvPr/>
          </p:nvSpPr>
          <p:spPr bwMode="auto">
            <a:xfrm>
              <a:off x="3457575" y="1237047"/>
              <a:ext cx="2743945" cy="573881"/>
            </a:xfrm>
            <a:prstGeom prst="rect">
              <a:avLst/>
            </a:prstGeom>
            <a:noFill/>
            <a:ln w="6350" algn="ctr">
              <a:solidFill>
                <a:srgbClr val="FFFFFF">
                  <a:lumMod val="50000"/>
                </a:srgbClr>
              </a:solidFill>
              <a:miter lim="800000"/>
              <a:headEnd/>
              <a:tailEnd/>
            </a:ln>
            <a:effectLst/>
          </p:spPr>
          <p:txBody>
            <a:bodyPr wrap="none" lIns="67500" tIns="35100" rIns="67500" bIns="27000" anchor="ctr" anchorCtr="0"/>
            <a:lstStyle/>
            <a:p>
              <a:pPr algn="ctr">
                <a:buClr>
                  <a:prstClr val="black"/>
                </a:buClr>
              </a:pPr>
              <a:r>
                <a:rPr kumimoji="0" lang="en-US" altLang="ja-JP" sz="1200" b="1" kern="0">
                  <a:solidFill>
                    <a:srgbClr val="FF0000"/>
                  </a:solidFill>
                </a:rPr>
                <a:t>2026</a:t>
              </a:r>
              <a:r>
                <a:rPr kumimoji="0" lang="ja-JP" altLang="en-US" sz="1200" b="1" kern="0">
                  <a:solidFill>
                    <a:srgbClr val="FF0000"/>
                  </a:solidFill>
                </a:rPr>
                <a:t>年</a:t>
              </a:r>
              <a:r>
                <a:rPr kumimoji="0" lang="en-US" altLang="ja-JP" sz="1200" b="1" kern="0">
                  <a:solidFill>
                    <a:srgbClr val="FF0000"/>
                  </a:solidFill>
                </a:rPr>
                <a:t>05</a:t>
              </a:r>
              <a:r>
                <a:rPr kumimoji="0" lang="ja-JP" altLang="en-US" sz="1200" b="1" kern="0">
                  <a:solidFill>
                    <a:srgbClr val="FF0000"/>
                  </a:solidFill>
                </a:rPr>
                <a:t>月</a:t>
              </a:r>
              <a:r>
                <a:rPr kumimoji="0" lang="en-US" altLang="ja-JP" sz="1200" b="1" kern="0">
                  <a:solidFill>
                    <a:srgbClr val="FF0000"/>
                  </a:solidFill>
                </a:rPr>
                <a:t>07</a:t>
              </a:r>
              <a:r>
                <a:rPr kumimoji="0" lang="ja-JP" altLang="en-US" sz="1200" b="1" kern="0">
                  <a:solidFill>
                    <a:srgbClr val="FF0000"/>
                  </a:solidFill>
                </a:rPr>
                <a:t>日</a:t>
              </a:r>
              <a:r>
                <a:rPr kumimoji="0" lang="en-US" altLang="ja-JP" sz="1200" b="1" kern="0">
                  <a:solidFill>
                    <a:srgbClr val="FF0000"/>
                  </a:solidFill>
                </a:rPr>
                <a:t>-2026</a:t>
              </a:r>
              <a:r>
                <a:rPr kumimoji="0" lang="ja-JP" altLang="en-US" sz="1200" b="1" kern="0">
                  <a:solidFill>
                    <a:srgbClr val="FF0000"/>
                  </a:solidFill>
                </a:rPr>
                <a:t>年</a:t>
              </a:r>
              <a:r>
                <a:rPr kumimoji="0" lang="en-US" altLang="ja-JP" sz="1200" b="1" kern="0">
                  <a:solidFill>
                    <a:srgbClr val="FF0000"/>
                  </a:solidFill>
                </a:rPr>
                <a:t>7</a:t>
              </a:r>
              <a:r>
                <a:rPr kumimoji="0" lang="ja-JP" altLang="en-US" sz="1200" b="1" kern="0">
                  <a:solidFill>
                    <a:srgbClr val="FF0000"/>
                  </a:solidFill>
                </a:rPr>
                <a:t>月</a:t>
              </a:r>
              <a:r>
                <a:rPr kumimoji="0" lang="en-US" altLang="ja-JP" sz="1200" b="1" kern="0">
                  <a:solidFill>
                    <a:srgbClr val="FF0000"/>
                  </a:solidFill>
                </a:rPr>
                <a:t>31</a:t>
              </a:r>
              <a:r>
                <a:rPr kumimoji="0" lang="ja-JP" altLang="en-US" sz="1200" b="1" kern="0">
                  <a:solidFill>
                    <a:srgbClr val="FF0000"/>
                  </a:solidFill>
                </a:rPr>
                <a:t>日</a:t>
              </a:r>
              <a:endParaRPr kumimoji="0" lang="en-US" altLang="ja-JP" sz="1200" b="1" kern="0">
                <a:solidFill>
                  <a:srgbClr val="FF0000"/>
                </a:solidFill>
              </a:endParaRPr>
            </a:p>
          </p:txBody>
        </p:sp>
      </p:grpSp>
      <p:sp>
        <p:nvSpPr>
          <p:cNvPr id="2" name="正方形/長方形 1">
            <a:extLst>
              <a:ext uri="{FF2B5EF4-FFF2-40B4-BE49-F238E27FC236}">
                <a16:creationId xmlns:a16="http://schemas.microsoft.com/office/drawing/2014/main" id="{9C1893A8-8F23-FAD0-AFB0-B5E0743DC0F9}"/>
              </a:ext>
            </a:extLst>
          </p:cNvPr>
          <p:cNvSpPr/>
          <p:nvPr/>
        </p:nvSpPr>
        <p:spPr>
          <a:xfrm>
            <a:off x="8318500" y="152400"/>
            <a:ext cx="615608" cy="324000"/>
          </a:xfrm>
          <a:prstGeom prst="rect">
            <a:avLst/>
          </a:prstGeom>
          <a:solidFill>
            <a:srgbClr val="FFFFCC"/>
          </a:solidFill>
          <a:ln w="6350">
            <a:solidFill>
              <a:schemeClr val="tx1"/>
            </a:solidFill>
          </a:ln>
          <a:effectLst/>
        </p:spPr>
        <p:style>
          <a:lnRef idx="1">
            <a:schemeClr val="accent1"/>
          </a:lnRef>
          <a:fillRef idx="3">
            <a:schemeClr val="accent1"/>
          </a:fillRef>
          <a:effectRef idx="2">
            <a:schemeClr val="accent1"/>
          </a:effectRef>
          <a:fontRef idx="minor">
            <a:schemeClr val="lt1"/>
          </a:fontRef>
        </p:style>
        <p:txBody>
          <a:bodyPr vert="horz" wrap="none" lIns="36000" rIns="36000" rtlCol="0" anchor="ctr">
            <a:noAutofit/>
          </a:bodyPr>
          <a:lstStyle/>
          <a:p>
            <a:pPr marL="0" marR="0" lvl="0" indent="0" algn="ctr" defTabSz="278600" rtl="0" eaLnBrk="1" fontAlgn="base" latinLnBrk="0" hangingPunct="1">
              <a:lnSpc>
                <a:spcPct val="100000"/>
              </a:lnSpc>
              <a:spcBef>
                <a:spcPct val="0"/>
              </a:spcBef>
              <a:spcAft>
                <a:spcPct val="0"/>
              </a:spcAft>
              <a:buClrTx/>
              <a:buSzTx/>
              <a:buFontTx/>
              <a:buNone/>
              <a:tabLst/>
              <a:defRPr/>
            </a:pPr>
            <a:r>
              <a:rPr lang="ja-JP" altLang="en-US" sz="1000" dirty="0">
                <a:solidFill>
                  <a:prstClr val="black"/>
                </a:solidFill>
                <a:latin typeface="Meiryo UI"/>
                <a:ea typeface="Meiryo UI"/>
                <a:cs typeface="Calibri" panose="020F0502020204030204" pitchFamily="34" charset="0"/>
              </a:rPr>
              <a:t>新規</a:t>
            </a:r>
            <a:endParaRPr kumimoji="1" lang="ja-JP" altLang="en-US" sz="1000" i="0" u="none" strike="noStrike" kern="1200" cap="none" spc="0" normalizeH="0" baseline="0" noProof="0" dirty="0">
              <a:ln>
                <a:noFill/>
              </a:ln>
              <a:solidFill>
                <a:prstClr val="black"/>
              </a:solidFill>
              <a:effectLst/>
              <a:uLnTx/>
              <a:uFillTx/>
              <a:latin typeface="Meiryo UI"/>
              <a:ea typeface="Meiryo UI"/>
              <a:cs typeface="Calibri" panose="020F0502020204030204" pitchFamily="34" charset="0"/>
            </a:endParaRPr>
          </a:p>
        </p:txBody>
      </p:sp>
    </p:spTree>
    <p:extLst>
      <p:ext uri="{BB962C8B-B14F-4D97-AF65-F5344CB8AC3E}">
        <p14:creationId xmlns:p14="http://schemas.microsoft.com/office/powerpoint/2010/main" val="1371529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3AA23-E62E-6D7E-5CE8-DDA50919927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800FAB9-8AC3-B446-A7CC-1797B61E1125}"/>
              </a:ext>
            </a:extLst>
          </p:cNvPr>
          <p:cNvSpPr/>
          <p:nvPr/>
        </p:nvSpPr>
        <p:spPr>
          <a:xfrm>
            <a:off x="1829907" y="3227095"/>
            <a:ext cx="5138706" cy="437322"/>
          </a:xfrm>
          <a:prstGeom prst="rect">
            <a:avLst/>
          </a:prstGeom>
          <a:solidFill>
            <a:srgbClr val="FFFFCC"/>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1000">
              <a:solidFill>
                <a:schemeClr val="tx1"/>
              </a:solidFill>
              <a:latin typeface="Meiryo UI" panose="020B0604030504040204" pitchFamily="50" charset="-128"/>
              <a:ea typeface="Meiryo UI" panose="020B0604030504040204" pitchFamily="50" charset="-128"/>
            </a:endParaRPr>
          </a:p>
        </p:txBody>
      </p:sp>
      <p:sp>
        <p:nvSpPr>
          <p:cNvPr id="11" name="タイトル 10">
            <a:extLst>
              <a:ext uri="{FF2B5EF4-FFF2-40B4-BE49-F238E27FC236}">
                <a16:creationId xmlns:a16="http://schemas.microsoft.com/office/drawing/2014/main" id="{3F5E30A7-AD6F-AD30-5B38-2790D7D239C5}"/>
              </a:ext>
            </a:extLst>
          </p:cNvPr>
          <p:cNvSpPr>
            <a:spLocks noGrp="1"/>
          </p:cNvSpPr>
          <p:nvPr>
            <p:ph type="title"/>
          </p:nvPr>
        </p:nvSpPr>
        <p:spPr/>
        <p:txBody>
          <a:bodyPr>
            <a:normAutofit/>
          </a:bodyPr>
          <a:lstStyle/>
          <a:p>
            <a:r>
              <a:rPr lang="ja-JP" altLang="en-US" sz="2400"/>
              <a:t>目次 </a:t>
            </a:r>
            <a:r>
              <a:rPr lang="en-US" altLang="ja-JP" sz="2400"/>
              <a:t>(Agenda)</a:t>
            </a:r>
            <a:endParaRPr lang="ja-JP" altLang="en-US" sz="2400"/>
          </a:p>
        </p:txBody>
      </p:sp>
      <p:sp>
        <p:nvSpPr>
          <p:cNvPr id="6" name="テキスト ボックス 5">
            <a:extLst>
              <a:ext uri="{FF2B5EF4-FFF2-40B4-BE49-F238E27FC236}">
                <a16:creationId xmlns:a16="http://schemas.microsoft.com/office/drawing/2014/main" id="{0999C8A6-4978-04F1-3858-5DA65B57BB11}"/>
              </a:ext>
            </a:extLst>
          </p:cNvPr>
          <p:cNvSpPr txBox="1"/>
          <p:nvPr/>
        </p:nvSpPr>
        <p:spPr>
          <a:xfrm>
            <a:off x="1829907" y="1471709"/>
            <a:ext cx="5484186" cy="2200082"/>
          </a:xfrm>
          <a:prstGeom prst="rect">
            <a:avLst/>
          </a:prstGeom>
          <a:noFill/>
        </p:spPr>
        <p:txBody>
          <a:bodyPr wrap="square" lIns="144000" tIns="0" rIns="144000" bIns="0" rtlCol="0">
            <a:noAutofit/>
          </a:bodyPr>
          <a:lstStyle/>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背景・目的 </a:t>
            </a:r>
            <a:r>
              <a:rPr lang="en-US" altLang="ja-JP" sz="2000" b="1">
                <a:latin typeface="Meiryo UI" panose="020B0604030504040204" pitchFamily="50" charset="-128"/>
                <a:ea typeface="Meiryo UI" panose="020B0604030504040204" pitchFamily="50" charset="-128"/>
              </a:rPr>
              <a:t>(Background / Purpose)</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ご支援概要 </a:t>
            </a:r>
            <a:r>
              <a:rPr lang="en-US" altLang="ja-JP" sz="2000" b="1">
                <a:latin typeface="Meiryo UI" panose="020B0604030504040204" pitchFamily="50" charset="-128"/>
                <a:ea typeface="Meiryo UI" panose="020B0604030504040204" pitchFamily="50" charset="-128"/>
              </a:rPr>
              <a:t>(Approach)</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体制案 </a:t>
            </a:r>
            <a:r>
              <a:rPr lang="en-US" altLang="ja-JP" sz="2000" b="1">
                <a:latin typeface="Meiryo UI" panose="020B0604030504040204" pitchFamily="50" charset="-128"/>
                <a:ea typeface="Meiryo UI" panose="020B0604030504040204" pitchFamily="50" charset="-128"/>
              </a:rPr>
              <a:t>(Team Structure)</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報酬価格 </a:t>
            </a:r>
            <a:r>
              <a:rPr lang="en-US" altLang="ja-JP" sz="2000" b="1">
                <a:latin typeface="Meiryo UI" panose="020B0604030504040204" pitchFamily="50" charset="-128"/>
                <a:ea typeface="Meiryo UI" panose="020B0604030504040204" pitchFamily="50" charset="-128"/>
              </a:rPr>
              <a:t>(Commercials)</a:t>
            </a:r>
          </a:p>
          <a:p>
            <a:pPr marL="358775" indent="-358775">
              <a:spcAft>
                <a:spcPts val="1200"/>
              </a:spcAft>
              <a:buFont typeface="+mj-lt"/>
              <a:buAutoNum type="arabicPeriod"/>
            </a:pPr>
            <a:r>
              <a:rPr lang="ja-JP" altLang="en-US" sz="2000" b="1">
                <a:latin typeface="Meiryo UI" panose="020B0604030504040204" pitchFamily="50" charset="-128"/>
                <a:ea typeface="Meiryo UI" panose="020B0604030504040204" pitchFamily="50" charset="-128"/>
              </a:rPr>
              <a:t>統合支援実績 </a:t>
            </a:r>
            <a:r>
              <a:rPr lang="en-US" altLang="ja-JP" sz="2000" b="1">
                <a:latin typeface="Meiryo UI" panose="020B0604030504040204" pitchFamily="50" charset="-128"/>
                <a:ea typeface="Meiryo UI" panose="020B0604030504040204" pitchFamily="50" charset="-128"/>
              </a:rPr>
              <a:t>(Value Proposition)</a:t>
            </a:r>
            <a:endParaRPr lang="ja-JP" altLang="en-US" sz="2000" b="1">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486855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7F60230-3D36-99E7-F7E7-9FB7FBAFD35D}"/>
              </a:ext>
            </a:extLst>
          </p:cNvPr>
          <p:cNvSpPr>
            <a:spLocks noGrp="1"/>
          </p:cNvSpPr>
          <p:nvPr>
            <p:ph type="body" sz="quarter" idx="37"/>
          </p:nvPr>
        </p:nvSpPr>
        <p:spPr/>
        <p:txBody>
          <a:bodyPr/>
          <a:lstStyle/>
          <a:p>
            <a:r>
              <a:rPr lang="ja-JP" altLang="en-US" sz="1400"/>
              <a:t>弊社は、国内金融機関の統合案件において、全体</a:t>
            </a:r>
            <a:r>
              <a:rPr lang="en-US" altLang="ja-JP" sz="1400"/>
              <a:t>PMO</a:t>
            </a:r>
            <a:r>
              <a:rPr lang="ja-JP" altLang="en-US" sz="1400"/>
              <a:t>等のプロジェクト管理の支援をしております。</a:t>
            </a:r>
            <a:endParaRPr kumimoji="1" lang="ja-JP" altLang="en-US"/>
          </a:p>
        </p:txBody>
      </p:sp>
      <p:sp>
        <p:nvSpPr>
          <p:cNvPr id="3" name="テキスト プレースホルダー 2">
            <a:extLst>
              <a:ext uri="{FF2B5EF4-FFF2-40B4-BE49-F238E27FC236}">
                <a16:creationId xmlns:a16="http://schemas.microsoft.com/office/drawing/2014/main" id="{3EA29962-4DEE-33A6-0A87-BE4A22DDC213}"/>
              </a:ext>
            </a:extLst>
          </p:cNvPr>
          <p:cNvSpPr>
            <a:spLocks noGrp="1"/>
          </p:cNvSpPr>
          <p:nvPr>
            <p:ph type="body" sz="quarter" idx="36"/>
          </p:nvPr>
        </p:nvSpPr>
        <p:spPr/>
        <p:txBody>
          <a:bodyPr/>
          <a:lstStyle/>
          <a:p>
            <a:r>
              <a:rPr lang="en-US" altLang="ja-JP"/>
              <a:t>5</a:t>
            </a:r>
            <a:r>
              <a:rPr lang="ja-JP" altLang="en-US"/>
              <a:t>．統合支援実績</a:t>
            </a:r>
            <a:endParaRPr kumimoji="1" lang="ja-JP" altLang="en-US"/>
          </a:p>
        </p:txBody>
      </p:sp>
      <p:sp>
        <p:nvSpPr>
          <p:cNvPr id="4" name="タイトル 3">
            <a:extLst>
              <a:ext uri="{FF2B5EF4-FFF2-40B4-BE49-F238E27FC236}">
                <a16:creationId xmlns:a16="http://schemas.microsoft.com/office/drawing/2014/main" id="{0CC92EBF-B3A5-1B26-DD5F-93CF3EB9B9FF}"/>
              </a:ext>
            </a:extLst>
          </p:cNvPr>
          <p:cNvSpPr>
            <a:spLocks noGrp="1"/>
          </p:cNvSpPr>
          <p:nvPr>
            <p:ph type="title"/>
          </p:nvPr>
        </p:nvSpPr>
        <p:spPr/>
        <p:txBody>
          <a:bodyPr/>
          <a:lstStyle/>
          <a:p>
            <a:r>
              <a:rPr lang="ja-JP" altLang="en-US"/>
              <a:t>統合支援実績＜国内＞</a:t>
            </a:r>
            <a:endParaRPr kumimoji="1" lang="ja-JP" altLang="en-US"/>
          </a:p>
        </p:txBody>
      </p:sp>
      <p:grpSp>
        <p:nvGrpSpPr>
          <p:cNvPr id="6" name="グループ化 5">
            <a:extLst>
              <a:ext uri="{FF2B5EF4-FFF2-40B4-BE49-F238E27FC236}">
                <a16:creationId xmlns:a16="http://schemas.microsoft.com/office/drawing/2014/main" id="{3BF76530-5075-2D8B-01E0-9F68AFF31878}"/>
              </a:ext>
            </a:extLst>
          </p:cNvPr>
          <p:cNvGrpSpPr/>
          <p:nvPr/>
        </p:nvGrpSpPr>
        <p:grpSpPr>
          <a:xfrm>
            <a:off x="499533" y="1083732"/>
            <a:ext cx="8178799" cy="3738093"/>
            <a:chOff x="499533" y="1083732"/>
            <a:chExt cx="8178799" cy="3738093"/>
          </a:xfrm>
        </p:grpSpPr>
        <p:sp>
          <p:nvSpPr>
            <p:cNvPr id="14" name="テキスト ボックス 3">
              <a:extLst>
                <a:ext uri="{FF2B5EF4-FFF2-40B4-BE49-F238E27FC236}">
                  <a16:creationId xmlns:a16="http://schemas.microsoft.com/office/drawing/2014/main" id="{F66DB80B-6482-BF7C-ED9B-81E892C03738}"/>
                </a:ext>
              </a:extLst>
            </p:cNvPr>
            <p:cNvSpPr txBox="1">
              <a:spLocks noChangeArrowheads="1"/>
            </p:cNvSpPr>
            <p:nvPr/>
          </p:nvSpPr>
          <p:spPr bwMode="auto">
            <a:xfrm>
              <a:off x="807006" y="1351278"/>
              <a:ext cx="1045265" cy="207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54000" rIns="54000" anchor="b"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algn="ctr" eaLnBrk="1" hangingPunct="1">
                <a:spcBef>
                  <a:spcPct val="0"/>
                </a:spcBef>
                <a:buClrTx/>
                <a:buFontTx/>
                <a:buNone/>
              </a:pP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クライアント</a:t>
              </a:r>
            </a:p>
          </p:txBody>
        </p:sp>
        <p:cxnSp>
          <p:nvCxnSpPr>
            <p:cNvPr id="26" name="直線コネクタ 5">
              <a:extLst>
                <a:ext uri="{FF2B5EF4-FFF2-40B4-BE49-F238E27FC236}">
                  <a16:creationId xmlns:a16="http://schemas.microsoft.com/office/drawing/2014/main" id="{4ADE22D8-FB37-77B6-8CA1-03EB746BDAD6}"/>
                </a:ext>
              </a:extLst>
            </p:cNvPr>
            <p:cNvCxnSpPr>
              <a:cxnSpLocks noChangeShapeType="1"/>
            </p:cNvCxnSpPr>
            <p:nvPr/>
          </p:nvCxnSpPr>
          <p:spPr bwMode="auto">
            <a:xfrm>
              <a:off x="807006" y="1558296"/>
              <a:ext cx="1045265" cy="0"/>
            </a:xfrm>
            <a:prstGeom prst="line">
              <a:avLst/>
            </a:prstGeom>
            <a:noFill/>
            <a:ln w="9525" algn="ctr">
              <a:solidFill>
                <a:srgbClr val="333333"/>
              </a:solidFill>
              <a:round/>
              <a:headEnd/>
              <a:tailEnd/>
            </a:ln>
            <a:extLst>
              <a:ext uri="{909E8E84-426E-40DD-AFC4-6F175D3DCCD1}">
                <a14:hiddenFill xmlns:a14="http://schemas.microsoft.com/office/drawing/2010/main">
                  <a:noFill/>
                </a14:hiddenFill>
              </a:ext>
            </a:extLst>
          </p:spPr>
        </p:cxnSp>
        <p:sp>
          <p:nvSpPr>
            <p:cNvPr id="27" name="テキスト ボックス 3">
              <a:extLst>
                <a:ext uri="{FF2B5EF4-FFF2-40B4-BE49-F238E27FC236}">
                  <a16:creationId xmlns:a16="http://schemas.microsoft.com/office/drawing/2014/main" id="{4D3FED0F-0AA7-30F4-9714-56B8448F1BA1}"/>
                </a:ext>
              </a:extLst>
            </p:cNvPr>
            <p:cNvSpPr txBox="1">
              <a:spLocks noChangeArrowheads="1"/>
            </p:cNvSpPr>
            <p:nvPr/>
          </p:nvSpPr>
          <p:spPr bwMode="auto">
            <a:xfrm>
              <a:off x="3921522" y="1351278"/>
              <a:ext cx="3585518" cy="207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54000" rIns="54000" anchor="b"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algn="ctr" eaLnBrk="1" hangingPunct="1">
                <a:spcBef>
                  <a:spcPct val="0"/>
                </a:spcBef>
                <a:buClrTx/>
                <a:buFontTx/>
                <a:buNone/>
              </a:pP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弊社支援内容</a:t>
              </a:r>
            </a:p>
          </p:txBody>
        </p:sp>
        <p:cxnSp>
          <p:nvCxnSpPr>
            <p:cNvPr id="32" name="直線コネクタ 5">
              <a:extLst>
                <a:ext uri="{FF2B5EF4-FFF2-40B4-BE49-F238E27FC236}">
                  <a16:creationId xmlns:a16="http://schemas.microsoft.com/office/drawing/2014/main" id="{1297510A-5102-1EB8-1F85-2B8799353E4C}"/>
                </a:ext>
              </a:extLst>
            </p:cNvPr>
            <p:cNvCxnSpPr>
              <a:cxnSpLocks noChangeShapeType="1"/>
            </p:cNvCxnSpPr>
            <p:nvPr/>
          </p:nvCxnSpPr>
          <p:spPr bwMode="auto">
            <a:xfrm>
              <a:off x="3921522" y="1558296"/>
              <a:ext cx="3585518" cy="0"/>
            </a:xfrm>
            <a:prstGeom prst="line">
              <a:avLst/>
            </a:prstGeom>
            <a:noFill/>
            <a:ln w="9525" algn="ctr">
              <a:solidFill>
                <a:srgbClr val="333333"/>
              </a:solidFill>
              <a:round/>
              <a:headEnd/>
              <a:tailEnd/>
            </a:ln>
            <a:extLst>
              <a:ext uri="{909E8E84-426E-40DD-AFC4-6F175D3DCCD1}">
                <a14:hiddenFill xmlns:a14="http://schemas.microsoft.com/office/drawing/2010/main">
                  <a:noFill/>
                </a14:hiddenFill>
              </a:ext>
            </a:extLst>
          </p:spPr>
        </p:cxnSp>
        <p:cxnSp>
          <p:nvCxnSpPr>
            <p:cNvPr id="33" name="直線コネクタ 32">
              <a:extLst>
                <a:ext uri="{FF2B5EF4-FFF2-40B4-BE49-F238E27FC236}">
                  <a16:creationId xmlns:a16="http://schemas.microsoft.com/office/drawing/2014/main" id="{019F6F38-E758-3BBA-800C-0C65E20F5E90}"/>
                </a:ext>
              </a:extLst>
            </p:cNvPr>
            <p:cNvCxnSpPr/>
            <p:nvPr/>
          </p:nvCxnSpPr>
          <p:spPr>
            <a:xfrm>
              <a:off x="3921522" y="2047213"/>
              <a:ext cx="3585518"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cxnSp>
          <p:nvCxnSpPr>
            <p:cNvPr id="34" name="直線コネクタ 33">
              <a:extLst>
                <a:ext uri="{FF2B5EF4-FFF2-40B4-BE49-F238E27FC236}">
                  <a16:creationId xmlns:a16="http://schemas.microsoft.com/office/drawing/2014/main" id="{E906FDCD-76A3-2776-E17A-BB3224C4B5DB}"/>
                </a:ext>
              </a:extLst>
            </p:cNvPr>
            <p:cNvCxnSpPr/>
            <p:nvPr/>
          </p:nvCxnSpPr>
          <p:spPr>
            <a:xfrm>
              <a:off x="3921522" y="2507650"/>
              <a:ext cx="3585518"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cxnSp>
          <p:nvCxnSpPr>
            <p:cNvPr id="35" name="直線コネクタ 34">
              <a:extLst>
                <a:ext uri="{FF2B5EF4-FFF2-40B4-BE49-F238E27FC236}">
                  <a16:creationId xmlns:a16="http://schemas.microsoft.com/office/drawing/2014/main" id="{551A50A4-2029-BFA3-1E35-ABFB24AE0031}"/>
                </a:ext>
              </a:extLst>
            </p:cNvPr>
            <p:cNvCxnSpPr/>
            <p:nvPr/>
          </p:nvCxnSpPr>
          <p:spPr>
            <a:xfrm>
              <a:off x="3921522" y="2968095"/>
              <a:ext cx="3585518"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cxnSp>
          <p:nvCxnSpPr>
            <p:cNvPr id="36" name="直線コネクタ 35">
              <a:extLst>
                <a:ext uri="{FF2B5EF4-FFF2-40B4-BE49-F238E27FC236}">
                  <a16:creationId xmlns:a16="http://schemas.microsoft.com/office/drawing/2014/main" id="{98A8D0AD-84B3-375C-477A-6F250D2A22AF}"/>
                </a:ext>
              </a:extLst>
            </p:cNvPr>
            <p:cNvCxnSpPr/>
            <p:nvPr/>
          </p:nvCxnSpPr>
          <p:spPr>
            <a:xfrm>
              <a:off x="3921522" y="3428488"/>
              <a:ext cx="3585518"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sp>
          <p:nvSpPr>
            <p:cNvPr id="37" name="テキスト ボックス 54">
              <a:extLst>
                <a:ext uri="{FF2B5EF4-FFF2-40B4-BE49-F238E27FC236}">
                  <a16:creationId xmlns:a16="http://schemas.microsoft.com/office/drawing/2014/main" id="{238C2A6F-7C92-DDF3-9B2C-D50A5DC03EEA}"/>
                </a:ext>
              </a:extLst>
            </p:cNvPr>
            <p:cNvSpPr txBox="1">
              <a:spLocks noChangeArrowheads="1"/>
            </p:cNvSpPr>
            <p:nvPr/>
          </p:nvSpPr>
          <p:spPr bwMode="auto">
            <a:xfrm>
              <a:off x="807006" y="2995136"/>
              <a:ext cx="1045265" cy="414309"/>
            </a:xfrm>
            <a:prstGeom prst="rect">
              <a:avLst/>
            </a:prstGeom>
            <a:solidFill>
              <a:schemeClr val="tx1"/>
            </a:solidFill>
            <a:ln w="9525">
              <a:solidFill>
                <a:srgbClr val="5F5F5F"/>
              </a:solidFill>
              <a:miter lim="800000"/>
              <a:headEnd/>
              <a:tailEnd/>
            </a:ln>
          </p:spPr>
          <p:txBody>
            <a:bodyPr wrap="non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algn="ctr" eaLnBrk="1" hangingPunct="1">
                <a:spcBef>
                  <a:spcPct val="0"/>
                </a:spcBef>
                <a:buClrTx/>
                <a:buFontTx/>
                <a:buNone/>
              </a:pPr>
              <a:r>
                <a:rPr lang="zh-TW"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t>証券会社</a:t>
              </a:r>
              <a:br>
                <a:rPr lang="zh-TW"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br>
              <a:r>
                <a:rPr lang="zh-TW"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t>合併</a:t>
              </a:r>
              <a:endParaRPr lang="en-US" altLang="zh-TW" sz="90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8" name="テキスト ボックス 28">
              <a:extLst>
                <a:ext uri="{FF2B5EF4-FFF2-40B4-BE49-F238E27FC236}">
                  <a16:creationId xmlns:a16="http://schemas.microsoft.com/office/drawing/2014/main" id="{63A205EA-2221-927D-0DCC-12AFD05311C4}"/>
                </a:ext>
              </a:extLst>
            </p:cNvPr>
            <p:cNvSpPr txBox="1">
              <a:spLocks noChangeArrowheads="1"/>
            </p:cNvSpPr>
            <p:nvPr/>
          </p:nvSpPr>
          <p:spPr bwMode="auto">
            <a:xfrm>
              <a:off x="499533" y="2995078"/>
              <a:ext cx="245945" cy="1339220"/>
            </a:xfrm>
            <a:prstGeom prst="rect">
              <a:avLst/>
            </a:prstGeom>
            <a:solidFill>
              <a:schemeClr val="tx1"/>
            </a:solidFill>
            <a:ln w="9525">
              <a:solidFill>
                <a:srgbClr val="5F5F5F"/>
              </a:solidFill>
              <a:miter lim="800000"/>
              <a:headEnd/>
              <a:tailEnd/>
            </a:ln>
          </p:spPr>
          <p:txBody>
            <a:bodyPr vert="eaVert" wrap="non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algn="ctr" eaLnBrk="1" hangingPunct="1">
                <a:spcBef>
                  <a:spcPct val="0"/>
                </a:spcBef>
                <a:buClrTx/>
                <a:buFontTx/>
                <a:buNone/>
              </a:pPr>
              <a:r>
                <a:rPr lang="ja-JP"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t>証券</a:t>
              </a:r>
            </a:p>
          </p:txBody>
        </p:sp>
        <p:sp>
          <p:nvSpPr>
            <p:cNvPr id="39" name="テキスト ボックス 44">
              <a:extLst>
                <a:ext uri="{FF2B5EF4-FFF2-40B4-BE49-F238E27FC236}">
                  <a16:creationId xmlns:a16="http://schemas.microsoft.com/office/drawing/2014/main" id="{20D039F0-EF9B-3C11-BB43-2C20E7726DE2}"/>
                </a:ext>
              </a:extLst>
            </p:cNvPr>
            <p:cNvSpPr txBox="1">
              <a:spLocks noChangeArrowheads="1"/>
            </p:cNvSpPr>
            <p:nvPr/>
          </p:nvSpPr>
          <p:spPr bwMode="auto">
            <a:xfrm>
              <a:off x="3921522" y="3457533"/>
              <a:ext cx="3585518" cy="414309"/>
            </a:xfrm>
            <a:prstGeom prst="rect">
              <a:avLst/>
            </a:prstGeom>
            <a:noFill/>
            <a:ln w="9525">
              <a:noFill/>
              <a:miter lim="800000"/>
              <a:headEnd/>
              <a:tailEnd/>
            </a:ln>
          </p:spPr>
          <p:txBody>
            <a:bodyPr wrap="square" lIns="54000" rIns="27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marL="128588" indent="-128588" eaLnBrk="1" hangingPunct="1">
                <a:spcBef>
                  <a:spcPct val="0"/>
                </a:spcBef>
                <a:buClrTx/>
                <a:buFont typeface="Arial" panose="020B0604020202020204" pitchFamily="34" charset="0"/>
                <a:buChar char="•"/>
              </a:pP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全体</a:t>
              </a: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PMO</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として合併後のビジネスモデルの検討、合併計画として取りまとめ、</a:t>
              </a: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Day1</a:t>
              </a:r>
              <a:r>
                <a:rPr lang="ja-JP" altLang="en-US" sz="900" err="1">
                  <a:solidFill>
                    <a:srgbClr val="000000"/>
                  </a:solidFill>
                  <a:latin typeface="Meiryo UI" panose="020B0604030504040204" pitchFamily="50" charset="-128"/>
                  <a:ea typeface="Meiryo UI" panose="020B0604030504040204" pitchFamily="50" charset="-128"/>
                  <a:cs typeface="Meiryo UI" panose="020B0604030504040204" pitchFamily="50" charset="-128"/>
                </a:rPr>
                <a:t>までの</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推進を支援</a:t>
              </a:r>
            </a:p>
            <a:p>
              <a:pPr marL="128588" indent="-128588" eaLnBrk="1" hangingPunct="1">
                <a:spcBef>
                  <a:spcPct val="0"/>
                </a:spcBef>
                <a:buClrTx/>
                <a:buFont typeface="Arial" panose="020B0604020202020204" pitchFamily="34" charset="0"/>
                <a:buChar char="•"/>
              </a:pP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IT</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領域における開発全体</a:t>
              </a: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PMO</a:t>
              </a:r>
              <a:r>
                <a:rPr lang="ja-JP" altLang="en-US" sz="900" err="1">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個別システムの</a:t>
              </a: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PMO</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を担当</a:t>
              </a:r>
            </a:p>
          </p:txBody>
        </p:sp>
        <p:sp>
          <p:nvSpPr>
            <p:cNvPr id="40" name="テキスト ボックス 28">
              <a:extLst>
                <a:ext uri="{FF2B5EF4-FFF2-40B4-BE49-F238E27FC236}">
                  <a16:creationId xmlns:a16="http://schemas.microsoft.com/office/drawing/2014/main" id="{83BA0902-B1A7-22C3-6285-DB6FA6B5ED0F}"/>
                </a:ext>
              </a:extLst>
            </p:cNvPr>
            <p:cNvSpPr txBox="1">
              <a:spLocks noChangeArrowheads="1"/>
            </p:cNvSpPr>
            <p:nvPr/>
          </p:nvSpPr>
          <p:spPr bwMode="auto">
            <a:xfrm>
              <a:off x="807006" y="3457533"/>
              <a:ext cx="1045265" cy="414309"/>
            </a:xfrm>
            <a:prstGeom prst="rect">
              <a:avLst/>
            </a:prstGeom>
            <a:solidFill>
              <a:schemeClr val="tx1"/>
            </a:solidFill>
            <a:ln w="9525">
              <a:solidFill>
                <a:srgbClr val="5F5F5F"/>
              </a:solidFill>
              <a:miter lim="800000"/>
              <a:headEnd/>
              <a:tailEnd/>
            </a:ln>
          </p:spPr>
          <p:txBody>
            <a:bodyPr wrap="non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algn="ctr" eaLnBrk="1" hangingPunct="1">
                <a:spcBef>
                  <a:spcPct val="0"/>
                </a:spcBef>
                <a:buClrTx/>
                <a:buFontTx/>
                <a:buNone/>
              </a:pPr>
              <a:r>
                <a:rPr lang="zh-TW"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t>証券会社</a:t>
              </a:r>
              <a:br>
                <a:rPr lang="zh-TW"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br>
              <a:r>
                <a:rPr lang="zh-TW"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t>合併</a:t>
              </a:r>
              <a:endParaRPr lang="en-US" altLang="zh-TW" sz="90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1" name="テキスト ボックス 28">
              <a:extLst>
                <a:ext uri="{FF2B5EF4-FFF2-40B4-BE49-F238E27FC236}">
                  <a16:creationId xmlns:a16="http://schemas.microsoft.com/office/drawing/2014/main" id="{1E8D4722-6DCA-2C08-E562-63891783A012}"/>
                </a:ext>
              </a:extLst>
            </p:cNvPr>
            <p:cNvSpPr txBox="1">
              <a:spLocks noChangeArrowheads="1"/>
            </p:cNvSpPr>
            <p:nvPr/>
          </p:nvSpPr>
          <p:spPr bwMode="auto">
            <a:xfrm>
              <a:off x="499533" y="4382441"/>
              <a:ext cx="245945" cy="414309"/>
            </a:xfrm>
            <a:prstGeom prst="rect">
              <a:avLst/>
            </a:prstGeom>
            <a:solidFill>
              <a:schemeClr val="tx1"/>
            </a:solidFill>
            <a:ln w="9525">
              <a:solidFill>
                <a:srgbClr val="5F5F5F"/>
              </a:solidFill>
              <a:miter lim="800000"/>
              <a:headEnd/>
              <a:tailEnd/>
            </a:ln>
          </p:spPr>
          <p:txBody>
            <a:bodyPr vert="eaVert" wrap="non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algn="ctr" eaLnBrk="1" hangingPunct="1">
                <a:spcBef>
                  <a:spcPct val="0"/>
                </a:spcBef>
                <a:buClrTx/>
                <a:buFontTx/>
                <a:buNone/>
              </a:pPr>
              <a:r>
                <a:rPr lang="ja-JP"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t>保険</a:t>
              </a:r>
            </a:p>
          </p:txBody>
        </p:sp>
        <p:sp>
          <p:nvSpPr>
            <p:cNvPr id="42" name="テキスト ボックス 44">
              <a:extLst>
                <a:ext uri="{FF2B5EF4-FFF2-40B4-BE49-F238E27FC236}">
                  <a16:creationId xmlns:a16="http://schemas.microsoft.com/office/drawing/2014/main" id="{FFEDB1DC-8B6D-EFC3-F2C1-6BF00631E9A5}"/>
                </a:ext>
              </a:extLst>
            </p:cNvPr>
            <p:cNvSpPr txBox="1">
              <a:spLocks noChangeArrowheads="1"/>
            </p:cNvSpPr>
            <p:nvPr/>
          </p:nvSpPr>
          <p:spPr bwMode="auto">
            <a:xfrm>
              <a:off x="3921522" y="3919988"/>
              <a:ext cx="3585518" cy="414309"/>
            </a:xfrm>
            <a:prstGeom prst="rect">
              <a:avLst/>
            </a:prstGeom>
            <a:noFill/>
            <a:ln w="9525">
              <a:noFill/>
              <a:miter lim="800000"/>
              <a:headEnd/>
              <a:tailEnd/>
            </a:ln>
          </p:spPr>
          <p:txBody>
            <a:bodyPr wrap="square" lIns="54000" rIns="27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marL="128588" indent="-128588" eaLnBrk="1" hangingPunct="1">
                <a:spcBef>
                  <a:spcPct val="0"/>
                </a:spcBef>
                <a:buClrTx/>
                <a:buFont typeface="Arial" panose="020B0604020202020204" pitchFamily="34" charset="0"/>
                <a:buChar char="•"/>
              </a:pPr>
              <a:r>
                <a:rPr lang="ja-JP" altLang="en-US" sz="900">
                  <a:latin typeface="Meiryo UI" panose="020B0604030504040204" pitchFamily="50" charset="-128"/>
                  <a:ea typeface="Meiryo UI" panose="020B0604030504040204" pitchFamily="50" charset="-128"/>
                  <a:cs typeface="Meiryo UI" panose="020B0604030504040204" pitchFamily="50" charset="-128"/>
                </a:rPr>
                <a:t>経営企画部直下の統合委員会事務局において、全体</a:t>
              </a:r>
              <a:r>
                <a:rPr lang="en-US" altLang="ja-JP" sz="900">
                  <a:latin typeface="Meiryo UI" panose="020B0604030504040204" pitchFamily="50" charset="-128"/>
                  <a:ea typeface="Meiryo UI" panose="020B0604030504040204" pitchFamily="50" charset="-128"/>
                  <a:cs typeface="Meiryo UI" panose="020B0604030504040204" pitchFamily="50" charset="-128"/>
                </a:rPr>
                <a:t>PMO</a:t>
              </a:r>
              <a:r>
                <a:rPr lang="ja-JP" altLang="en-US" sz="900">
                  <a:latin typeface="Meiryo UI" panose="020B0604030504040204" pitchFamily="50" charset="-128"/>
                  <a:ea typeface="Meiryo UI" panose="020B0604030504040204" pitchFamily="50" charset="-128"/>
                  <a:cs typeface="Meiryo UI" panose="020B0604030504040204" pitchFamily="50" charset="-128"/>
                </a:rPr>
                <a:t>を支援（統合計画の策定、経営報告等）</a:t>
              </a:r>
            </a:p>
            <a:p>
              <a:pPr marL="128588" indent="-128588" eaLnBrk="1" hangingPunct="1">
                <a:spcBef>
                  <a:spcPct val="0"/>
                </a:spcBef>
                <a:buClrTx/>
                <a:buFont typeface="Arial" panose="020B0604020202020204" pitchFamily="34" charset="0"/>
                <a:buChar char="•"/>
              </a:pPr>
              <a:r>
                <a:rPr lang="ja-JP" altLang="en-US" sz="900">
                  <a:latin typeface="Meiryo UI" panose="020B0604030504040204" pitchFamily="50" charset="-128"/>
                  <a:ea typeface="Meiryo UI" panose="020B0604030504040204" pitchFamily="50" charset="-128"/>
                  <a:cs typeface="Meiryo UI" panose="020B0604030504040204" pitchFamily="50" charset="-128"/>
                </a:rPr>
                <a:t>事務及び</a:t>
              </a:r>
              <a:r>
                <a:rPr lang="en-US" altLang="ja-JP" sz="900">
                  <a:latin typeface="Meiryo UI" panose="020B0604030504040204" pitchFamily="50" charset="-128"/>
                  <a:ea typeface="Meiryo UI" panose="020B0604030504040204" pitchFamily="50" charset="-128"/>
                  <a:cs typeface="Meiryo UI" panose="020B0604030504040204" pitchFamily="50" charset="-128"/>
                </a:rPr>
                <a:t>IT</a:t>
              </a:r>
              <a:r>
                <a:rPr lang="ja-JP" altLang="en-US" sz="900">
                  <a:latin typeface="Meiryo UI" panose="020B0604030504040204" pitchFamily="50" charset="-128"/>
                  <a:ea typeface="Meiryo UI" panose="020B0604030504040204" pitchFamily="50" charset="-128"/>
                  <a:cs typeface="Meiryo UI" panose="020B0604030504040204" pitchFamily="50" charset="-128"/>
                </a:rPr>
                <a:t>分科会の全体</a:t>
              </a:r>
              <a:r>
                <a:rPr lang="en-US" altLang="ja-JP" sz="900">
                  <a:latin typeface="Meiryo UI" panose="020B0604030504040204" pitchFamily="50" charset="-128"/>
                  <a:ea typeface="Meiryo UI" panose="020B0604030504040204" pitchFamily="50" charset="-128"/>
                  <a:cs typeface="Meiryo UI" panose="020B0604030504040204" pitchFamily="50" charset="-128"/>
                </a:rPr>
                <a:t>PMO</a:t>
              </a:r>
              <a:r>
                <a:rPr lang="ja-JP" altLang="en-US" sz="900" err="1">
                  <a:latin typeface="Meiryo UI" panose="020B0604030504040204" pitchFamily="50" charset="-128"/>
                  <a:ea typeface="Meiryo UI" panose="020B0604030504040204" pitchFamily="50" charset="-128"/>
                  <a:cs typeface="Meiryo UI" panose="020B0604030504040204" pitchFamily="50" charset="-128"/>
                </a:rPr>
                <a:t>、</a:t>
              </a:r>
              <a:r>
                <a:rPr lang="en-US" altLang="ja-JP" sz="900">
                  <a:latin typeface="Meiryo UI" panose="020B0604030504040204" pitchFamily="50" charset="-128"/>
                  <a:ea typeface="Meiryo UI" panose="020B0604030504040204" pitchFamily="50" charset="-128"/>
                  <a:cs typeface="Meiryo UI" panose="020B0604030504040204" pitchFamily="50" charset="-128"/>
                </a:rPr>
                <a:t>IT</a:t>
              </a:r>
              <a:r>
                <a:rPr lang="ja-JP" altLang="en-US" sz="900">
                  <a:latin typeface="Meiryo UI" panose="020B0604030504040204" pitchFamily="50" charset="-128"/>
                  <a:ea typeface="Meiryo UI" panose="020B0604030504040204" pitchFamily="50" charset="-128"/>
                  <a:cs typeface="Meiryo UI" panose="020B0604030504040204" pitchFamily="50" charset="-128"/>
                </a:rPr>
                <a:t>子会社の開発</a:t>
              </a:r>
              <a:r>
                <a:rPr lang="en-US" altLang="ja-JP" sz="900">
                  <a:latin typeface="Meiryo UI" panose="020B0604030504040204" pitchFamily="50" charset="-128"/>
                  <a:ea typeface="Meiryo UI" panose="020B0604030504040204" pitchFamily="50" charset="-128"/>
                  <a:cs typeface="Meiryo UI" panose="020B0604030504040204" pitchFamily="50" charset="-128"/>
                </a:rPr>
                <a:t>PMO</a:t>
              </a:r>
              <a:r>
                <a:rPr lang="ja-JP" altLang="en-US" sz="900">
                  <a:latin typeface="Meiryo UI" panose="020B0604030504040204" pitchFamily="50" charset="-128"/>
                  <a:ea typeface="Meiryo UI" panose="020B0604030504040204" pitchFamily="50" charset="-128"/>
                  <a:cs typeface="Meiryo UI" panose="020B0604030504040204" pitchFamily="50" charset="-128"/>
                </a:rPr>
                <a:t>を担当</a:t>
              </a:r>
            </a:p>
          </p:txBody>
        </p:sp>
        <p:sp>
          <p:nvSpPr>
            <p:cNvPr id="43" name="テキスト ボックス 59">
              <a:extLst>
                <a:ext uri="{FF2B5EF4-FFF2-40B4-BE49-F238E27FC236}">
                  <a16:creationId xmlns:a16="http://schemas.microsoft.com/office/drawing/2014/main" id="{763BB42B-32C3-98FA-5A7F-B7C9953465F4}"/>
                </a:ext>
              </a:extLst>
            </p:cNvPr>
            <p:cNvSpPr txBox="1">
              <a:spLocks noChangeArrowheads="1"/>
            </p:cNvSpPr>
            <p:nvPr/>
          </p:nvSpPr>
          <p:spPr bwMode="auto">
            <a:xfrm>
              <a:off x="807006" y="3919988"/>
              <a:ext cx="1045265" cy="414309"/>
            </a:xfrm>
            <a:prstGeom prst="rect">
              <a:avLst/>
            </a:prstGeom>
            <a:solidFill>
              <a:schemeClr val="tx1"/>
            </a:solidFill>
            <a:ln w="9525">
              <a:solidFill>
                <a:srgbClr val="5F5F5F"/>
              </a:solidFill>
              <a:miter lim="800000"/>
              <a:headEnd/>
              <a:tailEnd/>
            </a:ln>
          </p:spPr>
          <p:txBody>
            <a:bodyPr wrap="non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algn="ctr" eaLnBrk="1" hangingPunct="1">
                <a:spcBef>
                  <a:spcPct val="0"/>
                </a:spcBef>
                <a:buClrTx/>
                <a:buFontTx/>
                <a:buNone/>
              </a:pPr>
              <a:r>
                <a:rPr lang="ja-JP"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t>証券会社</a:t>
              </a:r>
              <a:endParaRPr lang="en-US" altLang="ja-JP" sz="90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ctr" eaLnBrk="1" hangingPunct="1">
                <a:spcBef>
                  <a:spcPct val="0"/>
                </a:spcBef>
                <a:buClrTx/>
                <a:buFontTx/>
                <a:buNone/>
              </a:pPr>
              <a:r>
                <a:rPr lang="zh-TW"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t>合併</a:t>
              </a:r>
              <a:endParaRPr lang="en-US" altLang="zh-TW" sz="90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4" name="テキスト ボックス 39">
              <a:extLst>
                <a:ext uri="{FF2B5EF4-FFF2-40B4-BE49-F238E27FC236}">
                  <a16:creationId xmlns:a16="http://schemas.microsoft.com/office/drawing/2014/main" id="{5319CEB9-231F-9BC5-21C1-EAD83D989F6B}"/>
                </a:ext>
              </a:extLst>
            </p:cNvPr>
            <p:cNvSpPr txBox="1">
              <a:spLocks noChangeArrowheads="1"/>
            </p:cNvSpPr>
            <p:nvPr/>
          </p:nvSpPr>
          <p:spPr bwMode="auto">
            <a:xfrm>
              <a:off x="807006" y="2532630"/>
              <a:ext cx="1045265" cy="414309"/>
            </a:xfrm>
            <a:prstGeom prst="rect">
              <a:avLst/>
            </a:prstGeom>
            <a:solidFill>
              <a:schemeClr val="tx1"/>
            </a:solidFill>
            <a:ln w="9525">
              <a:solidFill>
                <a:srgbClr val="5F5F5F"/>
              </a:solidFill>
              <a:miter lim="800000"/>
              <a:headEnd/>
              <a:tailEnd/>
            </a:ln>
          </p:spPr>
          <p:txBody>
            <a:bodyPr wrap="non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algn="ctr" eaLnBrk="1" hangingPunct="1">
                <a:spcBef>
                  <a:spcPct val="0"/>
                </a:spcBef>
                <a:buClrTx/>
                <a:buFontTx/>
                <a:buNone/>
              </a:pPr>
              <a:r>
                <a:rPr lang="ja-JP"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t>メガバンクにおける</a:t>
              </a:r>
              <a:endParaRPr lang="en-US" altLang="ja-JP" sz="90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ctr" eaLnBrk="1" hangingPunct="1">
                <a:spcBef>
                  <a:spcPct val="0"/>
                </a:spcBef>
                <a:buClrTx/>
                <a:buFontTx/>
                <a:buNone/>
              </a:pPr>
              <a:r>
                <a:rPr lang="ja-JP"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t>グローバル</a:t>
              </a:r>
              <a:endParaRPr lang="en-US" altLang="ja-JP" sz="90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ctr" eaLnBrk="1" hangingPunct="1">
                <a:spcBef>
                  <a:spcPct val="0"/>
                </a:spcBef>
                <a:buClrTx/>
                <a:buFontTx/>
                <a:buNone/>
              </a:pPr>
              <a:r>
                <a:rPr lang="ja-JP"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t>業務統合</a:t>
              </a:r>
              <a:endParaRPr lang="en-US" altLang="ja-JP" sz="90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5" name="テキスト ボックス 44">
              <a:extLst>
                <a:ext uri="{FF2B5EF4-FFF2-40B4-BE49-F238E27FC236}">
                  <a16:creationId xmlns:a16="http://schemas.microsoft.com/office/drawing/2014/main" id="{4728E20E-3917-A3EE-B9FC-2DBCAC69AC3D}"/>
                </a:ext>
              </a:extLst>
            </p:cNvPr>
            <p:cNvSpPr txBox="1">
              <a:spLocks noChangeArrowheads="1"/>
            </p:cNvSpPr>
            <p:nvPr/>
          </p:nvSpPr>
          <p:spPr bwMode="auto">
            <a:xfrm>
              <a:off x="3921522" y="2532623"/>
              <a:ext cx="3585518" cy="414309"/>
            </a:xfrm>
            <a:prstGeom prst="rect">
              <a:avLst/>
            </a:prstGeom>
            <a:noFill/>
            <a:ln w="9525">
              <a:noFill/>
              <a:miter lim="800000"/>
              <a:headEnd/>
              <a:tailEnd/>
            </a:ln>
          </p:spPr>
          <p:txBody>
            <a:bodyPr wrap="square" lIns="54000" rIns="27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marL="128588" indent="-128588" eaLnBrk="1" hangingPunct="1">
                <a:spcBef>
                  <a:spcPct val="0"/>
                </a:spcBef>
                <a:buClrTx/>
                <a:buFont typeface="Arial" panose="020B0604020202020204" pitchFamily="34" charset="0"/>
                <a:buChar char="•"/>
              </a:pP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全体</a:t>
              </a: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PMO</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支援の役割において、グローバル全体のプロジェクト管理方針・計画の策定、</a:t>
              </a: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Day1</a:t>
              </a:r>
              <a:r>
                <a:rPr lang="ja-JP" altLang="en-US" sz="900" err="1">
                  <a:solidFill>
                    <a:srgbClr val="000000"/>
                  </a:solidFill>
                  <a:latin typeface="Meiryo UI" panose="020B0604030504040204" pitchFamily="50" charset="-128"/>
                  <a:ea typeface="Meiryo UI" panose="020B0604030504040204" pitchFamily="50" charset="-128"/>
                  <a:cs typeface="Meiryo UI" panose="020B0604030504040204" pitchFamily="50" charset="-128"/>
                </a:rPr>
                <a:t>までの</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推進を支援</a:t>
              </a:r>
            </a:p>
          </p:txBody>
        </p:sp>
        <p:sp>
          <p:nvSpPr>
            <p:cNvPr id="46" name="テキスト ボックス 34">
              <a:extLst>
                <a:ext uri="{FF2B5EF4-FFF2-40B4-BE49-F238E27FC236}">
                  <a16:creationId xmlns:a16="http://schemas.microsoft.com/office/drawing/2014/main" id="{15B496F2-E897-6911-497D-F787EEAAF077}"/>
                </a:ext>
              </a:extLst>
            </p:cNvPr>
            <p:cNvSpPr txBox="1">
              <a:spLocks noChangeArrowheads="1"/>
            </p:cNvSpPr>
            <p:nvPr/>
          </p:nvSpPr>
          <p:spPr bwMode="auto">
            <a:xfrm>
              <a:off x="807006" y="1607713"/>
              <a:ext cx="1045265" cy="414309"/>
            </a:xfrm>
            <a:prstGeom prst="rect">
              <a:avLst/>
            </a:prstGeom>
            <a:solidFill>
              <a:schemeClr val="tx1"/>
            </a:solidFill>
            <a:ln w="9525">
              <a:solidFill>
                <a:srgbClr val="5F5F5F"/>
              </a:solidFill>
              <a:miter lim="800000"/>
              <a:headEnd/>
              <a:tailEnd/>
            </a:ln>
          </p:spPr>
          <p:txBody>
            <a:bodyPr wrap="non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algn="ctr" eaLnBrk="1" hangingPunct="1">
                <a:spcBef>
                  <a:spcPct val="0"/>
                </a:spcBef>
                <a:buClrTx/>
                <a:buFontTx/>
                <a:buNone/>
              </a:pPr>
              <a:r>
                <a:rPr lang="ja-JP"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t>メガバンク</a:t>
              </a:r>
              <a:endParaRPr lang="en-US" altLang="ja-JP" sz="90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ctr" eaLnBrk="1" hangingPunct="1">
                <a:spcBef>
                  <a:spcPct val="0"/>
                </a:spcBef>
                <a:buClrTx/>
                <a:buFontTx/>
                <a:buNone/>
              </a:pPr>
              <a:r>
                <a:rPr lang="ja-JP"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t>合併</a:t>
              </a:r>
            </a:p>
          </p:txBody>
        </p:sp>
        <p:sp>
          <p:nvSpPr>
            <p:cNvPr id="47" name="テキスト ボックス 28">
              <a:extLst>
                <a:ext uri="{FF2B5EF4-FFF2-40B4-BE49-F238E27FC236}">
                  <a16:creationId xmlns:a16="http://schemas.microsoft.com/office/drawing/2014/main" id="{C4328A1E-3376-D0DF-79AA-2DA12BF3AE61}"/>
                </a:ext>
              </a:extLst>
            </p:cNvPr>
            <p:cNvSpPr txBox="1">
              <a:spLocks noChangeArrowheads="1"/>
            </p:cNvSpPr>
            <p:nvPr/>
          </p:nvSpPr>
          <p:spPr bwMode="auto">
            <a:xfrm>
              <a:off x="499533" y="1607713"/>
              <a:ext cx="245945" cy="1339219"/>
            </a:xfrm>
            <a:prstGeom prst="rect">
              <a:avLst/>
            </a:prstGeom>
            <a:solidFill>
              <a:schemeClr val="tx1"/>
            </a:solidFill>
            <a:ln w="9525">
              <a:solidFill>
                <a:srgbClr val="5F5F5F"/>
              </a:solidFill>
              <a:miter lim="800000"/>
              <a:headEnd/>
              <a:tailEnd/>
            </a:ln>
          </p:spPr>
          <p:txBody>
            <a:bodyPr vert="eaVert" wrap="non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algn="ctr" eaLnBrk="1" hangingPunct="1">
                <a:spcBef>
                  <a:spcPct val="0"/>
                </a:spcBef>
                <a:buClrTx/>
                <a:buFontTx/>
                <a:buNone/>
              </a:pPr>
              <a:r>
                <a:rPr lang="ja-JP"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t>銀行</a:t>
              </a:r>
            </a:p>
          </p:txBody>
        </p:sp>
        <p:sp>
          <p:nvSpPr>
            <p:cNvPr id="48" name="テキスト ボックス 44">
              <a:extLst>
                <a:ext uri="{FF2B5EF4-FFF2-40B4-BE49-F238E27FC236}">
                  <a16:creationId xmlns:a16="http://schemas.microsoft.com/office/drawing/2014/main" id="{4C9CC3BE-DE4B-CF06-1C7F-793ED9C44111}"/>
                </a:ext>
              </a:extLst>
            </p:cNvPr>
            <p:cNvSpPr txBox="1">
              <a:spLocks noChangeArrowheads="1"/>
            </p:cNvSpPr>
            <p:nvPr/>
          </p:nvSpPr>
          <p:spPr bwMode="auto">
            <a:xfrm>
              <a:off x="3921522" y="1607713"/>
              <a:ext cx="3585518" cy="414309"/>
            </a:xfrm>
            <a:prstGeom prst="rect">
              <a:avLst/>
            </a:prstGeom>
            <a:no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marL="128588" indent="-128588" eaLnBrk="1" hangingPunct="1">
                <a:spcBef>
                  <a:spcPct val="0"/>
                </a:spcBef>
                <a:buClrTx/>
                <a:buFont typeface="Arial" panose="020B0604020202020204" pitchFamily="34" charset="0"/>
                <a:buChar char="•"/>
              </a:pP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海外系システムのシステム統合領域において、個別システムの</a:t>
              </a: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PMO</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として</a:t>
              </a: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Day1</a:t>
              </a:r>
              <a:r>
                <a:rPr lang="ja-JP" altLang="en-US" sz="900" err="1">
                  <a:solidFill>
                    <a:srgbClr val="000000"/>
                  </a:solidFill>
                  <a:latin typeface="Meiryo UI" panose="020B0604030504040204" pitchFamily="50" charset="-128"/>
                  <a:ea typeface="Meiryo UI" panose="020B0604030504040204" pitchFamily="50" charset="-128"/>
                  <a:cs typeface="Meiryo UI" panose="020B0604030504040204" pitchFamily="50" charset="-128"/>
                </a:rPr>
                <a:t>までの</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推進を支援</a:t>
              </a:r>
            </a:p>
          </p:txBody>
        </p:sp>
        <p:sp>
          <p:nvSpPr>
            <p:cNvPr id="49" name="テキスト ボックス 34">
              <a:extLst>
                <a:ext uri="{FF2B5EF4-FFF2-40B4-BE49-F238E27FC236}">
                  <a16:creationId xmlns:a16="http://schemas.microsoft.com/office/drawing/2014/main" id="{A0ED5ED5-9D2E-31BE-F673-00A7DE52DF48}"/>
                </a:ext>
              </a:extLst>
            </p:cNvPr>
            <p:cNvSpPr txBox="1">
              <a:spLocks noChangeArrowheads="1"/>
            </p:cNvSpPr>
            <p:nvPr/>
          </p:nvSpPr>
          <p:spPr bwMode="auto">
            <a:xfrm>
              <a:off x="807006" y="2070168"/>
              <a:ext cx="1045265" cy="414309"/>
            </a:xfrm>
            <a:prstGeom prst="rect">
              <a:avLst/>
            </a:prstGeom>
            <a:solidFill>
              <a:schemeClr val="tx1"/>
            </a:solidFill>
            <a:ln w="9525">
              <a:solidFill>
                <a:srgbClr val="5F5F5F"/>
              </a:solidFill>
              <a:miter lim="800000"/>
              <a:headEnd/>
              <a:tailEnd/>
            </a:ln>
          </p:spPr>
          <p:txBody>
            <a:bodyPr wrap="non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algn="ctr" eaLnBrk="1" hangingPunct="1">
                <a:spcBef>
                  <a:spcPct val="0"/>
                </a:spcBef>
                <a:buClrTx/>
                <a:buFontTx/>
                <a:buNone/>
              </a:pPr>
              <a:r>
                <a:rPr lang="ja-JP"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t>都市銀行の</a:t>
              </a:r>
              <a:endParaRPr lang="en-US" altLang="ja-JP" sz="90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ctr" eaLnBrk="1" hangingPunct="1">
                <a:spcBef>
                  <a:spcPct val="0"/>
                </a:spcBef>
                <a:buClrTx/>
                <a:buFontTx/>
                <a:buNone/>
              </a:pPr>
              <a:r>
                <a:rPr lang="ja-JP"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t>合併</a:t>
              </a:r>
            </a:p>
          </p:txBody>
        </p:sp>
        <p:sp>
          <p:nvSpPr>
            <p:cNvPr id="50" name="テキスト ボックス 44">
              <a:extLst>
                <a:ext uri="{FF2B5EF4-FFF2-40B4-BE49-F238E27FC236}">
                  <a16:creationId xmlns:a16="http://schemas.microsoft.com/office/drawing/2014/main" id="{A3C72B96-5C8C-B780-C0A4-934D72A49AAA}"/>
                </a:ext>
              </a:extLst>
            </p:cNvPr>
            <p:cNvSpPr txBox="1">
              <a:spLocks noChangeArrowheads="1"/>
            </p:cNvSpPr>
            <p:nvPr/>
          </p:nvSpPr>
          <p:spPr bwMode="auto">
            <a:xfrm>
              <a:off x="3921522" y="2070168"/>
              <a:ext cx="3585518" cy="414309"/>
            </a:xfrm>
            <a:prstGeom prst="rect">
              <a:avLst/>
            </a:prstGeom>
            <a:no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marL="128588" indent="-128588" eaLnBrk="1" hangingPunct="1">
                <a:spcBef>
                  <a:spcPct val="0"/>
                </a:spcBef>
                <a:buClrTx/>
                <a:buFont typeface="Arial" panose="020B0604020202020204" pitchFamily="34" charset="0"/>
                <a:buChar char="•"/>
              </a:pP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全体</a:t>
              </a: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PMO</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支援の役割において、プロジェクト管理方針・計画の策定、テスト計画・移行計画策定、経営層意思決定を支援</a:t>
              </a:r>
            </a:p>
          </p:txBody>
        </p:sp>
        <p:cxnSp>
          <p:nvCxnSpPr>
            <p:cNvPr id="51" name="直線コネクタ 50">
              <a:extLst>
                <a:ext uri="{FF2B5EF4-FFF2-40B4-BE49-F238E27FC236}">
                  <a16:creationId xmlns:a16="http://schemas.microsoft.com/office/drawing/2014/main" id="{0D887469-CE84-C419-8D0F-2B15889A69B3}"/>
                </a:ext>
              </a:extLst>
            </p:cNvPr>
            <p:cNvCxnSpPr/>
            <p:nvPr/>
          </p:nvCxnSpPr>
          <p:spPr>
            <a:xfrm>
              <a:off x="3921522" y="3888889"/>
              <a:ext cx="3585518"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直線コネクタ 51">
              <a:extLst>
                <a:ext uri="{FF2B5EF4-FFF2-40B4-BE49-F238E27FC236}">
                  <a16:creationId xmlns:a16="http://schemas.microsoft.com/office/drawing/2014/main" id="{C07492CF-98C9-A1C7-AF2B-B9DF54D33B3A}"/>
                </a:ext>
              </a:extLst>
            </p:cNvPr>
            <p:cNvCxnSpPr/>
            <p:nvPr/>
          </p:nvCxnSpPr>
          <p:spPr>
            <a:xfrm>
              <a:off x="3921522" y="4355357"/>
              <a:ext cx="3585518"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cxnSp>
          <p:nvCxnSpPr>
            <p:cNvPr id="53" name="直線コネクタ 52">
              <a:extLst>
                <a:ext uri="{FF2B5EF4-FFF2-40B4-BE49-F238E27FC236}">
                  <a16:creationId xmlns:a16="http://schemas.microsoft.com/office/drawing/2014/main" id="{FE63495F-3D68-F459-FBB1-2664F3692869}"/>
                </a:ext>
              </a:extLst>
            </p:cNvPr>
            <p:cNvCxnSpPr/>
            <p:nvPr/>
          </p:nvCxnSpPr>
          <p:spPr>
            <a:xfrm>
              <a:off x="3921522" y="4821825"/>
              <a:ext cx="3585518"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sp>
          <p:nvSpPr>
            <p:cNvPr id="54" name="テキスト ボックス 3">
              <a:extLst>
                <a:ext uri="{FF2B5EF4-FFF2-40B4-BE49-F238E27FC236}">
                  <a16:creationId xmlns:a16="http://schemas.microsoft.com/office/drawing/2014/main" id="{B29109D9-C0B5-517C-00D2-04DDAB38ABD7}"/>
                </a:ext>
              </a:extLst>
            </p:cNvPr>
            <p:cNvSpPr txBox="1">
              <a:spLocks noChangeArrowheads="1"/>
            </p:cNvSpPr>
            <p:nvPr/>
          </p:nvSpPr>
          <p:spPr bwMode="auto">
            <a:xfrm>
              <a:off x="1963490" y="1351278"/>
              <a:ext cx="1795264" cy="207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54000" rIns="54000" anchor="b"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algn="ctr" eaLnBrk="1" hangingPunct="1">
                <a:spcBef>
                  <a:spcPct val="0"/>
                </a:spcBef>
                <a:buClrTx/>
                <a:buFontTx/>
                <a:buNone/>
              </a:pP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プロジェクト概要</a:t>
              </a:r>
            </a:p>
          </p:txBody>
        </p:sp>
        <p:cxnSp>
          <p:nvCxnSpPr>
            <p:cNvPr id="55" name="直線コネクタ 5">
              <a:extLst>
                <a:ext uri="{FF2B5EF4-FFF2-40B4-BE49-F238E27FC236}">
                  <a16:creationId xmlns:a16="http://schemas.microsoft.com/office/drawing/2014/main" id="{7B6087C1-5F0D-74D2-0324-F676B1864C38}"/>
                </a:ext>
              </a:extLst>
            </p:cNvPr>
            <p:cNvCxnSpPr>
              <a:cxnSpLocks noChangeShapeType="1"/>
            </p:cNvCxnSpPr>
            <p:nvPr/>
          </p:nvCxnSpPr>
          <p:spPr bwMode="auto">
            <a:xfrm>
              <a:off x="1963490" y="1558296"/>
              <a:ext cx="1795264" cy="0"/>
            </a:xfrm>
            <a:prstGeom prst="line">
              <a:avLst/>
            </a:prstGeom>
            <a:noFill/>
            <a:ln w="9525" algn="ctr">
              <a:solidFill>
                <a:srgbClr val="333333"/>
              </a:solidFill>
              <a:round/>
              <a:headEnd/>
              <a:tailEnd/>
            </a:ln>
            <a:extLst>
              <a:ext uri="{909E8E84-426E-40DD-AFC4-6F175D3DCCD1}">
                <a14:hiddenFill xmlns:a14="http://schemas.microsoft.com/office/drawing/2010/main">
                  <a:noFill/>
                </a14:hiddenFill>
              </a:ext>
            </a:extLst>
          </p:spPr>
        </p:cxnSp>
        <p:sp>
          <p:nvSpPr>
            <p:cNvPr id="56" name="テキスト ボックス 44">
              <a:extLst>
                <a:ext uri="{FF2B5EF4-FFF2-40B4-BE49-F238E27FC236}">
                  <a16:creationId xmlns:a16="http://schemas.microsoft.com/office/drawing/2014/main" id="{24E78BF2-E72E-F448-2B74-78B36014FC9F}"/>
                </a:ext>
              </a:extLst>
            </p:cNvPr>
            <p:cNvSpPr txBox="1">
              <a:spLocks noChangeArrowheads="1"/>
            </p:cNvSpPr>
            <p:nvPr/>
          </p:nvSpPr>
          <p:spPr bwMode="auto">
            <a:xfrm>
              <a:off x="1963490" y="3457533"/>
              <a:ext cx="1795264" cy="414309"/>
            </a:xfrm>
            <a:prstGeom prst="rect">
              <a:avLst/>
            </a:prstGeom>
            <a:noFill/>
            <a:ln w="9525">
              <a:noFill/>
              <a:miter lim="800000"/>
              <a:headEnd/>
              <a:tailEnd/>
            </a:ln>
          </p:spPr>
          <p:txBody>
            <a:bodyPr wrap="square" lIns="54000" rIns="27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marL="128588" indent="-128588" eaLnBrk="1" hangingPunct="1">
                <a:spcBef>
                  <a:spcPct val="0"/>
                </a:spcBef>
                <a:buClrTx/>
                <a:buFont typeface="Arial" panose="020B0604020202020204" pitchFamily="34" charset="0"/>
                <a:buChar char="•"/>
              </a:pP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メガバンク系証券会社</a:t>
              </a: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2</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社におけるグループ内統合にかかるプロジェクト</a:t>
              </a:r>
            </a:p>
          </p:txBody>
        </p:sp>
        <p:sp>
          <p:nvSpPr>
            <p:cNvPr id="57" name="テキスト ボックス 44">
              <a:extLst>
                <a:ext uri="{FF2B5EF4-FFF2-40B4-BE49-F238E27FC236}">
                  <a16:creationId xmlns:a16="http://schemas.microsoft.com/office/drawing/2014/main" id="{42AFDD88-968A-6CBC-8101-61152DD3FBE2}"/>
                </a:ext>
              </a:extLst>
            </p:cNvPr>
            <p:cNvSpPr txBox="1">
              <a:spLocks noChangeArrowheads="1"/>
            </p:cNvSpPr>
            <p:nvPr/>
          </p:nvSpPr>
          <p:spPr bwMode="auto">
            <a:xfrm>
              <a:off x="1963490" y="3919988"/>
              <a:ext cx="1795264" cy="414309"/>
            </a:xfrm>
            <a:prstGeom prst="rect">
              <a:avLst/>
            </a:prstGeom>
            <a:noFill/>
            <a:ln w="9525">
              <a:noFill/>
              <a:miter lim="800000"/>
              <a:headEnd/>
              <a:tailEnd/>
            </a:ln>
          </p:spPr>
          <p:txBody>
            <a:bodyPr wrap="square" lIns="54000" rIns="27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marL="128588" indent="-128588" eaLnBrk="1" hangingPunct="1">
                <a:spcBef>
                  <a:spcPct val="0"/>
                </a:spcBef>
                <a:buClrTx/>
                <a:buFont typeface="Arial" panose="020B0604020202020204" pitchFamily="34" charset="0"/>
                <a:buChar char="•"/>
              </a:pPr>
              <a:r>
                <a:rPr lang="ja-JP" altLang="en-US" sz="900">
                  <a:latin typeface="Meiryo UI" panose="020B0604030504040204" pitchFamily="50" charset="-128"/>
                  <a:ea typeface="Meiryo UI" panose="020B0604030504040204" pitchFamily="50" charset="-128"/>
                  <a:cs typeface="Meiryo UI" panose="020B0604030504040204" pitchFamily="50" charset="-128"/>
                </a:rPr>
                <a:t>メガバンク系証券会社</a:t>
              </a:r>
              <a:r>
                <a:rPr lang="en-US" altLang="ja-JP" sz="900">
                  <a:latin typeface="Meiryo UI" panose="020B0604030504040204" pitchFamily="50" charset="-128"/>
                  <a:ea typeface="Meiryo UI" panose="020B0604030504040204" pitchFamily="50" charset="-128"/>
                  <a:cs typeface="Meiryo UI" panose="020B0604030504040204" pitchFamily="50" charset="-128"/>
                </a:rPr>
                <a:t>2</a:t>
              </a:r>
              <a:r>
                <a:rPr lang="ja-JP" altLang="en-US" sz="900">
                  <a:latin typeface="Meiryo UI" panose="020B0604030504040204" pitchFamily="50" charset="-128"/>
                  <a:ea typeface="Meiryo UI" panose="020B0604030504040204" pitchFamily="50" charset="-128"/>
                  <a:cs typeface="Meiryo UI" panose="020B0604030504040204" pitchFamily="50" charset="-128"/>
                </a:rPr>
                <a:t>社におけるグループ内統合にかかるプロジェクト</a:t>
              </a:r>
            </a:p>
          </p:txBody>
        </p:sp>
        <p:sp>
          <p:nvSpPr>
            <p:cNvPr id="58" name="テキスト ボックス 44">
              <a:extLst>
                <a:ext uri="{FF2B5EF4-FFF2-40B4-BE49-F238E27FC236}">
                  <a16:creationId xmlns:a16="http://schemas.microsoft.com/office/drawing/2014/main" id="{9F381327-7227-CAFF-7B49-080FC2577CD2}"/>
                </a:ext>
              </a:extLst>
            </p:cNvPr>
            <p:cNvSpPr txBox="1">
              <a:spLocks noChangeArrowheads="1"/>
            </p:cNvSpPr>
            <p:nvPr/>
          </p:nvSpPr>
          <p:spPr bwMode="auto">
            <a:xfrm>
              <a:off x="1963490" y="2532623"/>
              <a:ext cx="1795264" cy="414309"/>
            </a:xfrm>
            <a:prstGeom prst="rect">
              <a:avLst/>
            </a:prstGeom>
            <a:noFill/>
            <a:ln w="9525">
              <a:noFill/>
              <a:miter lim="800000"/>
              <a:headEnd/>
              <a:tailEnd/>
            </a:ln>
          </p:spPr>
          <p:txBody>
            <a:bodyPr wrap="square" lIns="54000" rIns="27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marL="128588" indent="-128588" eaLnBrk="1" hangingPunct="1">
                <a:spcBef>
                  <a:spcPct val="0"/>
                </a:spcBef>
                <a:buClrTx/>
                <a:buFont typeface="Arial" panose="020B0604020202020204" pitchFamily="34" charset="0"/>
                <a:buChar char="•"/>
              </a:pP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メガバンク系グループ会社におけるグローバルでの市場系部門の業務再編プロジェクト</a:t>
              </a:r>
            </a:p>
          </p:txBody>
        </p:sp>
        <p:sp>
          <p:nvSpPr>
            <p:cNvPr id="59" name="テキスト ボックス 44">
              <a:extLst>
                <a:ext uri="{FF2B5EF4-FFF2-40B4-BE49-F238E27FC236}">
                  <a16:creationId xmlns:a16="http://schemas.microsoft.com/office/drawing/2014/main" id="{DE216AEA-C4B8-D3C6-EB8E-99D70B98BBEA}"/>
                </a:ext>
              </a:extLst>
            </p:cNvPr>
            <p:cNvSpPr txBox="1">
              <a:spLocks noChangeArrowheads="1"/>
            </p:cNvSpPr>
            <p:nvPr/>
          </p:nvSpPr>
          <p:spPr bwMode="auto">
            <a:xfrm>
              <a:off x="1963490" y="1607713"/>
              <a:ext cx="1795264" cy="414309"/>
            </a:xfrm>
            <a:prstGeom prst="rect">
              <a:avLst/>
            </a:prstGeom>
            <a:no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marL="128588" indent="-128588" eaLnBrk="1" hangingPunct="1">
                <a:spcBef>
                  <a:spcPct val="0"/>
                </a:spcBef>
                <a:buClrTx/>
                <a:buFont typeface="Arial" panose="020B0604020202020204" pitchFamily="34" charset="0"/>
                <a:buChar char="•"/>
              </a:pP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メガバンクの</a:t>
              </a: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2</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社合併にかかるプロジェクト</a:t>
              </a:r>
              <a:endPar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0" name="テキスト ボックス 44">
              <a:extLst>
                <a:ext uri="{FF2B5EF4-FFF2-40B4-BE49-F238E27FC236}">
                  <a16:creationId xmlns:a16="http://schemas.microsoft.com/office/drawing/2014/main" id="{8E43F790-1EA8-D318-D9EA-31C07F861FE1}"/>
                </a:ext>
              </a:extLst>
            </p:cNvPr>
            <p:cNvSpPr txBox="1">
              <a:spLocks noChangeArrowheads="1"/>
            </p:cNvSpPr>
            <p:nvPr/>
          </p:nvSpPr>
          <p:spPr bwMode="auto">
            <a:xfrm>
              <a:off x="1963490" y="2070168"/>
              <a:ext cx="1795264" cy="414309"/>
            </a:xfrm>
            <a:prstGeom prst="rect">
              <a:avLst/>
            </a:prstGeom>
            <a:no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marL="128588" indent="-128588" eaLnBrk="1" hangingPunct="1">
                <a:spcBef>
                  <a:spcPct val="0"/>
                </a:spcBef>
                <a:buClrTx/>
                <a:buFont typeface="Arial" panose="020B0604020202020204" pitchFamily="34" charset="0"/>
                <a:buChar char="•"/>
              </a:pP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都市銀行の</a:t>
              </a: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2</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社合併にかかるプロジェクト</a:t>
              </a:r>
            </a:p>
          </p:txBody>
        </p:sp>
        <p:cxnSp>
          <p:nvCxnSpPr>
            <p:cNvPr id="61" name="直線コネクタ 60">
              <a:extLst>
                <a:ext uri="{FF2B5EF4-FFF2-40B4-BE49-F238E27FC236}">
                  <a16:creationId xmlns:a16="http://schemas.microsoft.com/office/drawing/2014/main" id="{2D25397D-F2F2-E3F6-F382-D15C022C54DB}"/>
                </a:ext>
              </a:extLst>
            </p:cNvPr>
            <p:cNvCxnSpPr/>
            <p:nvPr/>
          </p:nvCxnSpPr>
          <p:spPr>
            <a:xfrm>
              <a:off x="1963490" y="2047213"/>
              <a:ext cx="1795264"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直線コネクタ 61">
              <a:extLst>
                <a:ext uri="{FF2B5EF4-FFF2-40B4-BE49-F238E27FC236}">
                  <a16:creationId xmlns:a16="http://schemas.microsoft.com/office/drawing/2014/main" id="{5419191E-83C1-290E-44C2-28B6586EE5C2}"/>
                </a:ext>
              </a:extLst>
            </p:cNvPr>
            <p:cNvCxnSpPr/>
            <p:nvPr/>
          </p:nvCxnSpPr>
          <p:spPr>
            <a:xfrm>
              <a:off x="1963490" y="2507650"/>
              <a:ext cx="1795264"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cxnSp>
          <p:nvCxnSpPr>
            <p:cNvPr id="63" name="直線コネクタ 62">
              <a:extLst>
                <a:ext uri="{FF2B5EF4-FFF2-40B4-BE49-F238E27FC236}">
                  <a16:creationId xmlns:a16="http://schemas.microsoft.com/office/drawing/2014/main" id="{BEF7873A-3AD6-734A-9EF7-C52FCFFDA8A2}"/>
                </a:ext>
              </a:extLst>
            </p:cNvPr>
            <p:cNvCxnSpPr/>
            <p:nvPr/>
          </p:nvCxnSpPr>
          <p:spPr>
            <a:xfrm>
              <a:off x="1963490" y="2968095"/>
              <a:ext cx="1795264"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cxnSp>
          <p:nvCxnSpPr>
            <p:cNvPr id="1024" name="直線コネクタ 1023">
              <a:extLst>
                <a:ext uri="{FF2B5EF4-FFF2-40B4-BE49-F238E27FC236}">
                  <a16:creationId xmlns:a16="http://schemas.microsoft.com/office/drawing/2014/main" id="{2073024B-386B-D5DB-2AD1-35F9F1B8771D}"/>
                </a:ext>
              </a:extLst>
            </p:cNvPr>
            <p:cNvCxnSpPr/>
            <p:nvPr/>
          </p:nvCxnSpPr>
          <p:spPr>
            <a:xfrm>
              <a:off x="1963490" y="3428488"/>
              <a:ext cx="1795264"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cxnSp>
          <p:nvCxnSpPr>
            <p:cNvPr id="1025" name="直線コネクタ 1024">
              <a:extLst>
                <a:ext uri="{FF2B5EF4-FFF2-40B4-BE49-F238E27FC236}">
                  <a16:creationId xmlns:a16="http://schemas.microsoft.com/office/drawing/2014/main" id="{C4697F9E-C65D-C0A6-0325-1707DB529D15}"/>
                </a:ext>
              </a:extLst>
            </p:cNvPr>
            <p:cNvCxnSpPr/>
            <p:nvPr/>
          </p:nvCxnSpPr>
          <p:spPr>
            <a:xfrm>
              <a:off x="1963490" y="3888889"/>
              <a:ext cx="1795264"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cxnSp>
          <p:nvCxnSpPr>
            <p:cNvPr id="1027" name="直線コネクタ 1026">
              <a:extLst>
                <a:ext uri="{FF2B5EF4-FFF2-40B4-BE49-F238E27FC236}">
                  <a16:creationId xmlns:a16="http://schemas.microsoft.com/office/drawing/2014/main" id="{F21D9F7F-D9E7-3CE2-6CD7-3B26CEB1E7E1}"/>
                </a:ext>
              </a:extLst>
            </p:cNvPr>
            <p:cNvCxnSpPr/>
            <p:nvPr/>
          </p:nvCxnSpPr>
          <p:spPr>
            <a:xfrm>
              <a:off x="1963490" y="4355357"/>
              <a:ext cx="1795264"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cxnSp>
          <p:nvCxnSpPr>
            <p:cNvPr id="1029" name="直線コネクタ 1028">
              <a:extLst>
                <a:ext uri="{FF2B5EF4-FFF2-40B4-BE49-F238E27FC236}">
                  <a16:creationId xmlns:a16="http://schemas.microsoft.com/office/drawing/2014/main" id="{7E850A3C-5D61-BCC0-163E-143CA0977182}"/>
                </a:ext>
              </a:extLst>
            </p:cNvPr>
            <p:cNvCxnSpPr/>
            <p:nvPr/>
          </p:nvCxnSpPr>
          <p:spPr>
            <a:xfrm>
              <a:off x="1963490" y="4821825"/>
              <a:ext cx="1795264"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grpSp>
          <p:nvGrpSpPr>
            <p:cNvPr id="1031" name="グループ化 1030">
              <a:extLst>
                <a:ext uri="{FF2B5EF4-FFF2-40B4-BE49-F238E27FC236}">
                  <a16:creationId xmlns:a16="http://schemas.microsoft.com/office/drawing/2014/main" id="{06BEA566-F5E9-C889-583E-6EB3A7FD2BB5}"/>
                </a:ext>
              </a:extLst>
            </p:cNvPr>
            <p:cNvGrpSpPr/>
            <p:nvPr/>
          </p:nvGrpSpPr>
          <p:grpSpPr>
            <a:xfrm>
              <a:off x="7632999" y="1558296"/>
              <a:ext cx="1045325" cy="0"/>
              <a:chOff x="8567554" y="1888930"/>
              <a:chExt cx="1224070" cy="0"/>
            </a:xfrm>
          </p:grpSpPr>
          <p:cxnSp>
            <p:nvCxnSpPr>
              <p:cNvPr id="1065" name="直線コネクタ 1064">
                <a:extLst>
                  <a:ext uri="{FF2B5EF4-FFF2-40B4-BE49-F238E27FC236}">
                    <a16:creationId xmlns:a16="http://schemas.microsoft.com/office/drawing/2014/main" id="{22D8FA98-92AE-5580-1F42-38B26B92A92C}"/>
                  </a:ext>
                </a:extLst>
              </p:cNvPr>
              <p:cNvCxnSpPr/>
              <p:nvPr/>
            </p:nvCxnSpPr>
            <p:spPr>
              <a:xfrm>
                <a:off x="8567554" y="1888930"/>
                <a:ext cx="360000" cy="0"/>
              </a:xfrm>
              <a:prstGeom prst="line">
                <a:avLst/>
              </a:prstGeom>
              <a:no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6" name="直線コネクタ 1065">
                <a:extLst>
                  <a:ext uri="{FF2B5EF4-FFF2-40B4-BE49-F238E27FC236}">
                    <a16:creationId xmlns:a16="http://schemas.microsoft.com/office/drawing/2014/main" id="{A6B6F5F2-7A1F-7E1D-A67D-AC530E9D9FF9}"/>
                  </a:ext>
                </a:extLst>
              </p:cNvPr>
              <p:cNvCxnSpPr/>
              <p:nvPr/>
            </p:nvCxnSpPr>
            <p:spPr>
              <a:xfrm>
                <a:off x="9431624" y="1888930"/>
                <a:ext cx="360000" cy="0"/>
              </a:xfrm>
              <a:prstGeom prst="line">
                <a:avLst/>
              </a:prstGeom>
              <a:no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7" name="直線コネクタ 1066">
                <a:extLst>
                  <a:ext uri="{FF2B5EF4-FFF2-40B4-BE49-F238E27FC236}">
                    <a16:creationId xmlns:a16="http://schemas.microsoft.com/office/drawing/2014/main" id="{D398E1BA-6114-2ED1-EC88-3BB2510FAE43}"/>
                  </a:ext>
                </a:extLst>
              </p:cNvPr>
              <p:cNvCxnSpPr/>
              <p:nvPr/>
            </p:nvCxnSpPr>
            <p:spPr>
              <a:xfrm>
                <a:off x="8999564" y="1888930"/>
                <a:ext cx="360000" cy="0"/>
              </a:xfrm>
              <a:prstGeom prst="line">
                <a:avLst/>
              </a:prstGeom>
              <a:no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032" name="正方形/長方形 1031">
              <a:extLst>
                <a:ext uri="{FF2B5EF4-FFF2-40B4-BE49-F238E27FC236}">
                  <a16:creationId xmlns:a16="http://schemas.microsoft.com/office/drawing/2014/main" id="{80BD7471-763A-5FF9-D789-FC7B8361A6F4}"/>
                </a:ext>
              </a:extLst>
            </p:cNvPr>
            <p:cNvSpPr/>
            <p:nvPr/>
          </p:nvSpPr>
          <p:spPr>
            <a:xfrm>
              <a:off x="7633007" y="1083732"/>
              <a:ext cx="307431" cy="47456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eaVert" wrap="none" lIns="27000" rIns="27000" rtlCol="0" anchor="ctr"/>
            <a:lstStyle/>
            <a:p>
              <a:pPr>
                <a:spcBef>
                  <a:spcPct val="20000"/>
                </a:spcBef>
              </a:pPr>
              <a:r>
                <a:rPr lang="ja-JP" altLang="en-US" sz="825">
                  <a:solidFill>
                    <a:srgbClr val="000000"/>
                  </a:solidFill>
                  <a:latin typeface="Meiryo UI" panose="020B0604030504040204" pitchFamily="50" charset="-128"/>
                  <a:ea typeface="Meiryo UI" panose="020B0604030504040204" pitchFamily="50" charset="-128"/>
                  <a:cs typeface="Meiryo UI" panose="020B0604030504040204" pitchFamily="50" charset="-128"/>
                </a:rPr>
                <a:t>全体計画</a:t>
              </a:r>
              <a:br>
                <a:rPr lang="en-US" altLang="ja-JP" sz="825">
                  <a:solidFill>
                    <a:srgbClr val="000000"/>
                  </a:solidFill>
                  <a:latin typeface="Meiryo UI" panose="020B0604030504040204" pitchFamily="50" charset="-128"/>
                  <a:ea typeface="Meiryo UI" panose="020B0604030504040204" pitchFamily="50" charset="-128"/>
                  <a:cs typeface="Meiryo UI" panose="020B0604030504040204" pitchFamily="50" charset="-128"/>
                </a:rPr>
              </a:br>
              <a:r>
                <a:rPr lang="ja-JP" altLang="en-US" sz="825">
                  <a:solidFill>
                    <a:srgbClr val="000000"/>
                  </a:solidFill>
                  <a:latin typeface="Meiryo UI" panose="020B0604030504040204" pitchFamily="50" charset="-128"/>
                  <a:ea typeface="Meiryo UI" panose="020B0604030504040204" pitchFamily="50" charset="-128"/>
                  <a:cs typeface="Meiryo UI" panose="020B0604030504040204" pitchFamily="50" charset="-128"/>
                </a:rPr>
                <a:t>策定支援</a:t>
              </a:r>
            </a:p>
          </p:txBody>
        </p:sp>
        <p:sp>
          <p:nvSpPr>
            <p:cNvPr id="1033" name="正方形/長方形 1032">
              <a:extLst>
                <a:ext uri="{FF2B5EF4-FFF2-40B4-BE49-F238E27FC236}">
                  <a16:creationId xmlns:a16="http://schemas.microsoft.com/office/drawing/2014/main" id="{BD7CD402-7807-DCC5-CC4E-8E8915435B11}"/>
                </a:ext>
              </a:extLst>
            </p:cNvPr>
            <p:cNvSpPr/>
            <p:nvPr/>
          </p:nvSpPr>
          <p:spPr>
            <a:xfrm>
              <a:off x="8370901" y="1083732"/>
              <a:ext cx="307431" cy="47456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eaVert" wrap="none" lIns="27000" rIns="27000" rtlCol="0" anchor="ctr"/>
            <a:lstStyle/>
            <a:p>
              <a:pPr>
                <a:spcBef>
                  <a:spcPct val="20000"/>
                </a:spcBef>
              </a:pPr>
              <a:r>
                <a:rPr lang="ja-JP" altLang="en-US" sz="825">
                  <a:solidFill>
                    <a:srgbClr val="000000"/>
                  </a:solidFill>
                  <a:latin typeface="Meiryo UI" panose="020B0604030504040204" pitchFamily="50" charset="-128"/>
                  <a:ea typeface="Meiryo UI" panose="020B0604030504040204" pitchFamily="50" charset="-128"/>
                  <a:cs typeface="Meiryo UI" panose="020B0604030504040204" pitchFamily="50" charset="-128"/>
                </a:rPr>
                <a:t>個別領域</a:t>
              </a:r>
              <a:br>
                <a:rPr lang="en-US" altLang="ja-JP" sz="825">
                  <a:solidFill>
                    <a:srgbClr val="000000"/>
                  </a:solidFill>
                  <a:latin typeface="Meiryo UI" panose="020B0604030504040204" pitchFamily="50" charset="-128"/>
                  <a:ea typeface="Meiryo UI" panose="020B0604030504040204" pitchFamily="50" charset="-128"/>
                  <a:cs typeface="Meiryo UI" panose="020B0604030504040204" pitchFamily="50" charset="-128"/>
                </a:rPr>
              </a:br>
              <a:r>
                <a:rPr lang="ja-JP" altLang="en-US" sz="825">
                  <a:solidFill>
                    <a:srgbClr val="000000"/>
                  </a:solidFill>
                  <a:latin typeface="Meiryo UI" panose="020B0604030504040204" pitchFamily="50" charset="-128"/>
                  <a:ea typeface="Meiryo UI" panose="020B0604030504040204" pitchFamily="50" charset="-128"/>
                  <a:cs typeface="Meiryo UI" panose="020B0604030504040204" pitchFamily="50" charset="-128"/>
                </a:rPr>
                <a:t>推進支援</a:t>
              </a:r>
            </a:p>
          </p:txBody>
        </p:sp>
        <p:sp>
          <p:nvSpPr>
            <p:cNvPr id="1035" name="正方形/長方形 1034">
              <a:extLst>
                <a:ext uri="{FF2B5EF4-FFF2-40B4-BE49-F238E27FC236}">
                  <a16:creationId xmlns:a16="http://schemas.microsoft.com/office/drawing/2014/main" id="{AA7C6F56-2CAE-B44C-3B39-F94217A1AEE9}"/>
                </a:ext>
              </a:extLst>
            </p:cNvPr>
            <p:cNvSpPr/>
            <p:nvPr/>
          </p:nvSpPr>
          <p:spPr>
            <a:xfrm>
              <a:off x="8001933" y="1083732"/>
              <a:ext cx="307431" cy="47456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eaVert" wrap="none" lIns="27000" rIns="27000" rtlCol="0" anchor="ctr"/>
            <a:lstStyle/>
            <a:p>
              <a:pPr>
                <a:spcBef>
                  <a:spcPct val="20000"/>
                </a:spcBef>
              </a:pPr>
              <a:r>
                <a:rPr lang="ja-JP" altLang="en-US" sz="825">
                  <a:solidFill>
                    <a:srgbClr val="000000"/>
                  </a:solidFill>
                  <a:latin typeface="Meiryo UI" panose="020B0604030504040204" pitchFamily="50" charset="-128"/>
                  <a:ea typeface="Meiryo UI" panose="020B0604030504040204" pitchFamily="50" charset="-128"/>
                  <a:cs typeface="Meiryo UI" panose="020B0604030504040204" pitchFamily="50" charset="-128"/>
                </a:rPr>
                <a:t>全体</a:t>
              </a:r>
              <a:r>
                <a:rPr lang="en-US" altLang="ja-JP" sz="825">
                  <a:solidFill>
                    <a:srgbClr val="000000"/>
                  </a:solidFill>
                  <a:latin typeface="Meiryo UI" panose="020B0604030504040204" pitchFamily="50" charset="-128"/>
                  <a:ea typeface="Meiryo UI" panose="020B0604030504040204" pitchFamily="50" charset="-128"/>
                  <a:cs typeface="Meiryo UI" panose="020B0604030504040204" pitchFamily="50" charset="-128"/>
                </a:rPr>
                <a:t>PMO</a:t>
              </a:r>
              <a:br>
                <a:rPr lang="en-US" altLang="ja-JP" sz="825">
                  <a:solidFill>
                    <a:srgbClr val="000000"/>
                  </a:solidFill>
                  <a:latin typeface="Meiryo UI" panose="020B0604030504040204" pitchFamily="50" charset="-128"/>
                  <a:ea typeface="Meiryo UI" panose="020B0604030504040204" pitchFamily="50" charset="-128"/>
                  <a:cs typeface="Meiryo UI" panose="020B0604030504040204" pitchFamily="50" charset="-128"/>
                </a:rPr>
              </a:br>
              <a:r>
                <a:rPr lang="ja-JP" altLang="en-US" sz="825">
                  <a:solidFill>
                    <a:srgbClr val="000000"/>
                  </a:solidFill>
                  <a:latin typeface="Meiryo UI" panose="020B0604030504040204" pitchFamily="50" charset="-128"/>
                  <a:ea typeface="Meiryo UI" panose="020B0604030504040204" pitchFamily="50" charset="-128"/>
                  <a:cs typeface="Meiryo UI" panose="020B0604030504040204" pitchFamily="50" charset="-128"/>
                </a:rPr>
                <a:t>管理支援</a:t>
              </a:r>
            </a:p>
          </p:txBody>
        </p:sp>
        <p:sp>
          <p:nvSpPr>
            <p:cNvPr id="1036" name="テキスト ボックス 44">
              <a:extLst>
                <a:ext uri="{FF2B5EF4-FFF2-40B4-BE49-F238E27FC236}">
                  <a16:creationId xmlns:a16="http://schemas.microsoft.com/office/drawing/2014/main" id="{3D25B0CE-57D9-2299-EEFD-A274A2ED27F2}"/>
                </a:ext>
              </a:extLst>
            </p:cNvPr>
            <p:cNvSpPr txBox="1">
              <a:spLocks noChangeArrowheads="1"/>
            </p:cNvSpPr>
            <p:nvPr/>
          </p:nvSpPr>
          <p:spPr bwMode="auto">
            <a:xfrm>
              <a:off x="8370901" y="1607713"/>
              <a:ext cx="307431" cy="414309"/>
            </a:xfrm>
            <a:prstGeom prst="rect">
              <a:avLst/>
            </a:prstGeom>
            <a:solidFill>
              <a:srgbClr val="FFC000"/>
            </a:solid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eaLnBrk="1" hangingPunct="1">
                <a:spcBef>
                  <a:spcPct val="0"/>
                </a:spcBef>
                <a:buClrTx/>
                <a:buFontTx/>
                <a:buNone/>
              </a:pPr>
              <a:endParaRPr lang="ja-JP" altLang="en-US" sz="90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037" name="テキスト ボックス 44">
              <a:extLst>
                <a:ext uri="{FF2B5EF4-FFF2-40B4-BE49-F238E27FC236}">
                  <a16:creationId xmlns:a16="http://schemas.microsoft.com/office/drawing/2014/main" id="{CC80F191-7E65-3BE2-A94F-E54D2EFFAA6E}"/>
                </a:ext>
              </a:extLst>
            </p:cNvPr>
            <p:cNvSpPr txBox="1">
              <a:spLocks noChangeArrowheads="1"/>
            </p:cNvSpPr>
            <p:nvPr/>
          </p:nvSpPr>
          <p:spPr bwMode="auto">
            <a:xfrm>
              <a:off x="8002048" y="3919988"/>
              <a:ext cx="307431" cy="414309"/>
            </a:xfrm>
            <a:prstGeom prst="rect">
              <a:avLst/>
            </a:prstGeom>
            <a:solidFill>
              <a:srgbClr val="FFC000"/>
            </a:solid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eaLnBrk="1" hangingPunct="1">
                <a:spcBef>
                  <a:spcPct val="0"/>
                </a:spcBef>
                <a:buClrTx/>
                <a:buFontTx/>
                <a:buNone/>
              </a:pPr>
              <a:endParaRPr lang="ja-JP" altLang="en-US" sz="90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038" name="テキスト ボックス 44">
              <a:extLst>
                <a:ext uri="{FF2B5EF4-FFF2-40B4-BE49-F238E27FC236}">
                  <a16:creationId xmlns:a16="http://schemas.microsoft.com/office/drawing/2014/main" id="{D025F5B9-2891-F213-B7E0-FBDECEA0DCAB}"/>
                </a:ext>
              </a:extLst>
            </p:cNvPr>
            <p:cNvSpPr txBox="1">
              <a:spLocks noChangeArrowheads="1"/>
            </p:cNvSpPr>
            <p:nvPr/>
          </p:nvSpPr>
          <p:spPr bwMode="auto">
            <a:xfrm>
              <a:off x="7633007" y="3919988"/>
              <a:ext cx="307431" cy="414309"/>
            </a:xfrm>
            <a:prstGeom prst="rect">
              <a:avLst/>
            </a:prstGeom>
            <a:solidFill>
              <a:srgbClr val="FFC000"/>
            </a:solid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eaLnBrk="1" hangingPunct="1">
                <a:spcBef>
                  <a:spcPct val="0"/>
                </a:spcBef>
                <a:buClrTx/>
                <a:buFontTx/>
                <a:buNone/>
              </a:pPr>
              <a:endParaRPr lang="ja-JP" altLang="en-US" sz="90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039" name="テキスト ボックス 44">
              <a:extLst>
                <a:ext uri="{FF2B5EF4-FFF2-40B4-BE49-F238E27FC236}">
                  <a16:creationId xmlns:a16="http://schemas.microsoft.com/office/drawing/2014/main" id="{82846239-44C6-F997-46E8-DCA481BC41D8}"/>
                </a:ext>
              </a:extLst>
            </p:cNvPr>
            <p:cNvSpPr txBox="1">
              <a:spLocks noChangeArrowheads="1"/>
            </p:cNvSpPr>
            <p:nvPr/>
          </p:nvSpPr>
          <p:spPr bwMode="auto">
            <a:xfrm>
              <a:off x="8370901" y="3919988"/>
              <a:ext cx="307431" cy="414309"/>
            </a:xfrm>
            <a:prstGeom prst="rect">
              <a:avLst/>
            </a:prstGeom>
            <a:solidFill>
              <a:srgbClr val="FFC000"/>
            </a:solid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eaLnBrk="1" hangingPunct="1">
                <a:spcBef>
                  <a:spcPct val="0"/>
                </a:spcBef>
                <a:buClrTx/>
                <a:buFontTx/>
                <a:buNone/>
              </a:pPr>
              <a:endParaRPr lang="ja-JP" altLang="en-US" sz="90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040" name="テキスト ボックス 44">
              <a:extLst>
                <a:ext uri="{FF2B5EF4-FFF2-40B4-BE49-F238E27FC236}">
                  <a16:creationId xmlns:a16="http://schemas.microsoft.com/office/drawing/2014/main" id="{6895022B-27B1-7E12-FCCA-B3A1A7D639A9}"/>
                </a:ext>
              </a:extLst>
            </p:cNvPr>
            <p:cNvSpPr txBox="1">
              <a:spLocks noChangeArrowheads="1"/>
            </p:cNvSpPr>
            <p:nvPr/>
          </p:nvSpPr>
          <p:spPr bwMode="auto">
            <a:xfrm>
              <a:off x="8002048" y="2070168"/>
              <a:ext cx="307431" cy="414309"/>
            </a:xfrm>
            <a:prstGeom prst="rect">
              <a:avLst/>
            </a:prstGeom>
            <a:solidFill>
              <a:srgbClr val="FFC000"/>
            </a:solid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eaLnBrk="1" hangingPunct="1">
                <a:spcBef>
                  <a:spcPct val="0"/>
                </a:spcBef>
                <a:buClrTx/>
                <a:buFontTx/>
                <a:buNone/>
              </a:pPr>
              <a:endParaRPr lang="ja-JP" altLang="en-US" sz="90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041" name="テキスト ボックス 44">
              <a:extLst>
                <a:ext uri="{FF2B5EF4-FFF2-40B4-BE49-F238E27FC236}">
                  <a16:creationId xmlns:a16="http://schemas.microsoft.com/office/drawing/2014/main" id="{8B6A4582-9B1A-CBDE-0039-37E29EC5CFC0}"/>
                </a:ext>
              </a:extLst>
            </p:cNvPr>
            <p:cNvSpPr txBox="1">
              <a:spLocks noChangeArrowheads="1"/>
            </p:cNvSpPr>
            <p:nvPr/>
          </p:nvSpPr>
          <p:spPr bwMode="auto">
            <a:xfrm>
              <a:off x="7633007" y="2070168"/>
              <a:ext cx="307431" cy="414309"/>
            </a:xfrm>
            <a:prstGeom prst="rect">
              <a:avLst/>
            </a:prstGeom>
            <a:solidFill>
              <a:srgbClr val="FFC000"/>
            </a:solid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eaLnBrk="1" hangingPunct="1">
                <a:spcBef>
                  <a:spcPct val="0"/>
                </a:spcBef>
                <a:buClrTx/>
                <a:buFontTx/>
                <a:buNone/>
              </a:pPr>
              <a:endParaRPr lang="ja-JP" altLang="en-US" sz="90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042" name="テキスト ボックス 44">
              <a:extLst>
                <a:ext uri="{FF2B5EF4-FFF2-40B4-BE49-F238E27FC236}">
                  <a16:creationId xmlns:a16="http://schemas.microsoft.com/office/drawing/2014/main" id="{CDEB751E-6855-A9DB-10BE-FB1A11B3B002}"/>
                </a:ext>
              </a:extLst>
            </p:cNvPr>
            <p:cNvSpPr txBox="1">
              <a:spLocks noChangeArrowheads="1"/>
            </p:cNvSpPr>
            <p:nvPr/>
          </p:nvSpPr>
          <p:spPr bwMode="auto">
            <a:xfrm>
              <a:off x="8002048" y="2532623"/>
              <a:ext cx="307431" cy="414309"/>
            </a:xfrm>
            <a:prstGeom prst="rect">
              <a:avLst/>
            </a:prstGeom>
            <a:solidFill>
              <a:srgbClr val="FFC000"/>
            </a:solid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eaLnBrk="1" hangingPunct="1">
                <a:spcBef>
                  <a:spcPct val="0"/>
                </a:spcBef>
                <a:buClrTx/>
                <a:buFontTx/>
                <a:buNone/>
              </a:pPr>
              <a:endParaRPr lang="ja-JP" altLang="en-US" sz="90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043" name="テキスト ボックス 44">
              <a:extLst>
                <a:ext uri="{FF2B5EF4-FFF2-40B4-BE49-F238E27FC236}">
                  <a16:creationId xmlns:a16="http://schemas.microsoft.com/office/drawing/2014/main" id="{DFB4A25A-55C5-C520-2CB5-66272525719D}"/>
                </a:ext>
              </a:extLst>
            </p:cNvPr>
            <p:cNvSpPr txBox="1">
              <a:spLocks noChangeArrowheads="1"/>
            </p:cNvSpPr>
            <p:nvPr/>
          </p:nvSpPr>
          <p:spPr bwMode="auto">
            <a:xfrm>
              <a:off x="7633007" y="2532623"/>
              <a:ext cx="307431" cy="414309"/>
            </a:xfrm>
            <a:prstGeom prst="rect">
              <a:avLst/>
            </a:prstGeom>
            <a:solidFill>
              <a:srgbClr val="FFC000"/>
            </a:solid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eaLnBrk="1" hangingPunct="1">
                <a:spcBef>
                  <a:spcPct val="0"/>
                </a:spcBef>
                <a:buClrTx/>
                <a:buFontTx/>
                <a:buNone/>
              </a:pPr>
              <a:endParaRPr lang="ja-JP" altLang="en-US" sz="90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044" name="テキスト ボックス 44">
              <a:extLst>
                <a:ext uri="{FF2B5EF4-FFF2-40B4-BE49-F238E27FC236}">
                  <a16:creationId xmlns:a16="http://schemas.microsoft.com/office/drawing/2014/main" id="{67AFBA67-919C-B986-1626-53B670C76805}"/>
                </a:ext>
              </a:extLst>
            </p:cNvPr>
            <p:cNvSpPr txBox="1">
              <a:spLocks noChangeArrowheads="1"/>
            </p:cNvSpPr>
            <p:nvPr/>
          </p:nvSpPr>
          <p:spPr bwMode="auto">
            <a:xfrm>
              <a:off x="8370901" y="2995078"/>
              <a:ext cx="307431" cy="414309"/>
            </a:xfrm>
            <a:prstGeom prst="rect">
              <a:avLst/>
            </a:prstGeom>
            <a:solidFill>
              <a:srgbClr val="FFC000"/>
            </a:solid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eaLnBrk="1" hangingPunct="1">
                <a:spcBef>
                  <a:spcPct val="0"/>
                </a:spcBef>
                <a:buClrTx/>
                <a:buFontTx/>
                <a:buNone/>
              </a:pPr>
              <a:endParaRPr lang="ja-JP" altLang="en-US" sz="90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045" name="テキスト ボックス 44">
              <a:extLst>
                <a:ext uri="{FF2B5EF4-FFF2-40B4-BE49-F238E27FC236}">
                  <a16:creationId xmlns:a16="http://schemas.microsoft.com/office/drawing/2014/main" id="{FDDB51E1-500C-919A-99E0-E0709F7D64B4}"/>
                </a:ext>
              </a:extLst>
            </p:cNvPr>
            <p:cNvSpPr txBox="1">
              <a:spLocks noChangeArrowheads="1"/>
            </p:cNvSpPr>
            <p:nvPr/>
          </p:nvSpPr>
          <p:spPr bwMode="auto">
            <a:xfrm>
              <a:off x="8002048" y="2995078"/>
              <a:ext cx="307431" cy="414309"/>
            </a:xfrm>
            <a:prstGeom prst="rect">
              <a:avLst/>
            </a:prstGeom>
            <a:solidFill>
              <a:srgbClr val="FFC000"/>
            </a:solid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eaLnBrk="1" hangingPunct="1">
                <a:spcBef>
                  <a:spcPct val="0"/>
                </a:spcBef>
                <a:buClrTx/>
                <a:buFontTx/>
                <a:buNone/>
              </a:pPr>
              <a:endParaRPr lang="ja-JP" altLang="en-US" sz="90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046" name="テキスト ボックス 44">
              <a:extLst>
                <a:ext uri="{FF2B5EF4-FFF2-40B4-BE49-F238E27FC236}">
                  <a16:creationId xmlns:a16="http://schemas.microsoft.com/office/drawing/2014/main" id="{7BEF6EF5-DC40-6AF0-FD3F-0EA271F5FE69}"/>
                </a:ext>
              </a:extLst>
            </p:cNvPr>
            <p:cNvSpPr txBox="1">
              <a:spLocks noChangeArrowheads="1"/>
            </p:cNvSpPr>
            <p:nvPr/>
          </p:nvSpPr>
          <p:spPr bwMode="auto">
            <a:xfrm>
              <a:off x="7633007" y="2995078"/>
              <a:ext cx="307431" cy="414309"/>
            </a:xfrm>
            <a:prstGeom prst="rect">
              <a:avLst/>
            </a:prstGeom>
            <a:solidFill>
              <a:srgbClr val="FFC000"/>
            </a:solid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eaLnBrk="1" hangingPunct="1">
                <a:spcBef>
                  <a:spcPct val="0"/>
                </a:spcBef>
                <a:buClrTx/>
                <a:buFontTx/>
                <a:buNone/>
              </a:pPr>
              <a:endParaRPr lang="ja-JP" altLang="en-US" sz="900">
                <a:solidFill>
                  <a:srgbClr val="000000"/>
                </a:solidFill>
                <a:latin typeface="Meiryo UI" panose="020B0604030504040204" pitchFamily="50" charset="-128"/>
                <a:ea typeface="Meiryo UI" panose="020B0604030504040204" pitchFamily="50" charset="-128"/>
                <a:cs typeface="Meiryo UI" pitchFamily="50" charset="-128"/>
              </a:endParaRPr>
            </a:p>
          </p:txBody>
        </p:sp>
        <p:cxnSp>
          <p:nvCxnSpPr>
            <p:cNvPr id="1047" name="直線コネクタ 1046">
              <a:extLst>
                <a:ext uri="{FF2B5EF4-FFF2-40B4-BE49-F238E27FC236}">
                  <a16:creationId xmlns:a16="http://schemas.microsoft.com/office/drawing/2014/main" id="{C9AEE8CF-D242-DF18-592A-94F309C308C8}"/>
                </a:ext>
              </a:extLst>
            </p:cNvPr>
            <p:cNvCxnSpPr/>
            <p:nvPr/>
          </p:nvCxnSpPr>
          <p:spPr>
            <a:xfrm>
              <a:off x="7633006" y="2047213"/>
              <a:ext cx="1045326"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cxnSp>
          <p:nvCxnSpPr>
            <p:cNvPr id="1048" name="直線コネクタ 1047">
              <a:extLst>
                <a:ext uri="{FF2B5EF4-FFF2-40B4-BE49-F238E27FC236}">
                  <a16:creationId xmlns:a16="http://schemas.microsoft.com/office/drawing/2014/main" id="{2F6FB464-DEDB-AAC4-7FDE-24F613D90182}"/>
                </a:ext>
              </a:extLst>
            </p:cNvPr>
            <p:cNvCxnSpPr/>
            <p:nvPr/>
          </p:nvCxnSpPr>
          <p:spPr>
            <a:xfrm>
              <a:off x="7633006" y="2507650"/>
              <a:ext cx="1045326"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cxnSp>
          <p:nvCxnSpPr>
            <p:cNvPr id="1049" name="直線コネクタ 1048">
              <a:extLst>
                <a:ext uri="{FF2B5EF4-FFF2-40B4-BE49-F238E27FC236}">
                  <a16:creationId xmlns:a16="http://schemas.microsoft.com/office/drawing/2014/main" id="{48DC16CF-CA13-8E27-B1B9-271659C1E5A2}"/>
                </a:ext>
              </a:extLst>
            </p:cNvPr>
            <p:cNvCxnSpPr/>
            <p:nvPr/>
          </p:nvCxnSpPr>
          <p:spPr>
            <a:xfrm>
              <a:off x="7633006" y="2968095"/>
              <a:ext cx="1045326"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cxnSp>
          <p:nvCxnSpPr>
            <p:cNvPr id="1050" name="直線コネクタ 1049">
              <a:extLst>
                <a:ext uri="{FF2B5EF4-FFF2-40B4-BE49-F238E27FC236}">
                  <a16:creationId xmlns:a16="http://schemas.microsoft.com/office/drawing/2014/main" id="{83D1B4AA-858C-5FEC-4E1A-30B216CBF159}"/>
                </a:ext>
              </a:extLst>
            </p:cNvPr>
            <p:cNvCxnSpPr/>
            <p:nvPr/>
          </p:nvCxnSpPr>
          <p:spPr>
            <a:xfrm>
              <a:off x="7633006" y="3428488"/>
              <a:ext cx="1045326"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cxnSp>
          <p:nvCxnSpPr>
            <p:cNvPr id="1051" name="直線コネクタ 1050">
              <a:extLst>
                <a:ext uri="{FF2B5EF4-FFF2-40B4-BE49-F238E27FC236}">
                  <a16:creationId xmlns:a16="http://schemas.microsoft.com/office/drawing/2014/main" id="{9F38DB96-EA09-6E52-A89D-296EFFC44290}"/>
                </a:ext>
              </a:extLst>
            </p:cNvPr>
            <p:cNvCxnSpPr/>
            <p:nvPr/>
          </p:nvCxnSpPr>
          <p:spPr>
            <a:xfrm>
              <a:off x="7633006" y="3888889"/>
              <a:ext cx="1045326"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cxnSp>
          <p:nvCxnSpPr>
            <p:cNvPr id="1052" name="直線コネクタ 1051">
              <a:extLst>
                <a:ext uri="{FF2B5EF4-FFF2-40B4-BE49-F238E27FC236}">
                  <a16:creationId xmlns:a16="http://schemas.microsoft.com/office/drawing/2014/main" id="{295C3509-2CBB-70A8-B749-9D6D4B96B68E}"/>
                </a:ext>
              </a:extLst>
            </p:cNvPr>
            <p:cNvCxnSpPr/>
            <p:nvPr/>
          </p:nvCxnSpPr>
          <p:spPr>
            <a:xfrm>
              <a:off x="7633006" y="4355357"/>
              <a:ext cx="1045326"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cxnSp>
          <p:nvCxnSpPr>
            <p:cNvPr id="1053" name="直線コネクタ 1052">
              <a:extLst>
                <a:ext uri="{FF2B5EF4-FFF2-40B4-BE49-F238E27FC236}">
                  <a16:creationId xmlns:a16="http://schemas.microsoft.com/office/drawing/2014/main" id="{3662D361-4AE6-5291-3B7D-C8E55EFD89E1}"/>
                </a:ext>
              </a:extLst>
            </p:cNvPr>
            <p:cNvCxnSpPr/>
            <p:nvPr/>
          </p:nvCxnSpPr>
          <p:spPr>
            <a:xfrm>
              <a:off x="7633006" y="4821825"/>
              <a:ext cx="1045326" cy="0"/>
            </a:xfrm>
            <a:prstGeom prst="line">
              <a:avLst/>
            </a:prstGeom>
            <a:noFill/>
            <a:ln w="9525">
              <a:solidFill>
                <a:srgbClr val="5F5F5F"/>
              </a:solidFill>
            </a:ln>
          </p:spPr>
          <p:style>
            <a:lnRef idx="2">
              <a:schemeClr val="accent1">
                <a:shade val="50000"/>
              </a:schemeClr>
            </a:lnRef>
            <a:fillRef idx="1">
              <a:schemeClr val="accent1"/>
            </a:fillRef>
            <a:effectRef idx="0">
              <a:schemeClr val="accent1"/>
            </a:effectRef>
            <a:fontRef idx="minor">
              <a:schemeClr val="lt1"/>
            </a:fontRef>
          </p:style>
        </p:cxnSp>
        <p:sp>
          <p:nvSpPr>
            <p:cNvPr id="1054" name="テキスト ボックス 44">
              <a:extLst>
                <a:ext uri="{FF2B5EF4-FFF2-40B4-BE49-F238E27FC236}">
                  <a16:creationId xmlns:a16="http://schemas.microsoft.com/office/drawing/2014/main" id="{07565A83-4DDF-BC9E-3B8C-332B46800814}"/>
                </a:ext>
              </a:extLst>
            </p:cNvPr>
            <p:cNvSpPr txBox="1">
              <a:spLocks noChangeArrowheads="1"/>
            </p:cNvSpPr>
            <p:nvPr/>
          </p:nvSpPr>
          <p:spPr bwMode="auto">
            <a:xfrm>
              <a:off x="8369745" y="3459783"/>
              <a:ext cx="307431" cy="414309"/>
            </a:xfrm>
            <a:prstGeom prst="rect">
              <a:avLst/>
            </a:prstGeom>
            <a:solidFill>
              <a:srgbClr val="FFC000"/>
            </a:solid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eaLnBrk="1" hangingPunct="1">
                <a:spcBef>
                  <a:spcPct val="0"/>
                </a:spcBef>
                <a:buClrTx/>
                <a:buFontTx/>
                <a:buNone/>
              </a:pPr>
              <a:endParaRPr lang="ja-JP" altLang="en-US" sz="90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055" name="テキスト ボックス 44">
              <a:extLst>
                <a:ext uri="{FF2B5EF4-FFF2-40B4-BE49-F238E27FC236}">
                  <a16:creationId xmlns:a16="http://schemas.microsoft.com/office/drawing/2014/main" id="{A0B370B7-53D9-7390-EF89-041E4A82D8B5}"/>
                </a:ext>
              </a:extLst>
            </p:cNvPr>
            <p:cNvSpPr txBox="1">
              <a:spLocks noChangeArrowheads="1"/>
            </p:cNvSpPr>
            <p:nvPr/>
          </p:nvSpPr>
          <p:spPr bwMode="auto">
            <a:xfrm>
              <a:off x="8000892" y="3459783"/>
              <a:ext cx="307431" cy="414309"/>
            </a:xfrm>
            <a:prstGeom prst="rect">
              <a:avLst/>
            </a:prstGeom>
            <a:solidFill>
              <a:srgbClr val="FFC000"/>
            </a:solid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eaLnBrk="1" hangingPunct="1">
                <a:spcBef>
                  <a:spcPct val="0"/>
                </a:spcBef>
                <a:buClrTx/>
                <a:buFontTx/>
                <a:buNone/>
              </a:pPr>
              <a:endParaRPr lang="ja-JP" altLang="en-US" sz="90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056" name="テキスト ボックス 44">
              <a:extLst>
                <a:ext uri="{FF2B5EF4-FFF2-40B4-BE49-F238E27FC236}">
                  <a16:creationId xmlns:a16="http://schemas.microsoft.com/office/drawing/2014/main" id="{E07609CB-1BA5-60AC-6A65-DBF3C5B84003}"/>
                </a:ext>
              </a:extLst>
            </p:cNvPr>
            <p:cNvSpPr txBox="1">
              <a:spLocks noChangeArrowheads="1"/>
            </p:cNvSpPr>
            <p:nvPr/>
          </p:nvSpPr>
          <p:spPr bwMode="auto">
            <a:xfrm>
              <a:off x="7631851" y="3459783"/>
              <a:ext cx="307431" cy="414309"/>
            </a:xfrm>
            <a:prstGeom prst="rect">
              <a:avLst/>
            </a:prstGeom>
            <a:solidFill>
              <a:srgbClr val="FFC000"/>
            </a:solid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eaLnBrk="1" hangingPunct="1">
                <a:spcBef>
                  <a:spcPct val="0"/>
                </a:spcBef>
                <a:buClrTx/>
                <a:buFontTx/>
                <a:buNone/>
              </a:pPr>
              <a:endParaRPr lang="ja-JP" altLang="en-US" sz="90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057" name="テキスト ボックス 59">
              <a:extLst>
                <a:ext uri="{FF2B5EF4-FFF2-40B4-BE49-F238E27FC236}">
                  <a16:creationId xmlns:a16="http://schemas.microsoft.com/office/drawing/2014/main" id="{503B56C1-6A6F-3562-3A2E-8959C1040924}"/>
                </a:ext>
              </a:extLst>
            </p:cNvPr>
            <p:cNvSpPr txBox="1">
              <a:spLocks noChangeArrowheads="1"/>
            </p:cNvSpPr>
            <p:nvPr/>
          </p:nvSpPr>
          <p:spPr bwMode="auto">
            <a:xfrm>
              <a:off x="807006" y="4382441"/>
              <a:ext cx="1045265" cy="414309"/>
            </a:xfrm>
            <a:prstGeom prst="rect">
              <a:avLst/>
            </a:prstGeom>
            <a:solidFill>
              <a:schemeClr val="tx1"/>
            </a:solidFill>
            <a:ln w="9525">
              <a:solidFill>
                <a:srgbClr val="5F5F5F"/>
              </a:solidFill>
              <a:miter lim="800000"/>
              <a:headEnd/>
              <a:tailEnd/>
            </a:ln>
          </p:spPr>
          <p:txBody>
            <a:bodyPr wrap="non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algn="ctr" eaLnBrk="1" hangingPunct="1">
                <a:spcBef>
                  <a:spcPct val="0"/>
                </a:spcBef>
                <a:buClrTx/>
                <a:buFontTx/>
                <a:buNone/>
              </a:pPr>
              <a:r>
                <a:rPr lang="zh-TW"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t>損保系生保</a:t>
              </a:r>
            </a:p>
            <a:p>
              <a:pPr algn="ctr" eaLnBrk="1" hangingPunct="1">
                <a:spcBef>
                  <a:spcPct val="0"/>
                </a:spcBef>
                <a:buClrTx/>
                <a:buFontTx/>
                <a:buNone/>
              </a:pPr>
              <a:r>
                <a:rPr lang="zh-TW" altLang="en-US" sz="900">
                  <a:solidFill>
                    <a:schemeClr val="bg1"/>
                  </a:solidFill>
                  <a:latin typeface="Meiryo UI" panose="020B0604030504040204" pitchFamily="50" charset="-128"/>
                  <a:ea typeface="Meiryo UI" panose="020B0604030504040204" pitchFamily="50" charset="-128"/>
                  <a:cs typeface="Meiryo UI" panose="020B0604030504040204" pitchFamily="50" charset="-128"/>
                </a:rPr>
                <a:t>合併</a:t>
              </a:r>
              <a:endParaRPr lang="en-US" altLang="zh-TW" sz="90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58" name="テキスト ボックス 44">
              <a:extLst>
                <a:ext uri="{FF2B5EF4-FFF2-40B4-BE49-F238E27FC236}">
                  <a16:creationId xmlns:a16="http://schemas.microsoft.com/office/drawing/2014/main" id="{F496A09E-47B0-E3E6-79B5-E6817643BBEB}"/>
                </a:ext>
              </a:extLst>
            </p:cNvPr>
            <p:cNvSpPr txBox="1">
              <a:spLocks noChangeArrowheads="1"/>
            </p:cNvSpPr>
            <p:nvPr/>
          </p:nvSpPr>
          <p:spPr bwMode="auto">
            <a:xfrm>
              <a:off x="3921522" y="4382441"/>
              <a:ext cx="3585518" cy="414309"/>
            </a:xfrm>
            <a:prstGeom prst="rect">
              <a:avLst/>
            </a:prstGeom>
            <a:noFill/>
            <a:ln w="9525">
              <a:noFill/>
              <a:miter lim="800000"/>
              <a:headEnd/>
              <a:tailEnd/>
            </a:ln>
          </p:spPr>
          <p:txBody>
            <a:bodyPr wrap="square" lIns="54000" rIns="27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marL="128588" indent="-128588" eaLnBrk="1" hangingPunct="1">
                <a:spcBef>
                  <a:spcPct val="0"/>
                </a:spcBef>
                <a:buClrTx/>
                <a:buFont typeface="Arial" panose="020B0604020202020204" pitchFamily="34" charset="0"/>
                <a:buChar char="•"/>
              </a:pP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経営企画部直下の合併支援室において、全体</a:t>
              </a: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PMO</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を支援（全体管理計画の策定、</a:t>
              </a: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PJT</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推進管理）</a:t>
              </a:r>
            </a:p>
            <a:p>
              <a:pPr marL="128588" indent="-128588" eaLnBrk="1" hangingPunct="1">
                <a:spcBef>
                  <a:spcPct val="0"/>
                </a:spcBef>
                <a:buClrTx/>
                <a:buFont typeface="Arial" panose="020B0604020202020204" pitchFamily="34" charset="0"/>
                <a:buChar char="•"/>
              </a:pP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IT</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領域における開発全体</a:t>
              </a: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PMO</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・個別システム</a:t>
              </a: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PMO</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を担当</a:t>
              </a:r>
            </a:p>
          </p:txBody>
        </p:sp>
        <p:sp>
          <p:nvSpPr>
            <p:cNvPr id="1059" name="テキスト ボックス 44">
              <a:extLst>
                <a:ext uri="{FF2B5EF4-FFF2-40B4-BE49-F238E27FC236}">
                  <a16:creationId xmlns:a16="http://schemas.microsoft.com/office/drawing/2014/main" id="{36C6EB0E-58EC-B1A9-D80B-F30B3505F7AE}"/>
                </a:ext>
              </a:extLst>
            </p:cNvPr>
            <p:cNvSpPr txBox="1">
              <a:spLocks noChangeArrowheads="1"/>
            </p:cNvSpPr>
            <p:nvPr/>
          </p:nvSpPr>
          <p:spPr bwMode="auto">
            <a:xfrm>
              <a:off x="1963490" y="4382441"/>
              <a:ext cx="1795264" cy="414309"/>
            </a:xfrm>
            <a:prstGeom prst="rect">
              <a:avLst/>
            </a:prstGeom>
            <a:noFill/>
            <a:ln w="9525">
              <a:noFill/>
              <a:miter lim="800000"/>
              <a:headEnd/>
              <a:tailEnd/>
            </a:ln>
          </p:spPr>
          <p:txBody>
            <a:bodyPr wrap="square" lIns="54000" rIns="27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marL="128588" indent="-128588" eaLnBrk="1" hangingPunct="1">
                <a:spcBef>
                  <a:spcPct val="0"/>
                </a:spcBef>
                <a:buClrTx/>
                <a:buFont typeface="Arial" panose="020B0604020202020204" pitchFamily="34" charset="0"/>
                <a:buChar char="•"/>
              </a:pP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日系の大手損害保険会社同士の</a:t>
              </a:r>
              <a:r>
                <a:rPr lang="en-US" altLang="ja-JP"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2</a:t>
              </a:r>
              <a:r>
                <a:rPr lang="ja-JP" altLang="en-US" sz="900">
                  <a:solidFill>
                    <a:srgbClr val="000000"/>
                  </a:solidFill>
                  <a:latin typeface="Meiryo UI" panose="020B0604030504040204" pitchFamily="50" charset="-128"/>
                  <a:ea typeface="Meiryo UI" panose="020B0604030504040204" pitchFamily="50" charset="-128"/>
                  <a:cs typeface="Meiryo UI" panose="020B0604030504040204" pitchFamily="50" charset="-128"/>
                </a:rPr>
                <a:t>社合併にかかるプロジェクト</a:t>
              </a:r>
            </a:p>
          </p:txBody>
        </p:sp>
        <p:sp>
          <p:nvSpPr>
            <p:cNvPr id="1060" name="テキスト ボックス 44">
              <a:extLst>
                <a:ext uri="{FF2B5EF4-FFF2-40B4-BE49-F238E27FC236}">
                  <a16:creationId xmlns:a16="http://schemas.microsoft.com/office/drawing/2014/main" id="{DC5A0CED-C593-F2AD-6047-930FEABC4944}"/>
                </a:ext>
              </a:extLst>
            </p:cNvPr>
            <p:cNvSpPr txBox="1">
              <a:spLocks noChangeArrowheads="1"/>
            </p:cNvSpPr>
            <p:nvPr/>
          </p:nvSpPr>
          <p:spPr bwMode="auto">
            <a:xfrm>
              <a:off x="8002048" y="4382441"/>
              <a:ext cx="307431" cy="414309"/>
            </a:xfrm>
            <a:prstGeom prst="rect">
              <a:avLst/>
            </a:prstGeom>
            <a:solidFill>
              <a:srgbClr val="FFC000"/>
            </a:solid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eaLnBrk="1" hangingPunct="1">
                <a:spcBef>
                  <a:spcPct val="0"/>
                </a:spcBef>
                <a:buClrTx/>
                <a:buFontTx/>
                <a:buNone/>
              </a:pPr>
              <a:endParaRPr lang="ja-JP" altLang="en-US" sz="90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061" name="テキスト ボックス 44">
              <a:extLst>
                <a:ext uri="{FF2B5EF4-FFF2-40B4-BE49-F238E27FC236}">
                  <a16:creationId xmlns:a16="http://schemas.microsoft.com/office/drawing/2014/main" id="{4E4BCC1F-8A2E-79E2-9117-1687C16D1DDD}"/>
                </a:ext>
              </a:extLst>
            </p:cNvPr>
            <p:cNvSpPr txBox="1">
              <a:spLocks noChangeArrowheads="1"/>
            </p:cNvSpPr>
            <p:nvPr/>
          </p:nvSpPr>
          <p:spPr bwMode="auto">
            <a:xfrm>
              <a:off x="7633007" y="4382441"/>
              <a:ext cx="307431" cy="414309"/>
            </a:xfrm>
            <a:prstGeom prst="rect">
              <a:avLst/>
            </a:prstGeom>
            <a:solidFill>
              <a:srgbClr val="FFC000"/>
            </a:solid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eaLnBrk="1" hangingPunct="1">
                <a:spcBef>
                  <a:spcPct val="0"/>
                </a:spcBef>
                <a:buClrTx/>
                <a:buFontTx/>
                <a:buNone/>
              </a:pPr>
              <a:endParaRPr lang="ja-JP" altLang="en-US" sz="90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062" name="テキスト ボックス 44">
              <a:extLst>
                <a:ext uri="{FF2B5EF4-FFF2-40B4-BE49-F238E27FC236}">
                  <a16:creationId xmlns:a16="http://schemas.microsoft.com/office/drawing/2014/main" id="{DB49CE61-991E-8518-B9F9-49A3E8982CAF}"/>
                </a:ext>
              </a:extLst>
            </p:cNvPr>
            <p:cNvSpPr txBox="1">
              <a:spLocks noChangeArrowheads="1"/>
            </p:cNvSpPr>
            <p:nvPr/>
          </p:nvSpPr>
          <p:spPr bwMode="auto">
            <a:xfrm>
              <a:off x="8370901" y="4382441"/>
              <a:ext cx="307431" cy="414309"/>
            </a:xfrm>
            <a:prstGeom prst="rect">
              <a:avLst/>
            </a:prstGeom>
            <a:solidFill>
              <a:srgbClr val="FFC000"/>
            </a:solidFill>
            <a:ln w="9525">
              <a:noFill/>
              <a:miter lim="800000"/>
              <a:headEnd/>
              <a:tailEnd/>
            </a:ln>
          </p:spPr>
          <p:txBody>
            <a:bodyPr wrap="square" lIns="54000" rIns="54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eaLnBrk="1" hangingPunct="1">
                <a:spcBef>
                  <a:spcPct val="0"/>
                </a:spcBef>
                <a:buClrTx/>
                <a:buFontTx/>
                <a:buNone/>
              </a:pPr>
              <a:endParaRPr lang="ja-JP" altLang="en-US" sz="90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063" name="テキスト ボックス 44">
              <a:extLst>
                <a:ext uri="{FF2B5EF4-FFF2-40B4-BE49-F238E27FC236}">
                  <a16:creationId xmlns:a16="http://schemas.microsoft.com/office/drawing/2014/main" id="{F370FE20-C88A-0FB3-019A-C0BC22C04963}"/>
                </a:ext>
              </a:extLst>
            </p:cNvPr>
            <p:cNvSpPr txBox="1">
              <a:spLocks noChangeArrowheads="1"/>
            </p:cNvSpPr>
            <p:nvPr/>
          </p:nvSpPr>
          <p:spPr bwMode="auto">
            <a:xfrm>
              <a:off x="3921522" y="2995136"/>
              <a:ext cx="3585518" cy="414309"/>
            </a:xfrm>
            <a:prstGeom prst="rect">
              <a:avLst/>
            </a:prstGeom>
            <a:noFill/>
            <a:ln w="9525">
              <a:noFill/>
              <a:miter lim="800000"/>
              <a:headEnd/>
              <a:tailEnd/>
            </a:ln>
          </p:spPr>
          <p:txBody>
            <a:bodyPr wrap="square" lIns="54000" rIns="27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marL="128588" indent="-128588" eaLnBrk="1" hangingPunct="1">
                <a:spcBef>
                  <a:spcPct val="0"/>
                </a:spcBef>
                <a:buClrTx/>
                <a:buFont typeface="Arial" panose="020B0604020202020204" pitchFamily="34" charset="0"/>
                <a:buChar char="•"/>
              </a:pPr>
              <a:r>
                <a:rPr lang="ja-JP" altLang="en-US" sz="900">
                  <a:latin typeface="Meiryo UI" panose="020B0604030504040204" pitchFamily="50" charset="-128"/>
                  <a:ea typeface="Meiryo UI" panose="020B0604030504040204" pitchFamily="50" charset="-128"/>
                  <a:cs typeface="Meiryo UI" panose="020B0604030504040204" pitchFamily="50" charset="-128"/>
                </a:rPr>
                <a:t>合併全体事務局、事務・</a:t>
              </a:r>
              <a:r>
                <a:rPr lang="en-US" altLang="ja-JP" sz="900">
                  <a:latin typeface="Meiryo UI" panose="020B0604030504040204" pitchFamily="50" charset="-128"/>
                  <a:ea typeface="Meiryo UI" panose="020B0604030504040204" pitchFamily="50" charset="-128"/>
                  <a:cs typeface="Meiryo UI" panose="020B0604030504040204" pitchFamily="50" charset="-128"/>
                </a:rPr>
                <a:t>IT</a:t>
              </a:r>
              <a:r>
                <a:rPr lang="ja-JP" altLang="en-US" sz="900">
                  <a:latin typeface="Meiryo UI" panose="020B0604030504040204" pitchFamily="50" charset="-128"/>
                  <a:ea typeface="Meiryo UI" panose="020B0604030504040204" pitchFamily="50" charset="-128"/>
                  <a:cs typeface="Meiryo UI" panose="020B0604030504040204" pitchFamily="50" charset="-128"/>
                </a:rPr>
                <a:t>専門部会および横断移行</a:t>
              </a:r>
              <a:r>
                <a:rPr lang="en-US" altLang="ja-JP" sz="900">
                  <a:latin typeface="Meiryo UI" panose="020B0604030504040204" pitchFamily="50" charset="-128"/>
                  <a:ea typeface="Meiryo UI" panose="020B0604030504040204" pitchFamily="50" charset="-128"/>
                  <a:cs typeface="Meiryo UI" panose="020B0604030504040204" pitchFamily="50" charset="-128"/>
                </a:rPr>
                <a:t>PT</a:t>
              </a:r>
              <a:r>
                <a:rPr lang="ja-JP" altLang="en-US" sz="900">
                  <a:latin typeface="Meiryo UI" panose="020B0604030504040204" pitchFamily="50" charset="-128"/>
                  <a:ea typeface="Meiryo UI" panose="020B0604030504040204" pitchFamily="50" charset="-128"/>
                  <a:cs typeface="Meiryo UI" panose="020B0604030504040204" pitchFamily="50" charset="-128"/>
                </a:rPr>
                <a:t>に関する</a:t>
              </a:r>
              <a:r>
                <a:rPr lang="en-US" altLang="ja-JP" sz="900">
                  <a:latin typeface="Meiryo UI" panose="020B0604030504040204" pitchFamily="50" charset="-128"/>
                  <a:ea typeface="Meiryo UI" panose="020B0604030504040204" pitchFamily="50" charset="-128"/>
                  <a:cs typeface="Meiryo UI" panose="020B0604030504040204" pitchFamily="50" charset="-128"/>
                </a:rPr>
                <a:t>Day1</a:t>
              </a:r>
              <a:r>
                <a:rPr lang="ja-JP" altLang="en-US" sz="900" err="1">
                  <a:latin typeface="Meiryo UI" panose="020B0604030504040204" pitchFamily="50" charset="-128"/>
                  <a:ea typeface="Meiryo UI" panose="020B0604030504040204" pitchFamily="50" charset="-128"/>
                  <a:cs typeface="Meiryo UI" panose="020B0604030504040204" pitchFamily="50" charset="-128"/>
                </a:rPr>
                <a:t>までの</a:t>
              </a:r>
              <a:r>
                <a:rPr lang="ja-JP" altLang="en-US" sz="900">
                  <a:latin typeface="Meiryo UI" panose="020B0604030504040204" pitchFamily="50" charset="-128"/>
                  <a:ea typeface="Meiryo UI" panose="020B0604030504040204" pitchFamily="50" charset="-128"/>
                  <a:cs typeface="Meiryo UI" panose="020B0604030504040204" pitchFamily="50" charset="-128"/>
                </a:rPr>
                <a:t>計画策定・推進を支援</a:t>
              </a:r>
            </a:p>
          </p:txBody>
        </p:sp>
        <p:sp>
          <p:nvSpPr>
            <p:cNvPr id="1064" name="テキスト ボックス 44">
              <a:extLst>
                <a:ext uri="{FF2B5EF4-FFF2-40B4-BE49-F238E27FC236}">
                  <a16:creationId xmlns:a16="http://schemas.microsoft.com/office/drawing/2014/main" id="{4DCA54D7-54FD-248E-60B2-441ED9C5D9F9}"/>
                </a:ext>
              </a:extLst>
            </p:cNvPr>
            <p:cNvSpPr txBox="1">
              <a:spLocks noChangeArrowheads="1"/>
            </p:cNvSpPr>
            <p:nvPr/>
          </p:nvSpPr>
          <p:spPr bwMode="auto">
            <a:xfrm>
              <a:off x="1963490" y="2995136"/>
              <a:ext cx="1795264" cy="414309"/>
            </a:xfrm>
            <a:prstGeom prst="rect">
              <a:avLst/>
            </a:prstGeom>
            <a:noFill/>
            <a:ln w="9525">
              <a:noFill/>
              <a:miter lim="800000"/>
              <a:headEnd/>
              <a:tailEnd/>
            </a:ln>
          </p:spPr>
          <p:txBody>
            <a:bodyPr wrap="square" lIns="54000" rIns="27000" anchor="ctr" anchorCtr="0">
              <a:noAutofit/>
            </a:bodyPr>
            <a:lstStyle>
              <a:lvl1pPr eaLnBrk="0" hangingPunct="0">
                <a:spcBef>
                  <a:spcPct val="20000"/>
                </a:spcBef>
                <a:buClr>
                  <a:schemeClr val="tx1"/>
                </a:buClr>
                <a:buFont typeface="Wingdings" pitchFamily="2" charset="2"/>
                <a:defRPr kumimoji="1" sz="2000">
                  <a:solidFill>
                    <a:schemeClr val="tx1"/>
                  </a:solidFill>
                  <a:latin typeface="HGPｺﾞｼｯｸE" pitchFamily="50" charset="-128"/>
                  <a:ea typeface="ＭＳ Ｐゴシック" pitchFamily="50" charset="-128"/>
                </a:defRPr>
              </a:lvl1pPr>
              <a:lvl2pPr marL="742950" indent="-285750" eaLnBrk="0" hangingPunct="0">
                <a:spcBef>
                  <a:spcPct val="20000"/>
                </a:spcBef>
                <a:buClr>
                  <a:schemeClr val="tx1"/>
                </a:buClr>
                <a:buChar char="–"/>
                <a:defRPr kumimoji="1" sz="2000">
                  <a:solidFill>
                    <a:schemeClr val="tx1"/>
                  </a:solidFill>
                  <a:latin typeface="HGPｺﾞｼｯｸE" pitchFamily="50" charset="-128"/>
                  <a:ea typeface="ＭＳ Ｐゴシック" pitchFamily="50" charset="-128"/>
                </a:defRPr>
              </a:lvl2pPr>
              <a:lvl3pPr marL="1143000" indent="-228600" eaLnBrk="0" hangingPunct="0">
                <a:spcBef>
                  <a:spcPct val="20000"/>
                </a:spcBef>
                <a:buClr>
                  <a:schemeClr val="tx1"/>
                </a:buClr>
                <a:buChar char="•"/>
                <a:defRPr kumimoji="1">
                  <a:solidFill>
                    <a:schemeClr val="tx1"/>
                  </a:solidFill>
                  <a:latin typeface="HGPｺﾞｼｯｸE" pitchFamily="50" charset="-128"/>
                  <a:ea typeface="ＭＳ Ｐゴシック" pitchFamily="50" charset="-128"/>
                </a:defRPr>
              </a:lvl3pPr>
              <a:lvl4pPr marL="16002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4pPr>
              <a:lvl5pPr marL="2057400" indent="-228600" eaLnBrk="0" hangingPunct="0">
                <a:spcBef>
                  <a:spcPct val="20000"/>
                </a:spcBef>
                <a:buClr>
                  <a:schemeClr val="tx1"/>
                </a:buClr>
                <a:buChar char="•"/>
                <a:defRPr kumimoji="1" sz="1600">
                  <a:solidFill>
                    <a:schemeClr val="tx1"/>
                  </a:solidFill>
                  <a:latin typeface="HGPｺﾞｼｯｸE" pitchFamily="50" charset="-128"/>
                  <a:ea typeface="ＭＳ Ｐゴシック" pitchFamily="50" charset="-128"/>
                </a:defRPr>
              </a:lvl5pPr>
              <a:lvl6pPr marL="25146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6pPr>
              <a:lvl7pPr marL="29718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7pPr>
              <a:lvl8pPr marL="34290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8pPr>
              <a:lvl9pPr marL="3886200" indent="-228600" eaLnBrk="0" fontAlgn="base" hangingPunct="0">
                <a:spcBef>
                  <a:spcPct val="20000"/>
                </a:spcBef>
                <a:spcAft>
                  <a:spcPct val="0"/>
                </a:spcAft>
                <a:buClr>
                  <a:schemeClr val="tx1"/>
                </a:buClr>
                <a:buChar char="•"/>
                <a:defRPr kumimoji="1" sz="1600">
                  <a:solidFill>
                    <a:schemeClr val="tx1"/>
                  </a:solidFill>
                  <a:latin typeface="HGPｺﾞｼｯｸE" pitchFamily="50" charset="-128"/>
                  <a:ea typeface="ＭＳ Ｐゴシック" pitchFamily="50" charset="-128"/>
                </a:defRPr>
              </a:lvl9pPr>
            </a:lstStyle>
            <a:p>
              <a:pPr marL="128588" indent="-128588" eaLnBrk="1" hangingPunct="1">
                <a:spcBef>
                  <a:spcPct val="0"/>
                </a:spcBef>
                <a:buClrTx/>
                <a:buFont typeface="Arial" panose="020B0604020202020204" pitchFamily="34" charset="0"/>
                <a:buChar char="•"/>
              </a:pPr>
              <a:r>
                <a:rPr lang="ja-JP" altLang="en-US" sz="900">
                  <a:latin typeface="Meiryo UI" panose="020B0604030504040204" pitchFamily="50" charset="-128"/>
                  <a:ea typeface="Meiryo UI" panose="020B0604030504040204" pitchFamily="50" charset="-128"/>
                  <a:cs typeface="Meiryo UI" panose="020B0604030504040204" pitchFamily="50" charset="-128"/>
                </a:rPr>
                <a:t>メガバンクグループ証券会社</a:t>
              </a:r>
              <a:br>
                <a:rPr lang="en-US" altLang="ja-JP" sz="900">
                  <a:latin typeface="Meiryo UI" panose="020B0604030504040204" pitchFamily="50" charset="-128"/>
                  <a:ea typeface="Meiryo UI" panose="020B0604030504040204" pitchFamily="50" charset="-128"/>
                  <a:cs typeface="Meiryo UI" panose="020B0604030504040204" pitchFamily="50" charset="-128"/>
                </a:rPr>
              </a:br>
              <a:r>
                <a:rPr lang="en-US" altLang="ja-JP" sz="900">
                  <a:latin typeface="Meiryo UI" panose="020B0604030504040204" pitchFamily="50" charset="-128"/>
                  <a:ea typeface="Meiryo UI" panose="020B0604030504040204" pitchFamily="50" charset="-128"/>
                  <a:cs typeface="Meiryo UI" panose="020B0604030504040204" pitchFamily="50" charset="-128"/>
                </a:rPr>
                <a:t>2</a:t>
              </a:r>
              <a:r>
                <a:rPr lang="ja-JP" altLang="en-US" sz="900">
                  <a:latin typeface="Meiryo UI" panose="020B0604030504040204" pitchFamily="50" charset="-128"/>
                  <a:ea typeface="Meiryo UI" panose="020B0604030504040204" pitchFamily="50" charset="-128"/>
                  <a:cs typeface="Meiryo UI" panose="020B0604030504040204" pitchFamily="50" charset="-128"/>
                </a:rPr>
                <a:t>社におけるグループ内合併にかかるプロジェクト</a:t>
              </a:r>
            </a:p>
          </p:txBody>
        </p:sp>
      </p:grpSp>
      <p:sp>
        <p:nvSpPr>
          <p:cNvPr id="5" name="正方形/長方形 4">
            <a:extLst>
              <a:ext uri="{FF2B5EF4-FFF2-40B4-BE49-F238E27FC236}">
                <a16:creationId xmlns:a16="http://schemas.microsoft.com/office/drawing/2014/main" id="{7C7F9319-2EE5-834B-AE09-127BE854B8E1}"/>
              </a:ext>
            </a:extLst>
          </p:cNvPr>
          <p:cNvSpPr/>
          <p:nvPr/>
        </p:nvSpPr>
        <p:spPr>
          <a:xfrm>
            <a:off x="8318500" y="152400"/>
            <a:ext cx="615608" cy="324000"/>
          </a:xfrm>
          <a:prstGeom prst="rect">
            <a:avLst/>
          </a:prstGeom>
          <a:solidFill>
            <a:srgbClr val="FFFFCC"/>
          </a:solidFill>
          <a:ln w="6350">
            <a:solidFill>
              <a:schemeClr val="tx1"/>
            </a:solidFill>
          </a:ln>
          <a:effectLst/>
        </p:spPr>
        <p:style>
          <a:lnRef idx="1">
            <a:schemeClr val="accent1"/>
          </a:lnRef>
          <a:fillRef idx="3">
            <a:schemeClr val="accent1"/>
          </a:fillRef>
          <a:effectRef idx="2">
            <a:schemeClr val="accent1"/>
          </a:effectRef>
          <a:fontRef idx="minor">
            <a:schemeClr val="lt1"/>
          </a:fontRef>
        </p:style>
        <p:txBody>
          <a:bodyPr vert="horz" wrap="none" lIns="36000" rIns="36000" rtlCol="0" anchor="ctr">
            <a:noAutofit/>
          </a:bodyPr>
          <a:lstStyle/>
          <a:p>
            <a:pPr marL="0" marR="0" lvl="0" indent="0" algn="ctr" defTabSz="278600" rtl="0" eaLnBrk="1" fontAlgn="base" latinLnBrk="0" hangingPunct="1">
              <a:lnSpc>
                <a:spcPct val="100000"/>
              </a:lnSpc>
              <a:spcBef>
                <a:spcPct val="0"/>
              </a:spcBef>
              <a:spcAft>
                <a:spcPct val="0"/>
              </a:spcAft>
              <a:buClrTx/>
              <a:buSzTx/>
              <a:buFontTx/>
              <a:buNone/>
              <a:tabLst/>
              <a:defRPr/>
            </a:pPr>
            <a:r>
              <a:rPr lang="ja-JP" altLang="en-US" sz="1000" dirty="0">
                <a:solidFill>
                  <a:prstClr val="black"/>
                </a:solidFill>
                <a:latin typeface="Meiryo UI"/>
                <a:ea typeface="Meiryo UI"/>
                <a:cs typeface="Calibri" panose="020F0502020204030204" pitchFamily="34" charset="0"/>
              </a:rPr>
              <a:t>不変</a:t>
            </a:r>
            <a:endParaRPr kumimoji="1" lang="ja-JP" altLang="en-US" sz="1000" i="0" u="none" strike="noStrike" kern="1200" cap="none" spc="0" normalizeH="0" baseline="0" noProof="0" dirty="0">
              <a:ln>
                <a:noFill/>
              </a:ln>
              <a:solidFill>
                <a:prstClr val="black"/>
              </a:solidFill>
              <a:effectLst/>
              <a:uLnTx/>
              <a:uFillTx/>
              <a:latin typeface="Meiryo UI"/>
              <a:ea typeface="Meiryo UI"/>
              <a:cs typeface="Calibri" panose="020F0502020204030204" pitchFamily="34" charset="0"/>
            </a:endParaRPr>
          </a:p>
        </p:txBody>
      </p:sp>
    </p:spTree>
    <p:extLst>
      <p:ext uri="{BB962C8B-B14F-4D97-AF65-F5344CB8AC3E}">
        <p14:creationId xmlns:p14="http://schemas.microsoft.com/office/powerpoint/2010/main" val="2535855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77E1B785-2706-4C33-8A51-BF4D54BCE53B}"/>
              </a:ext>
            </a:extLst>
          </p:cNvPr>
          <p:cNvGraphicFramePr>
            <a:graphicFrameLocks noChangeAspect="1"/>
          </p:cNvGraphicFramePr>
          <p:nvPr>
            <p:custDataLst>
              <p:tags r:id="rId1"/>
            </p:custData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スライド" r:id="rId3" imgW="395" imgH="396" progId="TCLayout.ActiveDocument.1">
                  <p:embed/>
                </p:oleObj>
              </mc:Choice>
              <mc:Fallback>
                <p:oleObj name="think-cell スライド" r:id="rId3" imgW="395" imgH="396" progId="TCLayout.ActiveDocument.1">
                  <p:embed/>
                  <p:pic>
                    <p:nvPicPr>
                      <p:cNvPr id="8" name="オブジェクト 7" hidden="1">
                        <a:extLst>
                          <a:ext uri="{FF2B5EF4-FFF2-40B4-BE49-F238E27FC236}">
                            <a16:creationId xmlns:a16="http://schemas.microsoft.com/office/drawing/2014/main" id="{77E1B785-2706-4C33-8A51-BF4D54BCE53B}"/>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9" name="テキスト プレースホルダー 8">
            <a:extLst>
              <a:ext uri="{FF2B5EF4-FFF2-40B4-BE49-F238E27FC236}">
                <a16:creationId xmlns:a16="http://schemas.microsoft.com/office/drawing/2014/main" id="{CA560794-86E7-6920-4B3A-E5FDE013CECE}"/>
              </a:ext>
            </a:extLst>
          </p:cNvPr>
          <p:cNvSpPr>
            <a:spLocks noGrp="1"/>
          </p:cNvSpPr>
          <p:nvPr>
            <p:ph type="body" sz="quarter" idx="37"/>
          </p:nvPr>
        </p:nvSpPr>
        <p:spPr/>
        <p:txBody>
          <a:bodyPr vert="horz" lIns="0" tIns="0" rIns="0" bIns="0" rtlCol="0" anchor="t">
            <a:spAutoFit/>
          </a:bodyPr>
          <a:lstStyle/>
          <a:p>
            <a:r>
              <a:rPr lang="ja-JP" altLang="en-US">
                <a:latin typeface="Meiryo UI"/>
                <a:ea typeface="Meiryo UI"/>
              </a:rPr>
              <a:t>ご支援の内容は「計画」および「実行」が最も多く、本プロジェクトにおいて各社ご支援の経験・ノウハウを活かすことが可能です。</a:t>
            </a:r>
            <a:endParaRPr lang="ja-JP" altLang="en-US"/>
          </a:p>
        </p:txBody>
      </p:sp>
      <p:sp>
        <p:nvSpPr>
          <p:cNvPr id="6" name="テキスト プレースホルダー 5">
            <a:extLst>
              <a:ext uri="{FF2B5EF4-FFF2-40B4-BE49-F238E27FC236}">
                <a16:creationId xmlns:a16="http://schemas.microsoft.com/office/drawing/2014/main" id="{2A78E2E6-FB90-C7AA-16F9-4B1BBF2D4074}"/>
              </a:ext>
            </a:extLst>
          </p:cNvPr>
          <p:cNvSpPr>
            <a:spLocks noGrp="1"/>
          </p:cNvSpPr>
          <p:nvPr>
            <p:ph type="body" sz="quarter" idx="36"/>
          </p:nvPr>
        </p:nvSpPr>
        <p:spPr/>
        <p:txBody>
          <a:bodyPr/>
          <a:lstStyle/>
          <a:p>
            <a:r>
              <a:rPr lang="en-US" altLang="ja-JP"/>
              <a:t>5</a:t>
            </a:r>
            <a:r>
              <a:rPr lang="ja-JP" altLang="en-US"/>
              <a:t>．統合支援実績</a:t>
            </a:r>
            <a:endParaRPr kumimoji="1" lang="ja-JP" altLang="en-US"/>
          </a:p>
        </p:txBody>
      </p:sp>
      <p:sp>
        <p:nvSpPr>
          <p:cNvPr id="5" name="タイトル 4">
            <a:extLst>
              <a:ext uri="{FF2B5EF4-FFF2-40B4-BE49-F238E27FC236}">
                <a16:creationId xmlns:a16="http://schemas.microsoft.com/office/drawing/2014/main" id="{D5D3B52E-9A5B-41E1-8B84-43E32C291E78}"/>
              </a:ext>
            </a:extLst>
          </p:cNvPr>
          <p:cNvSpPr>
            <a:spLocks noGrp="1"/>
          </p:cNvSpPr>
          <p:nvPr>
            <p:ph type="title"/>
          </p:nvPr>
        </p:nvSpPr>
        <p:spPr/>
        <p:txBody>
          <a:bodyPr vert="horz"/>
          <a:lstStyle/>
          <a:p>
            <a:r>
              <a:rPr lang="ja-JP" altLang="en-US"/>
              <a:t>統合支援実績＜海外（アジア）＞</a:t>
            </a:r>
          </a:p>
        </p:txBody>
      </p:sp>
      <p:graphicFrame>
        <p:nvGraphicFramePr>
          <p:cNvPr id="2" name="Table 8">
            <a:extLst>
              <a:ext uri="{FF2B5EF4-FFF2-40B4-BE49-F238E27FC236}">
                <a16:creationId xmlns:a16="http://schemas.microsoft.com/office/drawing/2014/main" id="{D5A60AED-615A-CD22-4A52-A859DB337014}"/>
              </a:ext>
            </a:extLst>
          </p:cNvPr>
          <p:cNvGraphicFramePr>
            <a:graphicFrameLocks noGrp="1"/>
          </p:cNvGraphicFramePr>
          <p:nvPr/>
        </p:nvGraphicFramePr>
        <p:xfrm>
          <a:off x="388990" y="1274005"/>
          <a:ext cx="4207409" cy="3678461"/>
        </p:xfrm>
        <a:graphic>
          <a:graphicData uri="http://schemas.openxmlformats.org/drawingml/2006/table">
            <a:tbl>
              <a:tblPr firstRow="1" bandRow="1">
                <a:tableStyleId>{5C22544A-7EE6-4342-B048-85BDC9FD1C3A}</a:tableStyleId>
              </a:tblPr>
              <a:tblGrid>
                <a:gridCol w="829694">
                  <a:extLst>
                    <a:ext uri="{9D8B030D-6E8A-4147-A177-3AD203B41FA5}">
                      <a16:colId xmlns:a16="http://schemas.microsoft.com/office/drawing/2014/main" val="20000"/>
                    </a:ext>
                  </a:extLst>
                </a:gridCol>
                <a:gridCol w="548640">
                  <a:extLst>
                    <a:ext uri="{9D8B030D-6E8A-4147-A177-3AD203B41FA5}">
                      <a16:colId xmlns:a16="http://schemas.microsoft.com/office/drawing/2014/main" val="20010"/>
                    </a:ext>
                  </a:extLst>
                </a:gridCol>
                <a:gridCol w="565815">
                  <a:extLst>
                    <a:ext uri="{9D8B030D-6E8A-4147-A177-3AD203B41FA5}">
                      <a16:colId xmlns:a16="http://schemas.microsoft.com/office/drawing/2014/main" val="664991008"/>
                    </a:ext>
                  </a:extLst>
                </a:gridCol>
                <a:gridCol w="565815">
                  <a:extLst>
                    <a:ext uri="{9D8B030D-6E8A-4147-A177-3AD203B41FA5}">
                      <a16:colId xmlns:a16="http://schemas.microsoft.com/office/drawing/2014/main" val="2341761968"/>
                    </a:ext>
                  </a:extLst>
                </a:gridCol>
                <a:gridCol w="565815">
                  <a:extLst>
                    <a:ext uri="{9D8B030D-6E8A-4147-A177-3AD203B41FA5}">
                      <a16:colId xmlns:a16="http://schemas.microsoft.com/office/drawing/2014/main" val="20003"/>
                    </a:ext>
                  </a:extLst>
                </a:gridCol>
                <a:gridCol w="565815">
                  <a:extLst>
                    <a:ext uri="{9D8B030D-6E8A-4147-A177-3AD203B41FA5}">
                      <a16:colId xmlns:a16="http://schemas.microsoft.com/office/drawing/2014/main" val="20004"/>
                    </a:ext>
                  </a:extLst>
                </a:gridCol>
                <a:gridCol w="565815">
                  <a:extLst>
                    <a:ext uri="{9D8B030D-6E8A-4147-A177-3AD203B41FA5}">
                      <a16:colId xmlns:a16="http://schemas.microsoft.com/office/drawing/2014/main" val="20005"/>
                    </a:ext>
                  </a:extLst>
                </a:gridCol>
              </a:tblGrid>
              <a:tr h="194310">
                <a:tc rowSpan="2">
                  <a:txBody>
                    <a:bodyPr/>
                    <a:lstStyle/>
                    <a:p>
                      <a:pPr marL="0" algn="ctr" defTabSz="914400" rtl="0" eaLnBrk="1" fontAlgn="ctr" latinLnBrk="0" hangingPunct="1"/>
                      <a:r>
                        <a:rPr lang="en-US" sz="800" b="1" i="0" u="none" strike="noStrike" kern="1200">
                          <a:solidFill>
                            <a:schemeClr val="bg1"/>
                          </a:solidFill>
                          <a:effectLst/>
                          <a:latin typeface="Graphik Medium" panose="020B0603030202060203" pitchFamily="34" charset="0"/>
                          <a:ea typeface="Lucida Grande" pitchFamily="2" charset="0"/>
                          <a:cs typeface="Lucida Grande" pitchFamily="2" charset="0"/>
                        </a:rPr>
                        <a:t>MERGER</a:t>
                      </a:r>
                    </a:p>
                  </a:txBody>
                  <a:tcPr marL="13716" marR="13716" marT="13716" marB="13716" anchor="ctr" anchorCtr="1">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rowSpan="2">
                  <a:txBody>
                    <a:bodyPr/>
                    <a:lstStyle/>
                    <a:p>
                      <a:pPr marL="0" algn="ctr" defTabSz="914400" rtl="0" eaLnBrk="1" fontAlgn="ctr" latinLnBrk="0" hangingPunct="1"/>
                      <a:r>
                        <a:rPr lang="en-US" sz="800" b="1" i="0" u="none" strike="noStrike" kern="1200">
                          <a:solidFill>
                            <a:schemeClr val="bg1"/>
                          </a:solidFill>
                          <a:effectLst/>
                          <a:latin typeface="Graphik Medium" panose="020B0603030202060203" pitchFamily="34" charset="0"/>
                          <a:ea typeface="Lucida Grande" pitchFamily="2" charset="0"/>
                          <a:cs typeface="Lucida Grande" pitchFamily="2" charset="0"/>
                        </a:rPr>
                        <a:t>COUNTRY</a:t>
                      </a:r>
                    </a:p>
                  </a:txBody>
                  <a:tcPr marL="13716" marR="13716" marT="13716" marB="1371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rowSpan="2">
                  <a:txBody>
                    <a:bodyPr/>
                    <a:lstStyle/>
                    <a:p>
                      <a:pPr marL="0" algn="ctr" defTabSz="914400" rtl="0" eaLnBrk="1" fontAlgn="ctr" latinLnBrk="0" hangingPunct="1"/>
                      <a:r>
                        <a:rPr lang="en-US" sz="800" b="1" i="0" u="none" strike="noStrike" kern="1200">
                          <a:solidFill>
                            <a:schemeClr val="bg1"/>
                          </a:solidFill>
                          <a:effectLst/>
                          <a:latin typeface="Graphik Medium" panose="020B0603030202060203" pitchFamily="34" charset="0"/>
                          <a:ea typeface="Lucida Grande" pitchFamily="2" charset="0"/>
                          <a:cs typeface="Lucida Grande" pitchFamily="2" charset="0"/>
                        </a:rPr>
                        <a:t>YEAR INTEGRATION STARTED</a:t>
                      </a:r>
                    </a:p>
                  </a:txBody>
                  <a:tcPr marL="13716" marR="13716" marT="13716" marB="1371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gridSpan="4">
                  <a:txBody>
                    <a:bodyPr/>
                    <a:lstStyle/>
                    <a:p>
                      <a:pPr marL="0" algn="ctr" defTabSz="914400" rtl="0" eaLnBrk="1" fontAlgn="ctr" latinLnBrk="0" hangingPunct="1"/>
                      <a:r>
                        <a:rPr lang="en-US" sz="800" b="1" i="0" u="none" strike="noStrike" kern="1200">
                          <a:solidFill>
                            <a:schemeClr val="bg1"/>
                          </a:solidFill>
                          <a:effectLst/>
                          <a:latin typeface="Graphik Medium" panose="020B0603030202060203" pitchFamily="34" charset="0"/>
                          <a:ea typeface="+mn-ea"/>
                          <a:cs typeface="Arial" panose="020B0604020202020204" pitchFamily="34" charset="0"/>
                        </a:rPr>
                        <a:t>Accenture Involvement</a:t>
                      </a:r>
                    </a:p>
                  </a:txBody>
                  <a:tcPr marL="68574" marR="68574" marT="34290" marB="3429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F7F7F"/>
                    </a:solidFill>
                  </a:tcPr>
                </a:tc>
                <a:tc hMerge="1">
                  <a:txBody>
                    <a:bodyPr/>
                    <a:lstStyle/>
                    <a:p>
                      <a:pPr marL="0" algn="ctr" defTabSz="914400" rtl="0" eaLnBrk="1" fontAlgn="ctr" latinLnBrk="0" hangingPunct="1"/>
                      <a:endParaRPr lang="en-US" sz="1100" b="1" i="0" u="none" strike="noStrike" kern="1200">
                        <a:solidFill>
                          <a:schemeClr val="bg1"/>
                        </a:solidFill>
                        <a:effectLst/>
                        <a:latin typeface="Graphik Medium" panose="020B0603030202060203" pitchFamily="34" charset="0"/>
                        <a:ea typeface="+mn-ea"/>
                        <a:cs typeface="Arial" panose="020B0604020202020204" pitchFamily="34" charset="0"/>
                      </a:endParaRPr>
                    </a:p>
                  </a:txBody>
                  <a:tcPr marL="91432" marR="91432"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F7F7F"/>
                    </a:solidFill>
                  </a:tcPr>
                </a:tc>
                <a:tc hMerge="1">
                  <a:txBody>
                    <a:bodyPr/>
                    <a:lstStyle/>
                    <a:p>
                      <a:pPr marL="0" algn="ctr" defTabSz="914400" rtl="0" eaLnBrk="1" fontAlgn="ctr" latinLnBrk="0" hangingPunct="1"/>
                      <a:endParaRPr lang="en-US" sz="1100" b="1" i="0" u="none" strike="noStrike" kern="1200">
                        <a:solidFill>
                          <a:schemeClr val="bg1"/>
                        </a:solidFill>
                        <a:effectLst/>
                        <a:latin typeface="+mj-lt"/>
                        <a:ea typeface="+mn-ea"/>
                        <a:cs typeface="Arial" panose="020B0604020202020204" pitchFamily="34" charset="0"/>
                      </a:endParaRPr>
                    </a:p>
                  </a:txBody>
                  <a:tcPr marL="91432" marR="91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marL="0" algn="ctr" defTabSz="914400" rtl="0" eaLnBrk="1" fontAlgn="ctr" latinLnBrk="0" hangingPunct="1"/>
                      <a:endParaRPr lang="en-US" sz="1100" b="1" i="0" u="none" strike="noStrike" kern="1200">
                        <a:solidFill>
                          <a:schemeClr val="bg1"/>
                        </a:solidFill>
                        <a:effectLst/>
                        <a:latin typeface="+mj-lt"/>
                        <a:ea typeface="+mn-ea"/>
                        <a:cs typeface="Arial" panose="020B0604020202020204" pitchFamily="34" charset="0"/>
                      </a:endParaRPr>
                    </a:p>
                  </a:txBody>
                  <a:tcPr marL="91432" marR="91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447919">
                <a:tc vMerge="1">
                  <a:txBody>
                    <a:bodyPr/>
                    <a:lstStyle/>
                    <a:p>
                      <a:pPr marL="0" algn="ctr" defTabSz="914400" rtl="0" eaLnBrk="1" fontAlgn="ctr" latinLnBrk="0" hangingPunct="1"/>
                      <a:endParaRPr lang="en-US" sz="1100" b="1" i="0" u="none" strike="noStrike" kern="1200">
                        <a:solidFill>
                          <a:schemeClr val="bg1"/>
                        </a:solidFill>
                        <a:effectLst/>
                        <a:latin typeface="+mj-lt"/>
                        <a:ea typeface="+mn-ea"/>
                        <a:cs typeface="Arial" panose="020B0604020202020204" pitchFamily="34" charset="0"/>
                      </a:endParaRPr>
                    </a:p>
                  </a:txBody>
                  <a:tcPr marL="91432" marR="91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vMerge="1">
                  <a:txBody>
                    <a:bodyPr/>
                    <a:lstStyle/>
                    <a:p>
                      <a:pPr marL="0" algn="ctr" defTabSz="914400" rtl="0" eaLnBrk="1" fontAlgn="ctr" latinLnBrk="0" hangingPunct="1"/>
                      <a:endParaRPr lang="en-US" sz="900" b="1" i="0" u="none" strike="noStrike" kern="1200">
                        <a:solidFill>
                          <a:schemeClr val="tx1"/>
                        </a:solidFill>
                        <a:effectLst/>
                        <a:latin typeface="Lucida Grande" pitchFamily="2" charset="0"/>
                        <a:ea typeface="Lucida Grande" pitchFamily="2" charset="0"/>
                        <a:cs typeface="Lucida Grande" pitchFamily="2" charset="0"/>
                      </a:endParaRPr>
                    </a:p>
                  </a:txBody>
                  <a:tcPr marL="91432" marR="91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vMerge="1">
                  <a:txBody>
                    <a:bodyPr/>
                    <a:lstStyle/>
                    <a:p>
                      <a:pPr marL="0" algn="ctr" defTabSz="914400" rtl="0" eaLnBrk="1" fontAlgn="ctr" latinLnBrk="0" hangingPunct="1"/>
                      <a:endParaRPr lang="en-US" sz="1200" b="0" i="0" u="none" strike="noStrike" kern="0" spc="-50" baseline="0">
                        <a:solidFill>
                          <a:schemeClr val="tx1"/>
                        </a:solidFill>
                        <a:effectLst/>
                        <a:latin typeface="+mj-lt"/>
                        <a:ea typeface="Lucida Grande" pitchFamily="2" charset="0"/>
                        <a:cs typeface="Lucida Grande" pitchFamily="2" charset="0"/>
                      </a:endParaRPr>
                    </a:p>
                  </a:txBody>
                  <a:tcPr marL="45720" marR="45720" anchorCtr="1">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0" spc="-50" baseline="0">
                          <a:solidFill>
                            <a:schemeClr val="tx1"/>
                          </a:solidFill>
                          <a:effectLst/>
                          <a:latin typeface="Graphik Medium" panose="020B0603030202060203" pitchFamily="34" charset="0"/>
                          <a:ea typeface="Lucida Grande" pitchFamily="2" charset="0"/>
                          <a:cs typeface="Lucida Grande" pitchFamily="2" charset="0"/>
                        </a:rPr>
                        <a:t>Due Diligence</a:t>
                      </a:r>
                    </a:p>
                  </a:txBody>
                  <a:tcPr marL="13716" marR="13716" marT="13716" marB="13716" anchorCtr="1">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0" spc="-50" baseline="0">
                          <a:solidFill>
                            <a:schemeClr val="tx1"/>
                          </a:solidFill>
                          <a:effectLst/>
                          <a:latin typeface="Graphik Medium" panose="020B0603030202060203" pitchFamily="34" charset="0"/>
                          <a:ea typeface="Lucida Grande" pitchFamily="2" charset="0"/>
                          <a:cs typeface="Lucida Grande" pitchFamily="2" charset="0"/>
                        </a:rPr>
                        <a:t>Integration Planning</a:t>
                      </a:r>
                    </a:p>
                  </a:txBody>
                  <a:tcPr marL="13716" marR="13716" marT="13716" marB="13716" anchorCtr="1">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algn="ctr" defTabSz="914400" rtl="0" eaLnBrk="1" fontAlgn="ctr" latinLnBrk="0" hangingPunct="1"/>
                      <a:r>
                        <a:rPr lang="en-US" sz="800" b="0" i="0" u="none" strike="noStrike" kern="0" spc="-50" baseline="0">
                          <a:solidFill>
                            <a:schemeClr val="tx1"/>
                          </a:solidFill>
                          <a:effectLst/>
                          <a:latin typeface="Graphik Medium" panose="020B0603030202060203" pitchFamily="34" charset="0"/>
                          <a:ea typeface="Lucida Grande" pitchFamily="2" charset="0"/>
                          <a:cs typeface="Lucida Grande" pitchFamily="2" charset="0"/>
                        </a:rPr>
                        <a:t>Integration Execution</a:t>
                      </a:r>
                    </a:p>
                  </a:txBody>
                  <a:tcPr marL="13716" marR="13716" marT="13716" marB="13716" anchorCtr="1">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algn="ctr" defTabSz="914400" rtl="0" eaLnBrk="1" fontAlgn="ctr" latinLnBrk="0" hangingPunct="1"/>
                      <a:r>
                        <a:rPr lang="en-US" sz="800" b="0" i="0" u="none" strike="noStrike" kern="0" spc="-50" baseline="0">
                          <a:solidFill>
                            <a:schemeClr val="tx1"/>
                          </a:solidFill>
                          <a:effectLst/>
                          <a:latin typeface="Graphik Medium" panose="020B0603030202060203" pitchFamily="34" charset="0"/>
                          <a:ea typeface="Lucida Grande" pitchFamily="2" charset="0"/>
                          <a:cs typeface="Lucida Grande" pitchFamily="2" charset="0"/>
                        </a:rPr>
                        <a:t>Post Deal</a:t>
                      </a:r>
                    </a:p>
                  </a:txBody>
                  <a:tcPr marL="13716" marR="13716" marT="13716" marB="13716" anchorCtr="1">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10001"/>
                  </a:ext>
                </a:extLst>
              </a:tr>
              <a:tr h="341810">
                <a:tc>
                  <a:txBody>
                    <a:bodyPr/>
                    <a:lstStyle/>
                    <a:p>
                      <a:pPr marL="0" marR="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800" kern="1200">
                          <a:solidFill>
                            <a:schemeClr val="dk1"/>
                          </a:solidFill>
                          <a:latin typeface="Graphik Medium" panose="020B0603030202060203" pitchFamily="34" charset="0"/>
                          <a:ea typeface="Lucida Grande" pitchFamily="2" charset="0"/>
                          <a:cs typeface="Lucida Grande" pitchFamily="2" charset="0"/>
                        </a:rPr>
                        <a:t>DBS / ANZ</a:t>
                      </a:r>
                    </a:p>
                  </a:txBody>
                  <a:tcPr marL="13716" marR="13716" marT="13716" marB="137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a:solidFill>
                            <a:schemeClr val="tx1"/>
                          </a:solidFill>
                          <a:effectLst/>
                          <a:latin typeface="Graphik Medium" panose="020B0603030202060203" pitchFamily="34" charset="0"/>
                          <a:ea typeface="Lucida Grande" pitchFamily="2" charset="0"/>
                          <a:cs typeface="Lucida Grande" pitchFamily="2" charset="0"/>
                        </a:rPr>
                        <a:t>6 ASIAN countries</a:t>
                      </a:r>
                    </a:p>
                  </a:txBody>
                  <a:tcPr marL="13716" marR="13716" marT="13716" marB="13716"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noProof="0">
                          <a:solidFill>
                            <a:schemeClr val="tx1"/>
                          </a:solidFill>
                          <a:effectLst/>
                          <a:latin typeface="Graphik Medium" panose="020B0603030202060203" pitchFamily="34" charset="0"/>
                          <a:ea typeface="Lucida Grande" pitchFamily="2" charset="0"/>
                          <a:cs typeface="Lucida Grande" pitchFamily="2" charset="0"/>
                        </a:rPr>
                        <a:t>2016</a:t>
                      </a: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01752">
                <a:tc>
                  <a:txBody>
                    <a:bodyPr/>
                    <a:lstStyle/>
                    <a:p>
                      <a:pPr marL="0" marR="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800" kern="1200">
                          <a:solidFill>
                            <a:schemeClr val="dk1"/>
                          </a:solidFill>
                          <a:latin typeface="Graphik Medium" panose="020B0603030202060203" pitchFamily="34" charset="0"/>
                          <a:ea typeface="Lucida Grande" pitchFamily="2" charset="0"/>
                          <a:cs typeface="Lucida Grande" pitchFamily="2" charset="0"/>
                        </a:rPr>
                        <a:t>DBS / </a:t>
                      </a:r>
                      <a:r>
                        <a:rPr lang="en-US" sz="800" kern="1200" err="1">
                          <a:solidFill>
                            <a:schemeClr val="dk1"/>
                          </a:solidFill>
                          <a:latin typeface="Graphik Medium" panose="020B0603030202060203" pitchFamily="34" charset="0"/>
                          <a:ea typeface="Lucida Grande" pitchFamily="2" charset="0"/>
                          <a:cs typeface="Lucida Grande" pitchFamily="2" charset="0"/>
                        </a:rPr>
                        <a:t>Societe</a:t>
                      </a:r>
                      <a:r>
                        <a:rPr lang="en-US" sz="800" kern="1200">
                          <a:solidFill>
                            <a:schemeClr val="dk1"/>
                          </a:solidFill>
                          <a:latin typeface="Graphik Medium" panose="020B0603030202060203" pitchFamily="34" charset="0"/>
                          <a:ea typeface="Lucida Grande" pitchFamily="2" charset="0"/>
                          <a:cs typeface="Lucida Grande" pitchFamily="2" charset="0"/>
                        </a:rPr>
                        <a:t> </a:t>
                      </a:r>
                      <a:r>
                        <a:rPr lang="en-US" sz="800" kern="1200" err="1">
                          <a:solidFill>
                            <a:schemeClr val="dk1"/>
                          </a:solidFill>
                          <a:latin typeface="Graphik Medium" panose="020B0603030202060203" pitchFamily="34" charset="0"/>
                          <a:ea typeface="Lucida Grande" pitchFamily="2" charset="0"/>
                          <a:cs typeface="Lucida Grande" pitchFamily="2" charset="0"/>
                        </a:rPr>
                        <a:t>Generale</a:t>
                      </a:r>
                      <a:endParaRPr lang="en-US" sz="800" kern="1200">
                        <a:solidFill>
                          <a:schemeClr val="dk1"/>
                        </a:solidFill>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800" b="1" i="0" u="none" strike="noStrike" kern="1200">
                        <a:solidFill>
                          <a:schemeClr val="tx1"/>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noProof="0">
                          <a:solidFill>
                            <a:schemeClr val="tx1"/>
                          </a:solidFill>
                          <a:effectLst/>
                          <a:latin typeface="Graphik Medium" panose="020B0603030202060203" pitchFamily="34" charset="0"/>
                          <a:ea typeface="Lucida Grande" pitchFamily="2" charset="0"/>
                          <a:cs typeface="Lucida Grande" pitchFamily="2" charset="0"/>
                        </a:rPr>
                        <a:t>2014</a:t>
                      </a: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41810">
                <a:tc>
                  <a:txBody>
                    <a:bodyPr/>
                    <a:lstStyle/>
                    <a:p>
                      <a:pPr marL="0" marR="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800" kern="1200">
                          <a:solidFill>
                            <a:schemeClr val="dk1"/>
                          </a:solidFill>
                          <a:latin typeface="Graphik Medium" panose="020B0603030202060203" pitchFamily="34" charset="0"/>
                          <a:ea typeface="Lucida Grande" pitchFamily="2" charset="0"/>
                          <a:cs typeface="Lucida Grande" pitchFamily="2" charset="0"/>
                        </a:rPr>
                        <a:t>BTMU / Bank of </a:t>
                      </a:r>
                      <a:r>
                        <a:rPr lang="en-US" sz="800" kern="1200" err="1">
                          <a:solidFill>
                            <a:schemeClr val="dk1"/>
                          </a:solidFill>
                          <a:latin typeface="Graphik Medium" panose="020B0603030202060203" pitchFamily="34" charset="0"/>
                          <a:ea typeface="Lucida Grande" pitchFamily="2" charset="0"/>
                          <a:cs typeface="Lucida Grande" pitchFamily="2" charset="0"/>
                        </a:rPr>
                        <a:t>Ayudhya</a:t>
                      </a:r>
                      <a:endParaRPr lang="en-US" sz="800" kern="1200">
                        <a:solidFill>
                          <a:schemeClr val="dk1"/>
                        </a:solidFill>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1" i="0" u="none" strike="noStrike" kern="1200">
                        <a:solidFill>
                          <a:schemeClr val="tx1"/>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noProof="0">
                          <a:solidFill>
                            <a:schemeClr val="tx1"/>
                          </a:solidFill>
                          <a:effectLst/>
                          <a:latin typeface="Graphik Medium" panose="020B0603030202060203" pitchFamily="34" charset="0"/>
                          <a:ea typeface="Lucida Grande" pitchFamily="2" charset="0"/>
                          <a:cs typeface="Lucida Grande" pitchFamily="2" charset="0"/>
                        </a:rPr>
                        <a:t>2013</a:t>
                      </a: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5"/>
                  </a:ext>
                </a:extLst>
              </a:tr>
              <a:tr h="341810">
                <a:tc>
                  <a:txBody>
                    <a:bodyPr/>
                    <a:lstStyle/>
                    <a:p>
                      <a:pPr marL="0" marR="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800" baseline="0">
                          <a:latin typeface="Graphik Medium" panose="020B0603030202060203" pitchFamily="34" charset="0"/>
                          <a:ea typeface="Lucida Grande" pitchFamily="2" charset="0"/>
                          <a:cs typeface="Lucida Grande" pitchFamily="2" charset="0"/>
                        </a:rPr>
                        <a:t>RHB / OSK</a:t>
                      </a:r>
                    </a:p>
                  </a:txBody>
                  <a:tcPr marL="13716" marR="13716" marT="13716" marB="137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a:solidFill>
                            <a:schemeClr val="tx1"/>
                          </a:solidFill>
                          <a:effectLst/>
                          <a:latin typeface="Graphik Medium" panose="020B0603030202060203" pitchFamily="34" charset="0"/>
                          <a:ea typeface="Lucida Grande" pitchFamily="2" charset="0"/>
                          <a:cs typeface="Lucida Grande" pitchFamily="2" charset="0"/>
                        </a:rPr>
                        <a:t>5 ASEAN countries</a:t>
                      </a:r>
                    </a:p>
                  </a:txBody>
                  <a:tcPr marL="13716" marR="13716" marT="13716" marB="13716"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noProof="0">
                          <a:solidFill>
                            <a:schemeClr val="tx1"/>
                          </a:solidFill>
                          <a:effectLst/>
                          <a:latin typeface="Graphik Medium" panose="020B0603030202060203" pitchFamily="34" charset="0"/>
                          <a:ea typeface="Lucida Grande" pitchFamily="2" charset="0"/>
                          <a:cs typeface="Lucida Grande" pitchFamily="2" charset="0"/>
                        </a:rPr>
                        <a:t>2013</a:t>
                      </a: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341810">
                <a:tc>
                  <a:txBody>
                    <a:bodyPr/>
                    <a:lstStyle/>
                    <a:p>
                      <a:pPr marL="0" marR="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800" baseline="0">
                          <a:latin typeface="Graphik Medium" panose="020B0603030202060203" pitchFamily="34" charset="0"/>
                          <a:ea typeface="Lucida Grande" pitchFamily="2" charset="0"/>
                          <a:cs typeface="Lucida Grande" pitchFamily="2" charset="0"/>
                        </a:rPr>
                        <a:t>CIMB / RBS Securities Asia</a:t>
                      </a:r>
                    </a:p>
                  </a:txBody>
                  <a:tcPr marL="13716" marR="13716" marT="13716" marB="137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a:solidFill>
                            <a:schemeClr val="tx1"/>
                          </a:solidFill>
                          <a:effectLst/>
                          <a:latin typeface="Graphik Medium" panose="020B0603030202060203" pitchFamily="34" charset="0"/>
                          <a:ea typeface="Lucida Grande" pitchFamily="2" charset="0"/>
                          <a:cs typeface="Lucida Grande" pitchFamily="2" charset="0"/>
                        </a:rPr>
                        <a:t>9 ASIAN countries</a:t>
                      </a:r>
                    </a:p>
                  </a:txBody>
                  <a:tcPr marL="13716" marR="13716" marT="13716" marB="13716"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noProof="0">
                          <a:solidFill>
                            <a:schemeClr val="tx1"/>
                          </a:solidFill>
                          <a:effectLst/>
                          <a:latin typeface="Graphik Medium" panose="020B0603030202060203" pitchFamily="34" charset="0"/>
                          <a:ea typeface="Lucida Grande" pitchFamily="2" charset="0"/>
                          <a:cs typeface="Lucida Grande" pitchFamily="2" charset="0"/>
                        </a:rPr>
                        <a:t>2012</a:t>
                      </a: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341810">
                <a:tc>
                  <a:txBody>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800">
                          <a:latin typeface="Graphik Medium" panose="020B0603030202060203" pitchFamily="34" charset="0"/>
                          <a:ea typeface="Century Gothic" charset="0"/>
                          <a:cs typeface="Century Gothic" charset="0"/>
                        </a:rPr>
                        <a:t>DBS / </a:t>
                      </a:r>
                      <a:r>
                        <a:rPr lang="en-US" sz="800" err="1">
                          <a:latin typeface="Graphik Medium" panose="020B0603030202060203" pitchFamily="34" charset="0"/>
                          <a:ea typeface="Century Gothic" charset="0"/>
                          <a:cs typeface="Century Gothic" charset="0"/>
                        </a:rPr>
                        <a:t>Danamon</a:t>
                      </a:r>
                      <a:endParaRPr lang="en-US" sz="800">
                        <a:latin typeface="Graphik Medium" panose="020B0603030202060203" pitchFamily="34" charset="0"/>
                        <a:ea typeface="Century Gothic" charset="0"/>
                        <a:cs typeface="Century Gothic" charset="0"/>
                      </a:endParaRPr>
                    </a:p>
                  </a:txBody>
                  <a:tcPr marL="13716" marR="13716" marT="13716" marB="137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1" i="0" u="none" strike="noStrike" kern="1200">
                        <a:solidFill>
                          <a:schemeClr val="tx1"/>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noProof="0">
                          <a:solidFill>
                            <a:schemeClr val="tx1"/>
                          </a:solidFill>
                          <a:effectLst/>
                          <a:latin typeface="Graphik Medium" panose="020B0603030202060203" pitchFamily="34" charset="0"/>
                          <a:ea typeface="Lucida Grande" pitchFamily="2" charset="0"/>
                          <a:cs typeface="Lucida Grande" pitchFamily="2" charset="0"/>
                        </a:rPr>
                        <a:t>2012</a:t>
                      </a: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341810">
                <a:tc>
                  <a:txBody>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800">
                          <a:latin typeface="Graphik Medium" panose="020B0603030202060203" pitchFamily="34" charset="0"/>
                          <a:ea typeface="Lucida Grande" pitchFamily="2" charset="0"/>
                          <a:cs typeface="Lucida Grande" pitchFamily="2" charset="0"/>
                        </a:rPr>
                        <a:t>OCBC / Keppel </a:t>
                      </a:r>
                      <a:r>
                        <a:rPr lang="en-US" sz="800" err="1">
                          <a:latin typeface="Graphik Medium" panose="020B0603030202060203" pitchFamily="34" charset="0"/>
                          <a:ea typeface="Lucida Grande" pitchFamily="2" charset="0"/>
                          <a:cs typeface="Lucida Grande" pitchFamily="2" charset="0"/>
                        </a:rPr>
                        <a:t>TatLee</a:t>
                      </a:r>
                      <a:endParaRPr lang="en-US" sz="800">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1" i="0" u="none" strike="noStrike" kern="1200">
                        <a:solidFill>
                          <a:schemeClr val="tx1"/>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noProof="0">
                          <a:solidFill>
                            <a:schemeClr val="tx1"/>
                          </a:solidFill>
                          <a:effectLst/>
                          <a:latin typeface="Graphik Medium" panose="020B0603030202060203" pitchFamily="34" charset="0"/>
                          <a:ea typeface="Lucida Grande" pitchFamily="2" charset="0"/>
                          <a:cs typeface="Lucida Grande" pitchFamily="2" charset="0"/>
                        </a:rPr>
                        <a:t>2012</a:t>
                      </a: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r h="341810">
                <a:tc>
                  <a:txBody>
                    <a:bodyPr/>
                    <a:lstStyle/>
                    <a:p>
                      <a:pPr marL="0" marR="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800">
                          <a:latin typeface="Graphik Medium" panose="020B0603030202060203" pitchFamily="34" charset="0"/>
                          <a:ea typeface="Lucida Grande" pitchFamily="2" charset="0"/>
                          <a:cs typeface="Lucida Grande" pitchFamily="2" charset="0"/>
                        </a:rPr>
                        <a:t>ANZ / RBS</a:t>
                      </a:r>
                    </a:p>
                  </a:txBody>
                  <a:tcPr marL="13716" marR="13716" marT="13716" marB="137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a:solidFill>
                            <a:schemeClr val="tx1"/>
                          </a:solidFill>
                          <a:effectLst/>
                          <a:latin typeface="Graphik Medium" panose="020B0603030202060203" pitchFamily="34" charset="0"/>
                          <a:ea typeface="Lucida Grande" pitchFamily="2" charset="0"/>
                          <a:cs typeface="Lucida Grande" pitchFamily="2" charset="0"/>
                        </a:rPr>
                        <a:t>6 ASIAN  countries</a:t>
                      </a:r>
                    </a:p>
                  </a:txBody>
                  <a:tcPr marL="13716" marR="13716" marT="13716" marB="13716"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noProof="0">
                          <a:solidFill>
                            <a:schemeClr val="tx1"/>
                          </a:solidFill>
                          <a:effectLst/>
                          <a:latin typeface="Graphik Medium" panose="020B0603030202060203" pitchFamily="34" charset="0"/>
                          <a:ea typeface="Lucida Grande" pitchFamily="2" charset="0"/>
                          <a:cs typeface="Lucida Grande" pitchFamily="2" charset="0"/>
                        </a:rPr>
                        <a:t>2009</a:t>
                      </a: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0174439"/>
                  </a:ext>
                </a:extLst>
              </a:tr>
              <a:tr h="341810">
                <a:tc>
                  <a:txBody>
                    <a:bodyPr/>
                    <a:lstStyle/>
                    <a:p>
                      <a:pPr marL="0" marR="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800">
                          <a:latin typeface="Graphik Medium" panose="020B0603030202060203" pitchFamily="34" charset="0"/>
                          <a:ea typeface="Lucida Grande" pitchFamily="2" charset="0"/>
                          <a:cs typeface="Lucida Grande" pitchFamily="2" charset="0"/>
                        </a:rPr>
                        <a:t>CIMB / Bank Thai</a:t>
                      </a:r>
                    </a:p>
                  </a:txBody>
                  <a:tcPr marL="13716" marR="13716" marT="13716" marB="137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1" i="0" u="none" strike="noStrike" kern="1200">
                        <a:solidFill>
                          <a:schemeClr val="tx1"/>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noProof="0">
                          <a:solidFill>
                            <a:schemeClr val="tx1"/>
                          </a:solidFill>
                          <a:effectLst/>
                          <a:latin typeface="Graphik Medium" panose="020B0603030202060203" pitchFamily="34" charset="0"/>
                          <a:ea typeface="Lucida Grande" pitchFamily="2" charset="0"/>
                          <a:cs typeface="Lucida Grande" pitchFamily="2" charset="0"/>
                        </a:rPr>
                        <a:t>2008</a:t>
                      </a: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bl>
          </a:graphicData>
        </a:graphic>
      </p:graphicFrame>
      <p:pic>
        <p:nvPicPr>
          <p:cNvPr id="10" name="Picture 6" descr="Image result for Thailand flag">
            <a:extLst>
              <a:ext uri="{FF2B5EF4-FFF2-40B4-BE49-F238E27FC236}">
                <a16:creationId xmlns:a16="http://schemas.microsoft.com/office/drawing/2014/main" id="{172ED430-9525-02E7-4420-A19B1B8BDCFC}"/>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294921" y="4666183"/>
            <a:ext cx="347153" cy="2324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http://www.worldatlas.com/webimage/flags/countrys/zzzflags/sglarge.gif">
            <a:extLst>
              <a:ext uri="{FF2B5EF4-FFF2-40B4-BE49-F238E27FC236}">
                <a16:creationId xmlns:a16="http://schemas.microsoft.com/office/drawing/2014/main" id="{CFE7E1B6-2F86-1683-ECF4-2784B46543C0}"/>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295959" y="2290574"/>
            <a:ext cx="347153" cy="23246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pic>
        <p:nvPicPr>
          <p:cNvPr id="16" name="Picture 39">
            <a:extLst>
              <a:ext uri="{FF2B5EF4-FFF2-40B4-BE49-F238E27FC236}">
                <a16:creationId xmlns:a16="http://schemas.microsoft.com/office/drawing/2014/main" id="{E0B166A1-F338-3FFB-CE9F-D2F2F07FBF4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294921" y="3627305"/>
            <a:ext cx="348191" cy="232200"/>
          </a:xfrm>
          <a:prstGeom prst="rect">
            <a:avLst/>
          </a:prstGeom>
        </p:spPr>
      </p:pic>
      <p:pic>
        <p:nvPicPr>
          <p:cNvPr id="17" name="Picture 6" descr="http://www.worldatlas.com/webimage/flags/countrys/zzzflags/sglarge.gif">
            <a:extLst>
              <a:ext uri="{FF2B5EF4-FFF2-40B4-BE49-F238E27FC236}">
                <a16:creationId xmlns:a16="http://schemas.microsoft.com/office/drawing/2014/main" id="{AA1DE3E4-1C87-820E-FB3D-DD8256994375}"/>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295959" y="3974283"/>
            <a:ext cx="347153" cy="23246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pic>
        <p:nvPicPr>
          <p:cNvPr id="18" name="Picture 6" descr="Image result for Thailand flag">
            <a:extLst>
              <a:ext uri="{FF2B5EF4-FFF2-40B4-BE49-F238E27FC236}">
                <a16:creationId xmlns:a16="http://schemas.microsoft.com/office/drawing/2014/main" id="{EE174256-239F-A5CF-3DC0-D4A5967C4A68}"/>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293883" y="2615932"/>
            <a:ext cx="347153" cy="2324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0" name="Table 51">
            <a:extLst>
              <a:ext uri="{FF2B5EF4-FFF2-40B4-BE49-F238E27FC236}">
                <a16:creationId xmlns:a16="http://schemas.microsoft.com/office/drawing/2014/main" id="{5CC3097E-3516-41AD-9FF4-E8713C1DAC4F}"/>
              </a:ext>
            </a:extLst>
          </p:cNvPr>
          <p:cNvGraphicFramePr>
            <a:graphicFrameLocks noGrp="1"/>
          </p:cNvGraphicFramePr>
          <p:nvPr/>
        </p:nvGraphicFramePr>
        <p:xfrm>
          <a:off x="4625296" y="1274005"/>
          <a:ext cx="4207409" cy="3678461"/>
        </p:xfrm>
        <a:graphic>
          <a:graphicData uri="http://schemas.openxmlformats.org/drawingml/2006/table">
            <a:tbl>
              <a:tblPr firstRow="1" bandRow="1">
                <a:tableStyleId>{5C22544A-7EE6-4342-B048-85BDC9FD1C3A}</a:tableStyleId>
              </a:tblPr>
              <a:tblGrid>
                <a:gridCol w="829694">
                  <a:extLst>
                    <a:ext uri="{9D8B030D-6E8A-4147-A177-3AD203B41FA5}">
                      <a16:colId xmlns:a16="http://schemas.microsoft.com/office/drawing/2014/main" val="20000"/>
                    </a:ext>
                  </a:extLst>
                </a:gridCol>
                <a:gridCol w="548640">
                  <a:extLst>
                    <a:ext uri="{9D8B030D-6E8A-4147-A177-3AD203B41FA5}">
                      <a16:colId xmlns:a16="http://schemas.microsoft.com/office/drawing/2014/main" val="20010"/>
                    </a:ext>
                  </a:extLst>
                </a:gridCol>
                <a:gridCol w="565815">
                  <a:extLst>
                    <a:ext uri="{9D8B030D-6E8A-4147-A177-3AD203B41FA5}">
                      <a16:colId xmlns:a16="http://schemas.microsoft.com/office/drawing/2014/main" val="664991008"/>
                    </a:ext>
                  </a:extLst>
                </a:gridCol>
                <a:gridCol w="565815">
                  <a:extLst>
                    <a:ext uri="{9D8B030D-6E8A-4147-A177-3AD203B41FA5}">
                      <a16:colId xmlns:a16="http://schemas.microsoft.com/office/drawing/2014/main" val="2341761968"/>
                    </a:ext>
                  </a:extLst>
                </a:gridCol>
                <a:gridCol w="565815">
                  <a:extLst>
                    <a:ext uri="{9D8B030D-6E8A-4147-A177-3AD203B41FA5}">
                      <a16:colId xmlns:a16="http://schemas.microsoft.com/office/drawing/2014/main" val="20003"/>
                    </a:ext>
                  </a:extLst>
                </a:gridCol>
                <a:gridCol w="565815">
                  <a:extLst>
                    <a:ext uri="{9D8B030D-6E8A-4147-A177-3AD203B41FA5}">
                      <a16:colId xmlns:a16="http://schemas.microsoft.com/office/drawing/2014/main" val="20004"/>
                    </a:ext>
                  </a:extLst>
                </a:gridCol>
                <a:gridCol w="565815">
                  <a:extLst>
                    <a:ext uri="{9D8B030D-6E8A-4147-A177-3AD203B41FA5}">
                      <a16:colId xmlns:a16="http://schemas.microsoft.com/office/drawing/2014/main" val="20005"/>
                    </a:ext>
                  </a:extLst>
                </a:gridCol>
              </a:tblGrid>
              <a:tr h="194310">
                <a:tc rowSpan="2">
                  <a:txBody>
                    <a:bodyPr/>
                    <a:lstStyle/>
                    <a:p>
                      <a:pPr marL="0" algn="ctr" defTabSz="914400" rtl="0" eaLnBrk="1" fontAlgn="ctr" latinLnBrk="0" hangingPunct="1"/>
                      <a:r>
                        <a:rPr lang="en-US" sz="800" b="1" i="0" u="none" strike="noStrike" kern="1200">
                          <a:solidFill>
                            <a:schemeClr val="bg1"/>
                          </a:solidFill>
                          <a:effectLst/>
                          <a:latin typeface="Graphik Medium" panose="020B0603030202060203" pitchFamily="34" charset="0"/>
                          <a:ea typeface="Lucida Grande" pitchFamily="2" charset="0"/>
                          <a:cs typeface="Lucida Grande" pitchFamily="2" charset="0"/>
                        </a:rPr>
                        <a:t>MERGER</a:t>
                      </a:r>
                    </a:p>
                  </a:txBody>
                  <a:tcPr marL="13716" marR="13716" marT="13716" marB="13716" anchor="ctr" anchorCtr="1">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rowSpan="2">
                  <a:txBody>
                    <a:bodyPr/>
                    <a:lstStyle/>
                    <a:p>
                      <a:pPr marL="0" algn="ctr" defTabSz="914400" rtl="0" eaLnBrk="1" fontAlgn="ctr" latinLnBrk="0" hangingPunct="1"/>
                      <a:r>
                        <a:rPr lang="en-US" sz="800" b="1" i="0" u="none" strike="noStrike" kern="1200">
                          <a:solidFill>
                            <a:schemeClr val="bg1"/>
                          </a:solidFill>
                          <a:effectLst/>
                          <a:latin typeface="Graphik Medium" panose="020B0603030202060203" pitchFamily="34" charset="0"/>
                          <a:ea typeface="Lucida Grande" pitchFamily="2" charset="0"/>
                          <a:cs typeface="Lucida Grande" pitchFamily="2" charset="0"/>
                        </a:rPr>
                        <a:t>COUNTRY</a:t>
                      </a:r>
                    </a:p>
                  </a:txBody>
                  <a:tcPr marL="13716" marR="13716" marT="13716" marB="1371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rowSpan="2">
                  <a:txBody>
                    <a:bodyPr/>
                    <a:lstStyle/>
                    <a:p>
                      <a:pPr marL="0" algn="ctr" defTabSz="914400" rtl="0" eaLnBrk="1" fontAlgn="ctr" latinLnBrk="0" hangingPunct="1"/>
                      <a:r>
                        <a:rPr lang="en-US" sz="800" b="1" i="0" u="none" strike="noStrike" kern="1200">
                          <a:solidFill>
                            <a:schemeClr val="bg1"/>
                          </a:solidFill>
                          <a:effectLst/>
                          <a:latin typeface="Graphik Medium" panose="020B0603030202060203" pitchFamily="34" charset="0"/>
                          <a:ea typeface="Lucida Grande" pitchFamily="2" charset="0"/>
                          <a:cs typeface="Lucida Grande" pitchFamily="2" charset="0"/>
                        </a:rPr>
                        <a:t>YEAR INTEGRATION STARTED</a:t>
                      </a:r>
                    </a:p>
                  </a:txBody>
                  <a:tcPr marL="13716" marR="13716" marT="13716" marB="1371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gridSpan="4">
                  <a:txBody>
                    <a:bodyPr/>
                    <a:lstStyle/>
                    <a:p>
                      <a:pPr marL="0" algn="ctr" defTabSz="914400" rtl="0" eaLnBrk="1" fontAlgn="ctr" latinLnBrk="0" hangingPunct="1"/>
                      <a:r>
                        <a:rPr lang="en-US" sz="800" b="1" i="0" u="none" strike="noStrike" kern="1200">
                          <a:solidFill>
                            <a:schemeClr val="bg1"/>
                          </a:solidFill>
                          <a:effectLst/>
                          <a:latin typeface="Graphik Medium" panose="020B0603030202060203" pitchFamily="34" charset="0"/>
                          <a:ea typeface="+mn-ea"/>
                          <a:cs typeface="Arial" panose="020B0604020202020204" pitchFamily="34" charset="0"/>
                        </a:rPr>
                        <a:t>Accenture Involvement</a:t>
                      </a:r>
                    </a:p>
                  </a:txBody>
                  <a:tcPr marL="68574" marR="68574" marT="34290" marB="3429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F7F7F"/>
                    </a:solidFill>
                  </a:tcPr>
                </a:tc>
                <a:tc hMerge="1">
                  <a:txBody>
                    <a:bodyPr/>
                    <a:lstStyle/>
                    <a:p>
                      <a:pPr marL="0" algn="ctr" defTabSz="914400" rtl="0" eaLnBrk="1" fontAlgn="ctr" latinLnBrk="0" hangingPunct="1"/>
                      <a:endParaRPr lang="en-US" sz="1100" b="1" i="0" u="none" strike="noStrike" kern="1200">
                        <a:solidFill>
                          <a:schemeClr val="bg1"/>
                        </a:solidFill>
                        <a:effectLst/>
                        <a:latin typeface="Graphik Medium" panose="020B0603030202060203" pitchFamily="34" charset="0"/>
                        <a:ea typeface="+mn-ea"/>
                        <a:cs typeface="Arial" panose="020B0604020202020204" pitchFamily="34" charset="0"/>
                      </a:endParaRPr>
                    </a:p>
                  </a:txBody>
                  <a:tcPr marL="91432" marR="91432"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F7F7F"/>
                    </a:solidFill>
                  </a:tcPr>
                </a:tc>
                <a:tc hMerge="1">
                  <a:txBody>
                    <a:bodyPr/>
                    <a:lstStyle/>
                    <a:p>
                      <a:pPr marL="0" algn="ctr" defTabSz="914400" rtl="0" eaLnBrk="1" fontAlgn="ctr" latinLnBrk="0" hangingPunct="1"/>
                      <a:endParaRPr lang="en-US" sz="1100" b="1" i="0" u="none" strike="noStrike" kern="1200">
                        <a:solidFill>
                          <a:schemeClr val="bg1"/>
                        </a:solidFill>
                        <a:effectLst/>
                        <a:latin typeface="+mj-lt"/>
                        <a:ea typeface="+mn-ea"/>
                        <a:cs typeface="Arial" panose="020B0604020202020204" pitchFamily="34" charset="0"/>
                      </a:endParaRPr>
                    </a:p>
                  </a:txBody>
                  <a:tcPr marL="91432" marR="91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marL="0" algn="ctr" defTabSz="914400" rtl="0" eaLnBrk="1" fontAlgn="ctr" latinLnBrk="0" hangingPunct="1"/>
                      <a:endParaRPr lang="en-US" sz="1100" b="1" i="0" u="none" strike="noStrike" kern="1200">
                        <a:solidFill>
                          <a:schemeClr val="bg1"/>
                        </a:solidFill>
                        <a:effectLst/>
                        <a:latin typeface="+mj-lt"/>
                        <a:ea typeface="+mn-ea"/>
                        <a:cs typeface="Arial" panose="020B0604020202020204" pitchFamily="34" charset="0"/>
                      </a:endParaRPr>
                    </a:p>
                  </a:txBody>
                  <a:tcPr marL="91432" marR="91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447919">
                <a:tc vMerge="1">
                  <a:txBody>
                    <a:bodyPr/>
                    <a:lstStyle/>
                    <a:p>
                      <a:pPr marL="0" algn="ctr" defTabSz="914400" rtl="0" eaLnBrk="1" fontAlgn="ctr" latinLnBrk="0" hangingPunct="1"/>
                      <a:endParaRPr lang="en-US" sz="1100" b="1" i="0" u="none" strike="noStrike" kern="1200">
                        <a:solidFill>
                          <a:schemeClr val="bg1"/>
                        </a:solidFill>
                        <a:effectLst/>
                        <a:latin typeface="+mj-lt"/>
                        <a:ea typeface="+mn-ea"/>
                        <a:cs typeface="Arial" panose="020B0604020202020204" pitchFamily="34" charset="0"/>
                      </a:endParaRPr>
                    </a:p>
                  </a:txBody>
                  <a:tcPr marL="91432" marR="91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vMerge="1">
                  <a:txBody>
                    <a:bodyPr/>
                    <a:lstStyle/>
                    <a:p>
                      <a:pPr marL="0" algn="ctr" defTabSz="914400" rtl="0" eaLnBrk="1" fontAlgn="ctr" latinLnBrk="0" hangingPunct="1"/>
                      <a:endParaRPr lang="en-US" sz="900" b="1" i="0" u="none" strike="noStrike" kern="1200">
                        <a:solidFill>
                          <a:schemeClr val="tx1"/>
                        </a:solidFill>
                        <a:effectLst/>
                        <a:latin typeface="Lucida Grande" pitchFamily="2" charset="0"/>
                        <a:ea typeface="Lucida Grande" pitchFamily="2" charset="0"/>
                        <a:cs typeface="Lucida Grande" pitchFamily="2" charset="0"/>
                      </a:endParaRPr>
                    </a:p>
                  </a:txBody>
                  <a:tcPr marL="91432" marR="91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vMerge="1">
                  <a:txBody>
                    <a:bodyPr/>
                    <a:lstStyle/>
                    <a:p>
                      <a:pPr marL="0" algn="ctr" defTabSz="914400" rtl="0" eaLnBrk="1" fontAlgn="ctr" latinLnBrk="0" hangingPunct="1"/>
                      <a:endParaRPr lang="en-US" sz="1200" b="0" i="0" u="none" strike="noStrike" kern="0" spc="-50" baseline="0">
                        <a:solidFill>
                          <a:schemeClr val="tx1"/>
                        </a:solidFill>
                        <a:effectLst/>
                        <a:latin typeface="+mj-lt"/>
                        <a:ea typeface="Lucida Grande" pitchFamily="2" charset="0"/>
                        <a:cs typeface="Lucida Grande" pitchFamily="2" charset="0"/>
                      </a:endParaRPr>
                    </a:p>
                  </a:txBody>
                  <a:tcPr marL="45720" marR="45720" anchorCtr="1">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0" spc="-50" baseline="0">
                          <a:solidFill>
                            <a:schemeClr val="tx1"/>
                          </a:solidFill>
                          <a:effectLst/>
                          <a:latin typeface="Graphik Medium" panose="020B0603030202060203" pitchFamily="34" charset="0"/>
                          <a:ea typeface="Lucida Grande" pitchFamily="2" charset="0"/>
                          <a:cs typeface="Lucida Grande" pitchFamily="2" charset="0"/>
                        </a:rPr>
                        <a:t>Due Diligence</a:t>
                      </a:r>
                    </a:p>
                  </a:txBody>
                  <a:tcPr marL="13716" marR="13716" marT="13716" marB="13716" anchorCtr="1">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0" spc="-50" baseline="0">
                          <a:solidFill>
                            <a:schemeClr val="tx1"/>
                          </a:solidFill>
                          <a:effectLst/>
                          <a:latin typeface="Graphik Medium" panose="020B0603030202060203" pitchFamily="34" charset="0"/>
                          <a:ea typeface="Lucida Grande" pitchFamily="2" charset="0"/>
                          <a:cs typeface="Lucida Grande" pitchFamily="2" charset="0"/>
                        </a:rPr>
                        <a:t>Integration Planning</a:t>
                      </a:r>
                    </a:p>
                  </a:txBody>
                  <a:tcPr marL="13716" marR="13716" marT="13716" marB="13716" anchorCtr="1">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algn="ctr" defTabSz="914400" rtl="0" eaLnBrk="1" fontAlgn="ctr" latinLnBrk="0" hangingPunct="1"/>
                      <a:r>
                        <a:rPr lang="en-US" sz="800" b="0" i="0" u="none" strike="noStrike" kern="0" spc="-50" baseline="0">
                          <a:solidFill>
                            <a:schemeClr val="tx1"/>
                          </a:solidFill>
                          <a:effectLst/>
                          <a:latin typeface="Graphik Medium" panose="020B0603030202060203" pitchFamily="34" charset="0"/>
                          <a:ea typeface="Lucida Grande" pitchFamily="2" charset="0"/>
                          <a:cs typeface="Lucida Grande" pitchFamily="2" charset="0"/>
                        </a:rPr>
                        <a:t>Integration Execution</a:t>
                      </a:r>
                    </a:p>
                  </a:txBody>
                  <a:tcPr marL="13716" marR="13716" marT="13716" marB="13716" anchorCtr="1">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algn="ctr" defTabSz="914400" rtl="0" eaLnBrk="1" fontAlgn="ctr" latinLnBrk="0" hangingPunct="1"/>
                      <a:r>
                        <a:rPr lang="en-US" sz="800" b="0" i="0" u="none" strike="noStrike" kern="0" spc="-50" baseline="0">
                          <a:solidFill>
                            <a:schemeClr val="tx1"/>
                          </a:solidFill>
                          <a:effectLst/>
                          <a:latin typeface="Graphik Medium" panose="020B0603030202060203" pitchFamily="34" charset="0"/>
                          <a:ea typeface="Lucida Grande" pitchFamily="2" charset="0"/>
                          <a:cs typeface="Lucida Grande" pitchFamily="2" charset="0"/>
                        </a:rPr>
                        <a:t>Post Deal</a:t>
                      </a:r>
                    </a:p>
                  </a:txBody>
                  <a:tcPr marL="13716" marR="13716" marT="13716" marB="13716" anchorCtr="1">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10001"/>
                  </a:ext>
                </a:extLst>
              </a:tr>
              <a:tr h="301752">
                <a:tc>
                  <a:txBody>
                    <a:bodyPr/>
                    <a:lstStyle/>
                    <a:p>
                      <a:pPr marL="0" marR="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800" err="1">
                          <a:latin typeface="Graphik Medium" panose="020B0603030202060203" pitchFamily="34" charset="0"/>
                          <a:ea typeface="Lucida Grande" pitchFamily="2" charset="0"/>
                          <a:cs typeface="Lucida Grande" pitchFamily="2" charset="0"/>
                        </a:rPr>
                        <a:t>Niaga</a:t>
                      </a:r>
                      <a:r>
                        <a:rPr lang="en-US" sz="800">
                          <a:latin typeface="Graphik Medium" panose="020B0603030202060203" pitchFamily="34" charset="0"/>
                          <a:ea typeface="Lucida Grande" pitchFamily="2" charset="0"/>
                          <a:cs typeface="Lucida Grande" pitchFamily="2" charset="0"/>
                        </a:rPr>
                        <a:t> / Lippo</a:t>
                      </a:r>
                    </a:p>
                  </a:txBody>
                  <a:tcPr marL="13716" marR="13716" marT="13716" marB="137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1" i="0" u="none" strike="noStrike" kern="1200">
                        <a:solidFill>
                          <a:schemeClr val="tx1"/>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noProof="0">
                          <a:solidFill>
                            <a:schemeClr val="tx1"/>
                          </a:solidFill>
                          <a:effectLst/>
                          <a:latin typeface="Graphik Medium" panose="020B0603030202060203" pitchFamily="34" charset="0"/>
                          <a:ea typeface="Lucida Grande" pitchFamily="2" charset="0"/>
                          <a:cs typeface="Lucida Grande" pitchFamily="2" charset="0"/>
                        </a:rPr>
                        <a:t>2008</a:t>
                      </a: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41810">
                <a:tc>
                  <a:txBody>
                    <a:bodyPr/>
                    <a:lstStyle/>
                    <a:p>
                      <a:pPr marL="0" marR="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800" kern="1200">
                          <a:solidFill>
                            <a:schemeClr val="dk1"/>
                          </a:solidFill>
                          <a:latin typeface="Graphik Medium" panose="020B0603030202060203" pitchFamily="34" charset="0"/>
                          <a:ea typeface="Lucida Grande" pitchFamily="2" charset="0"/>
                          <a:cs typeface="Lucida Grande" pitchFamily="2" charset="0"/>
                        </a:rPr>
                        <a:t>CIMB / SBB</a:t>
                      </a:r>
                    </a:p>
                  </a:txBody>
                  <a:tcPr marL="13716" marR="13716" marT="13716" marB="137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800" b="0" i="0" u="none" strike="noStrike" kern="1200">
                        <a:solidFill>
                          <a:schemeClr val="tx1"/>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noProof="0">
                          <a:solidFill>
                            <a:schemeClr val="tx1"/>
                          </a:solidFill>
                          <a:effectLst/>
                          <a:latin typeface="Graphik Medium" panose="020B0603030202060203" pitchFamily="34" charset="0"/>
                          <a:ea typeface="Lucida Grande" pitchFamily="2" charset="0"/>
                          <a:cs typeface="Lucida Grande" pitchFamily="2" charset="0"/>
                        </a:rPr>
                        <a:t>2006</a:t>
                      </a: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4"/>
                  </a:ext>
                </a:extLst>
              </a:tr>
              <a:tr h="341810">
                <a:tc>
                  <a:txBody>
                    <a:bodyPr/>
                    <a:lstStyle/>
                    <a:p>
                      <a:pPr marL="0" marR="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800" kern="1200">
                          <a:solidFill>
                            <a:schemeClr val="dk1"/>
                          </a:solidFill>
                          <a:latin typeface="Graphik Medium" panose="020B0603030202060203" pitchFamily="34" charset="0"/>
                          <a:ea typeface="Lucida Grande" pitchFamily="2" charset="0"/>
                          <a:cs typeface="Lucida Grande" pitchFamily="2" charset="0"/>
                        </a:rPr>
                        <a:t>Bank Permata (5 banks)</a:t>
                      </a:r>
                    </a:p>
                  </a:txBody>
                  <a:tcPr marL="13716" marR="13716" marT="13716" marB="137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800" b="1" i="0" u="none" strike="noStrike" kern="1200">
                        <a:solidFill>
                          <a:schemeClr val="tx1"/>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noProof="0">
                          <a:solidFill>
                            <a:schemeClr val="tx1"/>
                          </a:solidFill>
                          <a:effectLst/>
                          <a:latin typeface="Graphik Medium" panose="020B0603030202060203" pitchFamily="34" charset="0"/>
                          <a:ea typeface="Lucida Grande" pitchFamily="2" charset="0"/>
                          <a:cs typeface="Lucida Grande" pitchFamily="2" charset="0"/>
                        </a:rPr>
                        <a:t>2002</a:t>
                      </a: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41810">
                <a:tc>
                  <a:txBody>
                    <a:bodyPr/>
                    <a:lstStyle/>
                    <a:p>
                      <a:pPr marL="0" marR="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800" kern="1200">
                          <a:solidFill>
                            <a:schemeClr val="dk1"/>
                          </a:solidFill>
                          <a:latin typeface="Graphik Medium" panose="020B0603030202060203" pitchFamily="34" charset="0"/>
                          <a:ea typeface="Lucida Grande" pitchFamily="2" charset="0"/>
                          <a:cs typeface="Lucida Grande" pitchFamily="2" charset="0"/>
                        </a:rPr>
                        <a:t>AmBank / </a:t>
                      </a:r>
                      <a:r>
                        <a:rPr lang="en-US" sz="800" kern="1200" err="1">
                          <a:solidFill>
                            <a:schemeClr val="dk1"/>
                          </a:solidFill>
                          <a:latin typeface="Graphik Medium" panose="020B0603030202060203" pitchFamily="34" charset="0"/>
                          <a:ea typeface="Lucida Grande" pitchFamily="2" charset="0"/>
                          <a:cs typeface="Lucida Grande" pitchFamily="2" charset="0"/>
                        </a:rPr>
                        <a:t>AmFinance</a:t>
                      </a:r>
                      <a:endParaRPr lang="en-US" sz="800" kern="1200">
                        <a:solidFill>
                          <a:schemeClr val="dk1"/>
                        </a:solidFill>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1" i="0" u="none" strike="noStrike" kern="1200">
                        <a:solidFill>
                          <a:schemeClr val="tx1"/>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noProof="0">
                          <a:solidFill>
                            <a:schemeClr val="tx1"/>
                          </a:solidFill>
                          <a:effectLst/>
                          <a:latin typeface="Graphik Medium" panose="020B0603030202060203" pitchFamily="34" charset="0"/>
                          <a:ea typeface="Lucida Grande" pitchFamily="2" charset="0"/>
                          <a:cs typeface="Lucida Grande" pitchFamily="2" charset="0"/>
                        </a:rPr>
                        <a:t>2002</a:t>
                      </a: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6"/>
                  </a:ext>
                </a:extLst>
              </a:tr>
              <a:tr h="341810">
                <a:tc>
                  <a:txBody>
                    <a:bodyPr/>
                    <a:lstStyle/>
                    <a:p>
                      <a:pPr marL="0" marR="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800" baseline="0">
                          <a:latin typeface="Graphik Medium" panose="020B0603030202060203" pitchFamily="34" charset="0"/>
                          <a:ea typeface="Lucida Grande" pitchFamily="2" charset="0"/>
                          <a:cs typeface="Lucida Grande" pitchFamily="2" charset="0"/>
                        </a:rPr>
                        <a:t>UOB / OUB</a:t>
                      </a:r>
                    </a:p>
                  </a:txBody>
                  <a:tcPr marL="13716" marR="13716" marT="13716" marB="137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800" b="0" i="0" u="none" strike="noStrike" kern="1200">
                        <a:solidFill>
                          <a:schemeClr val="tx1"/>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noProof="0">
                          <a:solidFill>
                            <a:schemeClr val="tx1"/>
                          </a:solidFill>
                          <a:effectLst/>
                          <a:latin typeface="Graphik Medium" panose="020B0603030202060203" pitchFamily="34" charset="0"/>
                          <a:ea typeface="Lucida Grande" pitchFamily="2" charset="0"/>
                          <a:cs typeface="Lucida Grande" pitchFamily="2" charset="0"/>
                        </a:rPr>
                        <a:t>2001</a:t>
                      </a: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7"/>
                  </a:ext>
                </a:extLst>
              </a:tr>
              <a:tr h="341810">
                <a:tc>
                  <a:txBody>
                    <a:bodyPr/>
                    <a:lstStyle/>
                    <a:p>
                      <a:pPr marL="0" marR="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800" baseline="0">
                          <a:latin typeface="Graphik Medium" panose="020B0603030202060203" pitchFamily="34" charset="0"/>
                          <a:ea typeface="Lucida Grande" pitchFamily="2" charset="0"/>
                          <a:cs typeface="Lucida Grande" pitchFamily="2" charset="0"/>
                        </a:rPr>
                        <a:t>Alliance Bank (7 institutions)</a:t>
                      </a:r>
                    </a:p>
                  </a:txBody>
                  <a:tcPr marL="13716" marR="13716" marT="13716" marB="137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800" b="0" i="0" u="none" strike="noStrike" kern="1200">
                        <a:solidFill>
                          <a:schemeClr val="tx1"/>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noProof="0">
                          <a:solidFill>
                            <a:schemeClr val="tx1"/>
                          </a:solidFill>
                          <a:effectLst/>
                          <a:latin typeface="Graphik Medium" panose="020B0603030202060203" pitchFamily="34" charset="0"/>
                          <a:ea typeface="Lucida Grande" pitchFamily="2" charset="0"/>
                          <a:cs typeface="Lucida Grande" pitchFamily="2" charset="0"/>
                        </a:rPr>
                        <a:t>2001</a:t>
                      </a: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341810">
                <a:tc>
                  <a:txBody>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800">
                          <a:latin typeface="Graphik Medium" panose="020B0603030202060203" pitchFamily="34" charset="0"/>
                          <a:ea typeface="Century Gothic" charset="0"/>
                          <a:cs typeface="Century Gothic" charset="0"/>
                        </a:rPr>
                        <a:t>Maybank / </a:t>
                      </a:r>
                      <a:r>
                        <a:rPr lang="en-US" sz="800" err="1">
                          <a:latin typeface="Graphik Medium" panose="020B0603030202060203" pitchFamily="34" charset="0"/>
                          <a:ea typeface="Century Gothic" charset="0"/>
                          <a:cs typeface="Century Gothic" charset="0"/>
                        </a:rPr>
                        <a:t>Phileo</a:t>
                      </a:r>
                      <a:r>
                        <a:rPr lang="en-US" sz="800">
                          <a:latin typeface="Graphik Medium" panose="020B0603030202060203" pitchFamily="34" charset="0"/>
                          <a:ea typeface="Century Gothic" charset="0"/>
                          <a:cs typeface="Century Gothic" charset="0"/>
                        </a:rPr>
                        <a:t> Allied</a:t>
                      </a:r>
                    </a:p>
                  </a:txBody>
                  <a:tcPr marL="13716" marR="13716" marT="13716" marB="137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1" i="0" u="none" strike="noStrike" kern="1200">
                        <a:solidFill>
                          <a:schemeClr val="tx1"/>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noProof="0">
                          <a:solidFill>
                            <a:schemeClr val="tx1"/>
                          </a:solidFill>
                          <a:effectLst/>
                          <a:latin typeface="Graphik Medium" panose="020B0603030202060203" pitchFamily="34" charset="0"/>
                          <a:ea typeface="Lucida Grande" pitchFamily="2" charset="0"/>
                          <a:cs typeface="Lucida Grande" pitchFamily="2" charset="0"/>
                        </a:rPr>
                        <a:t>2000</a:t>
                      </a: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11"/>
                  </a:ext>
                </a:extLst>
              </a:tr>
              <a:tr h="341810">
                <a:tc>
                  <a:txBody>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800" err="1">
                          <a:latin typeface="Graphik Medium" panose="020B0603030202060203" pitchFamily="34" charset="0"/>
                          <a:ea typeface="Lucida Grande" pitchFamily="2" charset="0"/>
                          <a:cs typeface="Lucida Grande" pitchFamily="2" charset="0"/>
                        </a:rPr>
                        <a:t>Mandiri</a:t>
                      </a:r>
                      <a:r>
                        <a:rPr lang="en-US" sz="800">
                          <a:latin typeface="Graphik Medium" panose="020B0603030202060203" pitchFamily="34" charset="0"/>
                          <a:ea typeface="Lucida Grande" pitchFamily="2" charset="0"/>
                          <a:cs typeface="Lucida Grande" pitchFamily="2" charset="0"/>
                        </a:rPr>
                        <a:t> (4 banks)</a:t>
                      </a:r>
                    </a:p>
                  </a:txBody>
                  <a:tcPr marL="13716" marR="13716" marT="13716" marB="137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1" i="0" u="none" strike="noStrike" kern="1200">
                        <a:solidFill>
                          <a:schemeClr val="tx1"/>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noProof="0">
                          <a:solidFill>
                            <a:schemeClr val="tx1"/>
                          </a:solidFill>
                          <a:effectLst/>
                          <a:latin typeface="Graphik Medium" panose="020B0603030202060203" pitchFamily="34" charset="0"/>
                          <a:ea typeface="Lucida Grande" pitchFamily="2" charset="0"/>
                          <a:cs typeface="Lucida Grande" pitchFamily="2" charset="0"/>
                        </a:rPr>
                        <a:t>1999</a:t>
                      </a: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0174439"/>
                  </a:ext>
                </a:extLst>
              </a:tr>
              <a:tr h="341810">
                <a:tc>
                  <a:txBody>
                    <a:bodyPr/>
                    <a:lstStyle/>
                    <a:p>
                      <a:pPr marL="0" marR="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800">
                          <a:latin typeface="Graphik Medium" panose="020B0603030202060203" pitchFamily="34" charset="0"/>
                          <a:ea typeface="Lucida Grande" pitchFamily="2" charset="0"/>
                          <a:cs typeface="Lucida Grande" pitchFamily="2" charset="0"/>
                        </a:rPr>
                        <a:t>RHB / DCB / </a:t>
                      </a:r>
                      <a:r>
                        <a:rPr lang="en-US" sz="800" err="1">
                          <a:latin typeface="Graphik Medium" panose="020B0603030202060203" pitchFamily="34" charset="0"/>
                          <a:ea typeface="Lucida Grande" pitchFamily="2" charset="0"/>
                          <a:cs typeface="Lucida Grande" pitchFamily="2" charset="0"/>
                        </a:rPr>
                        <a:t>Kwong</a:t>
                      </a:r>
                      <a:r>
                        <a:rPr lang="en-US" sz="800">
                          <a:latin typeface="Graphik Medium" panose="020B0603030202060203" pitchFamily="34" charset="0"/>
                          <a:ea typeface="Lucida Grande" pitchFamily="2" charset="0"/>
                          <a:cs typeface="Lucida Grande" pitchFamily="2" charset="0"/>
                        </a:rPr>
                        <a:t> </a:t>
                      </a:r>
                      <a:r>
                        <a:rPr lang="en-US" sz="800" err="1">
                          <a:latin typeface="Graphik Medium" panose="020B0603030202060203" pitchFamily="34" charset="0"/>
                          <a:ea typeface="Lucida Grande" pitchFamily="2" charset="0"/>
                          <a:cs typeface="Lucida Grande" pitchFamily="2" charset="0"/>
                        </a:rPr>
                        <a:t>Yik</a:t>
                      </a:r>
                      <a:endParaRPr lang="en-US" sz="800">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u="none" strike="noStrike" kern="1200">
                        <a:solidFill>
                          <a:schemeClr val="tx1"/>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u="none" strike="noStrike" kern="1200" noProof="0">
                          <a:solidFill>
                            <a:schemeClr val="tx1"/>
                          </a:solidFill>
                          <a:effectLst/>
                          <a:latin typeface="Graphik Medium" panose="020B0603030202060203" pitchFamily="34" charset="0"/>
                          <a:ea typeface="Lucida Grande" pitchFamily="2" charset="0"/>
                          <a:cs typeface="Lucida Grande" pitchFamily="2" charset="0"/>
                        </a:rPr>
                        <a:t>1997</a:t>
                      </a: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1800" b="1" i="0" u="none" strike="noStrike" kern="1200">
                        <a:solidFill>
                          <a:schemeClr val="bg2"/>
                        </a:solidFill>
                        <a:effectLst/>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chemeClr val="bg2"/>
                        </a:solidFill>
                        <a:effectLst/>
                        <a:uLnTx/>
                        <a:uFillTx/>
                        <a:latin typeface="Graphik Medium" panose="020B0603030202060203" pitchFamily="34" charset="0"/>
                        <a:ea typeface="Lucida Grande" pitchFamily="2" charset="0"/>
                        <a:cs typeface="Lucida Grande" pitchFamily="2" charset="0"/>
                      </a:endParaRPr>
                    </a:p>
                  </a:txBody>
                  <a:tcPr marL="13716" marR="13716" marT="13716" marB="13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bl>
          </a:graphicData>
        </a:graphic>
      </p:graphicFrame>
      <p:pic>
        <p:nvPicPr>
          <p:cNvPr id="23" name="Picture 58">
            <a:extLst>
              <a:ext uri="{FF2B5EF4-FFF2-40B4-BE49-F238E27FC236}">
                <a16:creationId xmlns:a16="http://schemas.microsoft.com/office/drawing/2014/main" id="{858417D5-2334-7CA8-D83D-1DAADD957A38}"/>
              </a:ext>
            </a:extLst>
          </p:cNvPr>
          <p:cNvPicPr preferRelativeResize="0">
            <a:picLocks/>
          </p:cNvPicPr>
          <p:nvPr/>
        </p:nvPicPr>
        <p:blipFill>
          <a:blip r:embed="rId8" cstate="email">
            <a:extLst>
              <a:ext uri="{28A0092B-C50C-407E-A947-70E740481C1C}">
                <a14:useLocalDpi xmlns:a14="http://schemas.microsoft.com/office/drawing/2010/main"/>
              </a:ext>
            </a:extLst>
          </a:blip>
          <a:stretch>
            <a:fillRect/>
          </a:stretch>
        </p:blipFill>
        <p:spPr>
          <a:xfrm>
            <a:off x="5549083" y="2249365"/>
            <a:ext cx="347153" cy="232463"/>
          </a:xfrm>
          <a:prstGeom prst="rect">
            <a:avLst/>
          </a:prstGeom>
        </p:spPr>
      </p:pic>
      <p:pic>
        <p:nvPicPr>
          <p:cNvPr id="24" name="Picture 59">
            <a:extLst>
              <a:ext uri="{FF2B5EF4-FFF2-40B4-BE49-F238E27FC236}">
                <a16:creationId xmlns:a16="http://schemas.microsoft.com/office/drawing/2014/main" id="{E16796EB-E8A3-ADDC-15CD-80C1A5650472}"/>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548045" y="2585836"/>
            <a:ext cx="348191" cy="232200"/>
          </a:xfrm>
          <a:prstGeom prst="rect">
            <a:avLst/>
          </a:prstGeom>
        </p:spPr>
      </p:pic>
      <p:pic>
        <p:nvPicPr>
          <p:cNvPr id="96" name="Picture 6" descr="http://www.worldatlas.com/webimage/flags/countrys/zzzflags/sglarge.gif">
            <a:extLst>
              <a:ext uri="{FF2B5EF4-FFF2-40B4-BE49-F238E27FC236}">
                <a16:creationId xmlns:a16="http://schemas.microsoft.com/office/drawing/2014/main" id="{8EDBF38F-978E-484E-30AD-EA95507F6301}"/>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5548045" y="3263649"/>
            <a:ext cx="347153" cy="23246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pic>
        <p:nvPicPr>
          <p:cNvPr id="97" name="Picture 61">
            <a:extLst>
              <a:ext uri="{FF2B5EF4-FFF2-40B4-BE49-F238E27FC236}">
                <a16:creationId xmlns:a16="http://schemas.microsoft.com/office/drawing/2014/main" id="{894FCED5-BEEB-022B-D40D-33ECBBCEDBB7}"/>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548044" y="1928928"/>
            <a:ext cx="348191" cy="232200"/>
          </a:xfrm>
          <a:prstGeom prst="rect">
            <a:avLst/>
          </a:prstGeom>
        </p:spPr>
      </p:pic>
      <p:pic>
        <p:nvPicPr>
          <p:cNvPr id="98" name="Picture 62">
            <a:extLst>
              <a:ext uri="{FF2B5EF4-FFF2-40B4-BE49-F238E27FC236}">
                <a16:creationId xmlns:a16="http://schemas.microsoft.com/office/drawing/2014/main" id="{B1230D60-0542-D5CB-EE66-C357DB5E109E}"/>
              </a:ext>
            </a:extLst>
          </p:cNvPr>
          <p:cNvPicPr preferRelativeResize="0">
            <a:picLocks/>
          </p:cNvPicPr>
          <p:nvPr/>
        </p:nvPicPr>
        <p:blipFill>
          <a:blip r:embed="rId8" cstate="email">
            <a:extLst>
              <a:ext uri="{28A0092B-C50C-407E-A947-70E740481C1C}">
                <a14:useLocalDpi xmlns:a14="http://schemas.microsoft.com/office/drawing/2010/main"/>
              </a:ext>
            </a:extLst>
          </a:blip>
          <a:stretch>
            <a:fillRect/>
          </a:stretch>
        </p:blipFill>
        <p:spPr>
          <a:xfrm>
            <a:off x="5549083" y="2935390"/>
            <a:ext cx="347153" cy="232463"/>
          </a:xfrm>
          <a:prstGeom prst="rect">
            <a:avLst/>
          </a:prstGeom>
        </p:spPr>
      </p:pic>
      <p:pic>
        <p:nvPicPr>
          <p:cNvPr id="99" name="Picture 63">
            <a:extLst>
              <a:ext uri="{FF2B5EF4-FFF2-40B4-BE49-F238E27FC236}">
                <a16:creationId xmlns:a16="http://schemas.microsoft.com/office/drawing/2014/main" id="{5CAD678C-A0BB-D5FC-A9CA-7B9935E7E30C}"/>
              </a:ext>
            </a:extLst>
          </p:cNvPr>
          <p:cNvPicPr preferRelativeResize="0">
            <a:picLocks/>
          </p:cNvPicPr>
          <p:nvPr/>
        </p:nvPicPr>
        <p:blipFill>
          <a:blip r:embed="rId8" cstate="email">
            <a:extLst>
              <a:ext uri="{28A0092B-C50C-407E-A947-70E740481C1C}">
                <a14:useLocalDpi xmlns:a14="http://schemas.microsoft.com/office/drawing/2010/main"/>
              </a:ext>
            </a:extLst>
          </a:blip>
          <a:stretch>
            <a:fillRect/>
          </a:stretch>
        </p:blipFill>
        <p:spPr>
          <a:xfrm>
            <a:off x="5548044" y="3608391"/>
            <a:ext cx="347153" cy="232463"/>
          </a:xfrm>
          <a:prstGeom prst="rect">
            <a:avLst/>
          </a:prstGeom>
        </p:spPr>
      </p:pic>
      <p:pic>
        <p:nvPicPr>
          <p:cNvPr id="100" name="Picture 64">
            <a:extLst>
              <a:ext uri="{FF2B5EF4-FFF2-40B4-BE49-F238E27FC236}">
                <a16:creationId xmlns:a16="http://schemas.microsoft.com/office/drawing/2014/main" id="{7D04AA0A-C826-622A-6E43-FAEDE9F8E032}"/>
              </a:ext>
            </a:extLst>
          </p:cNvPr>
          <p:cNvPicPr preferRelativeResize="0">
            <a:picLocks/>
          </p:cNvPicPr>
          <p:nvPr/>
        </p:nvPicPr>
        <p:blipFill>
          <a:blip r:embed="rId8" cstate="email">
            <a:extLst>
              <a:ext uri="{28A0092B-C50C-407E-A947-70E740481C1C}">
                <a14:useLocalDpi xmlns:a14="http://schemas.microsoft.com/office/drawing/2010/main"/>
              </a:ext>
            </a:extLst>
          </a:blip>
          <a:stretch>
            <a:fillRect/>
          </a:stretch>
        </p:blipFill>
        <p:spPr>
          <a:xfrm>
            <a:off x="5548044" y="3953133"/>
            <a:ext cx="347153" cy="232463"/>
          </a:xfrm>
          <a:prstGeom prst="rect">
            <a:avLst/>
          </a:prstGeom>
        </p:spPr>
      </p:pic>
      <p:pic>
        <p:nvPicPr>
          <p:cNvPr id="101" name="Picture 65">
            <a:extLst>
              <a:ext uri="{FF2B5EF4-FFF2-40B4-BE49-F238E27FC236}">
                <a16:creationId xmlns:a16="http://schemas.microsoft.com/office/drawing/2014/main" id="{68DD7039-2630-CC2B-D297-4E0BDD13CF38}"/>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547006" y="4299697"/>
            <a:ext cx="348191" cy="232200"/>
          </a:xfrm>
          <a:prstGeom prst="rect">
            <a:avLst/>
          </a:prstGeom>
        </p:spPr>
      </p:pic>
      <p:pic>
        <p:nvPicPr>
          <p:cNvPr id="102" name="Picture 66">
            <a:extLst>
              <a:ext uri="{FF2B5EF4-FFF2-40B4-BE49-F238E27FC236}">
                <a16:creationId xmlns:a16="http://schemas.microsoft.com/office/drawing/2014/main" id="{A82A3604-51ED-9403-BA6E-D5C8203D0BA6}"/>
              </a:ext>
            </a:extLst>
          </p:cNvPr>
          <p:cNvPicPr preferRelativeResize="0">
            <a:picLocks/>
          </p:cNvPicPr>
          <p:nvPr/>
        </p:nvPicPr>
        <p:blipFill>
          <a:blip r:embed="rId8" cstate="email">
            <a:extLst>
              <a:ext uri="{28A0092B-C50C-407E-A947-70E740481C1C}">
                <a14:useLocalDpi xmlns:a14="http://schemas.microsoft.com/office/drawing/2010/main"/>
              </a:ext>
            </a:extLst>
          </a:blip>
          <a:stretch>
            <a:fillRect/>
          </a:stretch>
        </p:blipFill>
        <p:spPr>
          <a:xfrm>
            <a:off x="5542622" y="4666183"/>
            <a:ext cx="347153" cy="232463"/>
          </a:xfrm>
          <a:prstGeom prst="rect">
            <a:avLst/>
          </a:prstGeom>
        </p:spPr>
      </p:pic>
      <p:sp>
        <p:nvSpPr>
          <p:cNvPr id="3" name="正方形/長方形 2">
            <a:extLst>
              <a:ext uri="{FF2B5EF4-FFF2-40B4-BE49-F238E27FC236}">
                <a16:creationId xmlns:a16="http://schemas.microsoft.com/office/drawing/2014/main" id="{F93EECD8-59B9-9D39-D56C-8F8682674421}"/>
              </a:ext>
            </a:extLst>
          </p:cNvPr>
          <p:cNvSpPr/>
          <p:nvPr/>
        </p:nvSpPr>
        <p:spPr>
          <a:xfrm>
            <a:off x="8318500" y="152400"/>
            <a:ext cx="615608" cy="324000"/>
          </a:xfrm>
          <a:prstGeom prst="rect">
            <a:avLst/>
          </a:prstGeom>
          <a:solidFill>
            <a:srgbClr val="FFFFCC"/>
          </a:solidFill>
          <a:ln w="6350">
            <a:solidFill>
              <a:schemeClr val="tx1"/>
            </a:solidFill>
          </a:ln>
          <a:effectLst/>
        </p:spPr>
        <p:style>
          <a:lnRef idx="1">
            <a:schemeClr val="accent1"/>
          </a:lnRef>
          <a:fillRef idx="3">
            <a:schemeClr val="accent1"/>
          </a:fillRef>
          <a:effectRef idx="2">
            <a:schemeClr val="accent1"/>
          </a:effectRef>
          <a:fontRef idx="minor">
            <a:schemeClr val="lt1"/>
          </a:fontRef>
        </p:style>
        <p:txBody>
          <a:bodyPr vert="horz" wrap="none" lIns="36000" rIns="36000" rtlCol="0" anchor="ctr">
            <a:noAutofit/>
          </a:bodyPr>
          <a:lstStyle/>
          <a:p>
            <a:pPr marL="0" marR="0" lvl="0" indent="0" algn="ctr" defTabSz="278600" rtl="0" eaLnBrk="1" fontAlgn="base" latinLnBrk="0" hangingPunct="1">
              <a:lnSpc>
                <a:spcPct val="100000"/>
              </a:lnSpc>
              <a:spcBef>
                <a:spcPct val="0"/>
              </a:spcBef>
              <a:spcAft>
                <a:spcPct val="0"/>
              </a:spcAft>
              <a:buClrTx/>
              <a:buSzTx/>
              <a:buFontTx/>
              <a:buNone/>
              <a:tabLst/>
              <a:defRPr/>
            </a:pPr>
            <a:r>
              <a:rPr lang="ja-JP" altLang="en-US" sz="1000" dirty="0">
                <a:solidFill>
                  <a:prstClr val="black"/>
                </a:solidFill>
                <a:latin typeface="Meiryo UI"/>
                <a:ea typeface="Meiryo UI"/>
                <a:cs typeface="Calibri" panose="020F0502020204030204" pitchFamily="34" charset="0"/>
              </a:rPr>
              <a:t>不変</a:t>
            </a:r>
            <a:endParaRPr kumimoji="1" lang="ja-JP" altLang="en-US" sz="1000" i="0" u="none" strike="noStrike" kern="1200" cap="none" spc="0" normalizeH="0" baseline="0" noProof="0" dirty="0">
              <a:ln>
                <a:noFill/>
              </a:ln>
              <a:solidFill>
                <a:prstClr val="black"/>
              </a:solidFill>
              <a:effectLst/>
              <a:uLnTx/>
              <a:uFillTx/>
              <a:latin typeface="Meiryo UI"/>
              <a:ea typeface="Meiryo UI"/>
              <a:cs typeface="Calibri" panose="020F0502020204030204" pitchFamily="34" charset="0"/>
            </a:endParaRPr>
          </a:p>
        </p:txBody>
      </p:sp>
    </p:spTree>
    <p:extLst>
      <p:ext uri="{BB962C8B-B14F-4D97-AF65-F5344CB8AC3E}">
        <p14:creationId xmlns:p14="http://schemas.microsoft.com/office/powerpoint/2010/main" val="2657743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9374293F-87FB-44B7-A7CB-D09C3032F8BE}"/>
              </a:ext>
            </a:extLst>
          </p:cNvPr>
          <p:cNvGraphicFramePr>
            <a:graphicFrameLocks noChangeAspect="1"/>
          </p:cNvGraphicFramePr>
          <p:nvPr>
            <p:custDataLst>
              <p:tags r:id="rId1"/>
            </p:custDataLst>
          </p:nvPr>
        </p:nvGraphicFramePr>
        <p:xfrm>
          <a:off x="1786833" y="643833"/>
          <a:ext cx="893" cy="893"/>
        </p:xfrm>
        <a:graphic>
          <a:graphicData uri="http://schemas.openxmlformats.org/presentationml/2006/ole">
            <mc:AlternateContent xmlns:mc="http://schemas.openxmlformats.org/markup-compatibility/2006">
              <mc:Choice xmlns:v="urn:schemas-microsoft-com:vml" Requires="v">
                <p:oleObj name="think-cell スライド" r:id="rId8" imgW="499" imgH="499" progId="TCLayout.ActiveDocument.1">
                  <p:embed/>
                </p:oleObj>
              </mc:Choice>
              <mc:Fallback>
                <p:oleObj name="think-cell スライド" r:id="rId8" imgW="499" imgH="499" progId="TCLayout.ActiveDocument.1">
                  <p:embed/>
                  <p:pic>
                    <p:nvPicPr>
                      <p:cNvPr id="2" name="オブジェクト 1" hidden="1">
                        <a:extLst>
                          <a:ext uri="{FF2B5EF4-FFF2-40B4-BE49-F238E27FC236}">
                            <a16:creationId xmlns:a16="http://schemas.microsoft.com/office/drawing/2014/main" id="{9374293F-87FB-44B7-A7CB-D09C3032F8BE}"/>
                          </a:ext>
                        </a:extLst>
                      </p:cNvPr>
                      <p:cNvPicPr/>
                      <p:nvPr/>
                    </p:nvPicPr>
                    <p:blipFill>
                      <a:blip r:embed="rId9"/>
                      <a:stretch>
                        <a:fillRect/>
                      </a:stretch>
                    </p:blipFill>
                    <p:spPr>
                      <a:xfrm>
                        <a:off x="1786833" y="643833"/>
                        <a:ext cx="893" cy="893"/>
                      </a:xfrm>
                      <a:prstGeom prst="rect">
                        <a:avLst/>
                      </a:prstGeom>
                    </p:spPr>
                  </p:pic>
                </p:oleObj>
              </mc:Fallback>
            </mc:AlternateContent>
          </a:graphicData>
        </a:graphic>
      </p:graphicFrame>
      <p:cxnSp>
        <p:nvCxnSpPr>
          <p:cNvPr id="23" name="Straight Arrow Connector 43">
            <a:extLst>
              <a:ext uri="{FF2B5EF4-FFF2-40B4-BE49-F238E27FC236}">
                <a16:creationId xmlns:a16="http://schemas.microsoft.com/office/drawing/2014/main" id="{D724CE76-AE0C-F8A2-B766-5B65DA9F8A68}"/>
              </a:ext>
            </a:extLst>
          </p:cNvPr>
          <p:cNvCxnSpPr>
            <a:cxnSpLocks/>
          </p:cNvCxnSpPr>
          <p:nvPr/>
        </p:nvCxnSpPr>
        <p:spPr bwMode="auto">
          <a:xfrm>
            <a:off x="246024" y="1889286"/>
            <a:ext cx="8640000" cy="0"/>
          </a:xfrm>
          <a:prstGeom prst="straightConnector1">
            <a:avLst/>
          </a:prstGeom>
          <a:noFill/>
          <a:ln w="76200">
            <a:solidFill>
              <a:srgbClr val="F15922"/>
            </a:solidFill>
            <a:round/>
            <a:headEnd type="none" w="med" len="med"/>
            <a:tailEnd type="stealth" w="med" len="med"/>
          </a:ln>
          <a:effectLst/>
        </p:spPr>
      </p:cxnSp>
      <p:sp>
        <p:nvSpPr>
          <p:cNvPr id="24" name="Rectangle 44">
            <a:extLst>
              <a:ext uri="{FF2B5EF4-FFF2-40B4-BE49-F238E27FC236}">
                <a16:creationId xmlns:a16="http://schemas.microsoft.com/office/drawing/2014/main" id="{F9330F9A-EEC3-59AE-1731-9A48D002E73D}"/>
              </a:ext>
            </a:extLst>
          </p:cNvPr>
          <p:cNvSpPr/>
          <p:nvPr/>
        </p:nvSpPr>
        <p:spPr bwMode="auto">
          <a:xfrm>
            <a:off x="2161407" y="2328250"/>
            <a:ext cx="1303020" cy="1087438"/>
          </a:xfrm>
          <a:prstGeom prst="rect">
            <a:avLst/>
          </a:prstGeom>
          <a:noFill/>
          <a:ln w="9525" cap="flat" cmpd="sng" algn="ctr">
            <a:noFill/>
            <a:prstDash val="solid"/>
            <a:round/>
            <a:headEnd type="none" w="med" len="med"/>
            <a:tailEnd type="none" w="med" len="med"/>
          </a:ln>
          <a:effectLst/>
        </p:spPr>
        <p:txBody>
          <a:bodyPr lIns="6858" tIns="6858" rIns="6858" bIns="6858" anchor="ctr"/>
          <a:lstStyle/>
          <a:p>
            <a:pPr algn="ctr" defTabSz="685800">
              <a:defRPr/>
            </a:pPr>
            <a:r>
              <a:rPr kumimoji="0" lang="en-US" sz="1050" b="1" kern="0">
                <a:solidFill>
                  <a:sysClr val="windowText" lastClr="000000"/>
                </a:solidFill>
                <a:latin typeface="Graphik" panose="020B0503030202060203" pitchFamily="34" charset="0"/>
                <a:cs typeface="Arial" panose="020B0604020202020204" pitchFamily="34" charset="0"/>
              </a:rPr>
              <a:t>Danamon S&amp;D Regional Structure Design and Branch Optimization</a:t>
            </a:r>
          </a:p>
          <a:p>
            <a:pPr algn="ctr" defTabSz="685800">
              <a:defRPr/>
            </a:pPr>
            <a:r>
              <a:rPr kumimoji="0" lang="en-US" sz="1050" kern="0">
                <a:solidFill>
                  <a:sysClr val="windowText" lastClr="000000"/>
                </a:solidFill>
                <a:latin typeface="Graphik" panose="020B0503030202060203" pitchFamily="34" charset="0"/>
                <a:cs typeface="Arial" panose="020B0604020202020204" pitchFamily="34" charset="0"/>
              </a:rPr>
              <a:t>(2015)</a:t>
            </a:r>
          </a:p>
        </p:txBody>
      </p:sp>
      <p:sp>
        <p:nvSpPr>
          <p:cNvPr id="25" name="Rectangle 45">
            <a:extLst>
              <a:ext uri="{FF2B5EF4-FFF2-40B4-BE49-F238E27FC236}">
                <a16:creationId xmlns:a16="http://schemas.microsoft.com/office/drawing/2014/main" id="{C782D65B-611E-8B97-D8D8-B735BBB0E443}"/>
              </a:ext>
            </a:extLst>
          </p:cNvPr>
          <p:cNvSpPr/>
          <p:nvPr/>
        </p:nvSpPr>
        <p:spPr bwMode="auto">
          <a:xfrm>
            <a:off x="4277527" y="677461"/>
            <a:ext cx="1303020" cy="834731"/>
          </a:xfrm>
          <a:prstGeom prst="rect">
            <a:avLst/>
          </a:prstGeom>
          <a:noFill/>
          <a:ln w="9525" cap="flat" cmpd="sng" algn="ctr">
            <a:noFill/>
            <a:prstDash val="solid"/>
            <a:round/>
            <a:headEnd type="none" w="med" len="med"/>
            <a:tailEnd type="none" w="med" len="med"/>
          </a:ln>
          <a:effectLst/>
        </p:spPr>
        <p:txBody>
          <a:bodyPr lIns="6858" tIns="6858" rIns="6858" bIns="6858" anchor="ctr"/>
          <a:lstStyle/>
          <a:p>
            <a:pPr algn="ctr" defTabSz="685800">
              <a:defRPr/>
            </a:pPr>
            <a:r>
              <a:rPr kumimoji="0" lang="en-US" sz="1050" b="1" kern="0" err="1">
                <a:solidFill>
                  <a:sysClr val="windowText" lastClr="000000"/>
                </a:solidFill>
                <a:latin typeface="Graphik" panose="020B0503030202060203" pitchFamily="34" charset="0"/>
                <a:cs typeface="Arial" panose="020B0604020202020204" pitchFamily="34" charset="0"/>
              </a:rPr>
              <a:t>Danamon</a:t>
            </a:r>
            <a:r>
              <a:rPr kumimoji="0" lang="en-US" sz="1050" b="1" kern="0">
                <a:solidFill>
                  <a:sysClr val="windowText" lastClr="000000"/>
                </a:solidFill>
                <a:latin typeface="Graphik" panose="020B0503030202060203" pitchFamily="34" charset="0"/>
                <a:cs typeface="Arial" panose="020B0604020202020204" pitchFamily="34" charset="0"/>
              </a:rPr>
              <a:t> Data &amp; Analytics Blueprint</a:t>
            </a:r>
          </a:p>
          <a:p>
            <a:pPr algn="ctr" defTabSz="685800">
              <a:defRPr/>
            </a:pPr>
            <a:r>
              <a:rPr kumimoji="0" lang="en-US" sz="1050" kern="0">
                <a:solidFill>
                  <a:sysClr val="windowText" lastClr="000000"/>
                </a:solidFill>
                <a:latin typeface="Graphik" panose="020B0503030202060203" pitchFamily="34" charset="0"/>
                <a:cs typeface="Arial" panose="020B0604020202020204" pitchFamily="34" charset="0"/>
              </a:rPr>
              <a:t>(2017)</a:t>
            </a:r>
          </a:p>
        </p:txBody>
      </p:sp>
      <p:sp>
        <p:nvSpPr>
          <p:cNvPr id="26" name="TextBox 53">
            <a:extLst>
              <a:ext uri="{FF2B5EF4-FFF2-40B4-BE49-F238E27FC236}">
                <a16:creationId xmlns:a16="http://schemas.microsoft.com/office/drawing/2014/main" id="{39DC391D-4D3B-CEF9-5077-7554593821BB}"/>
              </a:ext>
            </a:extLst>
          </p:cNvPr>
          <p:cNvSpPr txBox="1">
            <a:spLocks noChangeArrowheads="1"/>
          </p:cNvSpPr>
          <p:nvPr>
            <p:custDataLst>
              <p:tags r:id="rId2"/>
            </p:custDataLst>
          </p:nvPr>
        </p:nvSpPr>
        <p:spPr bwMode="auto">
          <a:xfrm>
            <a:off x="3090089" y="2003686"/>
            <a:ext cx="520483" cy="135200"/>
          </a:xfrm>
          <a:prstGeom prst="rect">
            <a:avLst/>
          </a:prstGeom>
          <a:noFill/>
          <a:ln w="9525">
            <a:noFill/>
            <a:miter lim="800000"/>
            <a:headEnd/>
            <a:tailEnd/>
          </a:ln>
        </p:spPr>
        <p:txBody>
          <a:bodyPr wrap="none" anchor="ctr" anchorCtr="1"/>
          <a:lstStyle/>
          <a:p>
            <a:pPr algn="ctr" defTabSz="685800">
              <a:defRPr/>
            </a:pPr>
            <a:r>
              <a:rPr kumimoji="0" lang="en-US" sz="1200" i="1" kern="0">
                <a:solidFill>
                  <a:sysClr val="windowText" lastClr="000000"/>
                </a:solidFill>
                <a:latin typeface="Graphik" panose="020B0503030202060203" pitchFamily="34" charset="0"/>
                <a:cs typeface="Arial" panose="020B0604020202020204" pitchFamily="34" charset="0"/>
              </a:rPr>
              <a:t>2015</a:t>
            </a:r>
          </a:p>
        </p:txBody>
      </p:sp>
      <p:cxnSp>
        <p:nvCxnSpPr>
          <p:cNvPr id="27" name="Straight Connector 47">
            <a:extLst>
              <a:ext uri="{FF2B5EF4-FFF2-40B4-BE49-F238E27FC236}">
                <a16:creationId xmlns:a16="http://schemas.microsoft.com/office/drawing/2014/main" id="{DD26ED35-D225-7AC3-278F-E1D2FCDB8296}"/>
              </a:ext>
            </a:extLst>
          </p:cNvPr>
          <p:cNvCxnSpPr>
            <a:cxnSpLocks/>
          </p:cNvCxnSpPr>
          <p:nvPr/>
        </p:nvCxnSpPr>
        <p:spPr>
          <a:xfrm flipH="1" flipV="1">
            <a:off x="2277585" y="1409226"/>
            <a:ext cx="2" cy="480060"/>
          </a:xfrm>
          <a:prstGeom prst="line">
            <a:avLst/>
          </a:prstGeom>
          <a:ln w="12700">
            <a:solidFill>
              <a:srgbClr val="004F38"/>
            </a:solidFill>
            <a:tailEnd type="oval"/>
          </a:ln>
        </p:spPr>
        <p:style>
          <a:lnRef idx="1">
            <a:schemeClr val="accent1"/>
          </a:lnRef>
          <a:fillRef idx="0">
            <a:schemeClr val="accent1"/>
          </a:fillRef>
          <a:effectRef idx="0">
            <a:schemeClr val="accent1"/>
          </a:effectRef>
          <a:fontRef idx="minor">
            <a:schemeClr val="tx1"/>
          </a:fontRef>
        </p:style>
      </p:cxnSp>
      <p:cxnSp>
        <p:nvCxnSpPr>
          <p:cNvPr id="28" name="Straight Connector 48">
            <a:extLst>
              <a:ext uri="{FF2B5EF4-FFF2-40B4-BE49-F238E27FC236}">
                <a16:creationId xmlns:a16="http://schemas.microsoft.com/office/drawing/2014/main" id="{A142B53D-209D-9878-5AA6-D2F5110FDDC5}"/>
              </a:ext>
            </a:extLst>
          </p:cNvPr>
          <p:cNvCxnSpPr>
            <a:cxnSpLocks/>
          </p:cNvCxnSpPr>
          <p:nvPr/>
        </p:nvCxnSpPr>
        <p:spPr>
          <a:xfrm flipH="1" flipV="1">
            <a:off x="3701181" y="1409226"/>
            <a:ext cx="2" cy="480060"/>
          </a:xfrm>
          <a:prstGeom prst="line">
            <a:avLst/>
          </a:prstGeom>
          <a:ln w="12700">
            <a:solidFill>
              <a:srgbClr val="004F38"/>
            </a:solidFill>
            <a:tailEnd type="oval"/>
          </a:ln>
        </p:spPr>
        <p:style>
          <a:lnRef idx="1">
            <a:schemeClr val="accent1"/>
          </a:lnRef>
          <a:fillRef idx="0">
            <a:schemeClr val="accent1"/>
          </a:fillRef>
          <a:effectRef idx="0">
            <a:schemeClr val="accent1"/>
          </a:effectRef>
          <a:fontRef idx="minor">
            <a:schemeClr val="tx1"/>
          </a:fontRef>
        </p:style>
      </p:cxnSp>
      <p:sp>
        <p:nvSpPr>
          <p:cNvPr id="29" name="TextBox 53">
            <a:extLst>
              <a:ext uri="{FF2B5EF4-FFF2-40B4-BE49-F238E27FC236}">
                <a16:creationId xmlns:a16="http://schemas.microsoft.com/office/drawing/2014/main" id="{49149ECA-88B1-2F9D-2267-22F9BAC3FF39}"/>
              </a:ext>
            </a:extLst>
          </p:cNvPr>
          <p:cNvSpPr txBox="1">
            <a:spLocks noChangeArrowheads="1"/>
          </p:cNvSpPr>
          <p:nvPr>
            <p:custDataLst>
              <p:tags r:id="rId3"/>
            </p:custDataLst>
          </p:nvPr>
        </p:nvSpPr>
        <p:spPr bwMode="auto">
          <a:xfrm>
            <a:off x="580881" y="2003686"/>
            <a:ext cx="520483" cy="135200"/>
          </a:xfrm>
          <a:prstGeom prst="rect">
            <a:avLst/>
          </a:prstGeom>
          <a:noFill/>
          <a:ln w="9525">
            <a:noFill/>
            <a:miter lim="800000"/>
            <a:headEnd/>
            <a:tailEnd/>
          </a:ln>
        </p:spPr>
        <p:txBody>
          <a:bodyPr wrap="none" anchor="ctr" anchorCtr="1"/>
          <a:lstStyle/>
          <a:p>
            <a:pPr algn="ctr" defTabSz="685800">
              <a:defRPr/>
            </a:pPr>
            <a:r>
              <a:rPr kumimoji="0" lang="en-US" sz="1200" i="1" kern="0">
                <a:solidFill>
                  <a:sysClr val="windowText" lastClr="000000"/>
                </a:solidFill>
                <a:latin typeface="Graphik" panose="020B0503030202060203" pitchFamily="34" charset="0"/>
                <a:cs typeface="Arial" panose="020B0604020202020204" pitchFamily="34" charset="0"/>
              </a:rPr>
              <a:t>2013</a:t>
            </a:r>
          </a:p>
        </p:txBody>
      </p:sp>
      <p:sp>
        <p:nvSpPr>
          <p:cNvPr id="30" name="Rectangle 50">
            <a:extLst>
              <a:ext uri="{FF2B5EF4-FFF2-40B4-BE49-F238E27FC236}">
                <a16:creationId xmlns:a16="http://schemas.microsoft.com/office/drawing/2014/main" id="{DB432215-F5CF-C9F8-5A00-A6DA410D8E45}"/>
              </a:ext>
            </a:extLst>
          </p:cNvPr>
          <p:cNvSpPr/>
          <p:nvPr/>
        </p:nvSpPr>
        <p:spPr bwMode="auto">
          <a:xfrm>
            <a:off x="319230" y="677461"/>
            <a:ext cx="1303020" cy="834731"/>
          </a:xfrm>
          <a:prstGeom prst="rect">
            <a:avLst/>
          </a:prstGeom>
          <a:noFill/>
          <a:ln w="9525" cap="flat" cmpd="sng" algn="ctr">
            <a:noFill/>
            <a:prstDash val="solid"/>
            <a:round/>
            <a:headEnd type="none" w="med" len="med"/>
            <a:tailEnd type="none" w="med" len="med"/>
          </a:ln>
          <a:effectLst/>
        </p:spPr>
        <p:txBody>
          <a:bodyPr lIns="6858" tIns="6858" rIns="6858" bIns="6858" anchor="ctr"/>
          <a:lstStyle/>
          <a:p>
            <a:pPr algn="ctr" defTabSz="685800">
              <a:defRPr/>
            </a:pPr>
            <a:r>
              <a:rPr kumimoji="0" lang="en-US" sz="1050" b="1" kern="0">
                <a:solidFill>
                  <a:sysClr val="windowText" lastClr="000000"/>
                </a:solidFill>
                <a:latin typeface="Graphik" panose="020B0503030202060203" pitchFamily="34" charset="0"/>
                <a:cs typeface="Arial" panose="020B0604020202020204" pitchFamily="34" charset="0"/>
              </a:rPr>
              <a:t>Danamon Procurement Operating Model</a:t>
            </a:r>
          </a:p>
          <a:p>
            <a:pPr algn="ctr" defTabSz="685800">
              <a:defRPr/>
            </a:pPr>
            <a:r>
              <a:rPr kumimoji="0" lang="en-US" sz="1050" b="1" kern="0">
                <a:solidFill>
                  <a:sysClr val="windowText" lastClr="000000"/>
                </a:solidFill>
                <a:latin typeface="Graphik" panose="020B0503030202060203" pitchFamily="34" charset="0"/>
                <a:cs typeface="Arial" panose="020B0604020202020204" pitchFamily="34" charset="0"/>
              </a:rPr>
              <a:t> </a:t>
            </a:r>
            <a:r>
              <a:rPr kumimoji="0" lang="en-US" sz="1050" kern="0">
                <a:solidFill>
                  <a:prstClr val="black"/>
                </a:solidFill>
                <a:latin typeface="Graphik" panose="020B0503030202060203" pitchFamily="34" charset="0"/>
                <a:cs typeface="Arial" panose="020B0604020202020204" pitchFamily="34" charset="0"/>
              </a:rPr>
              <a:t>(2013)</a:t>
            </a:r>
          </a:p>
        </p:txBody>
      </p:sp>
      <p:sp>
        <p:nvSpPr>
          <p:cNvPr id="31" name="TextBox 53">
            <a:extLst>
              <a:ext uri="{FF2B5EF4-FFF2-40B4-BE49-F238E27FC236}">
                <a16:creationId xmlns:a16="http://schemas.microsoft.com/office/drawing/2014/main" id="{00EF0DA9-548E-3BD1-90F3-7ACB3FA1DDAF}"/>
              </a:ext>
            </a:extLst>
          </p:cNvPr>
          <p:cNvSpPr txBox="1">
            <a:spLocks noChangeArrowheads="1"/>
          </p:cNvSpPr>
          <p:nvPr>
            <p:custDataLst>
              <p:tags r:id="rId4"/>
            </p:custDataLst>
          </p:nvPr>
        </p:nvSpPr>
        <p:spPr bwMode="auto">
          <a:xfrm>
            <a:off x="5802573" y="2003686"/>
            <a:ext cx="520483" cy="135200"/>
          </a:xfrm>
          <a:prstGeom prst="rect">
            <a:avLst/>
          </a:prstGeom>
          <a:noFill/>
          <a:ln w="9525">
            <a:noFill/>
            <a:miter lim="800000"/>
            <a:headEnd/>
            <a:tailEnd/>
          </a:ln>
        </p:spPr>
        <p:txBody>
          <a:bodyPr wrap="none" anchor="ctr" anchorCtr="1"/>
          <a:lstStyle/>
          <a:p>
            <a:pPr algn="ctr" defTabSz="685800">
              <a:defRPr/>
            </a:pPr>
            <a:r>
              <a:rPr kumimoji="0" lang="en-US" sz="1200" i="1" kern="0">
                <a:solidFill>
                  <a:sysClr val="windowText" lastClr="000000"/>
                </a:solidFill>
                <a:latin typeface="Graphik" panose="020B0503030202060203" pitchFamily="34" charset="0"/>
                <a:cs typeface="Arial" panose="020B0604020202020204" pitchFamily="34" charset="0"/>
              </a:rPr>
              <a:t>2019</a:t>
            </a:r>
          </a:p>
        </p:txBody>
      </p:sp>
      <p:sp>
        <p:nvSpPr>
          <p:cNvPr id="32" name="Oval 52">
            <a:extLst>
              <a:ext uri="{FF2B5EF4-FFF2-40B4-BE49-F238E27FC236}">
                <a16:creationId xmlns:a16="http://schemas.microsoft.com/office/drawing/2014/main" id="{7AD0F032-ECA7-8F96-9385-D696D32A684F}"/>
              </a:ext>
            </a:extLst>
          </p:cNvPr>
          <p:cNvSpPr/>
          <p:nvPr/>
        </p:nvSpPr>
        <p:spPr bwMode="gray">
          <a:xfrm>
            <a:off x="789597" y="1837851"/>
            <a:ext cx="103051" cy="102870"/>
          </a:xfrm>
          <a:prstGeom prst="ellipse">
            <a:avLst/>
          </a:prstGeom>
          <a:solidFill>
            <a:schemeClr val="bg1"/>
          </a:solidFill>
          <a:ln w="38100" cmpd="sng">
            <a:solidFill>
              <a:srgbClr val="004F38"/>
            </a:solidFill>
            <a:miter lim="800000"/>
            <a:headEnd/>
            <a:tailEnd/>
          </a:ln>
          <a:effectLst>
            <a:outerShdw blurRad="50800" dir="4140000" sx="117000" sy="117000" algn="ctr" rotWithShape="0">
              <a:schemeClr val="bg1">
                <a:lumMod val="95000"/>
                <a:alpha val="10000"/>
              </a:schemeClr>
            </a:outerShdw>
          </a:effectLst>
        </p:spPr>
        <p:txBody>
          <a:bodyPr vert="horz" wrap="square" lIns="43875" tIns="43875" rIns="43875" bIns="43875" numCol="1" rtlCol="0" anchor="t" anchorCtr="0" compatLnSpc="1">
            <a:prstTxWarp prst="textNoShape">
              <a:avLst/>
            </a:prstTxWarp>
            <a:noAutofit/>
          </a:bodyPr>
          <a:lstStyle/>
          <a:p>
            <a:pPr defTabSz="557213" fontAlgn="base">
              <a:spcAft>
                <a:spcPts val="183"/>
              </a:spcAft>
              <a:defRPr/>
            </a:pPr>
            <a:endParaRPr kumimoji="0" lang="en-US" sz="900" kern="0">
              <a:solidFill>
                <a:sysClr val="windowText" lastClr="000000"/>
              </a:solidFill>
              <a:latin typeface="Graphik" panose="020B0503030202060203" pitchFamily="34" charset="0"/>
              <a:cs typeface="Arial" pitchFamily="34" charset="0"/>
            </a:endParaRPr>
          </a:p>
        </p:txBody>
      </p:sp>
      <p:sp>
        <p:nvSpPr>
          <p:cNvPr id="33" name="Oval 53">
            <a:extLst>
              <a:ext uri="{FF2B5EF4-FFF2-40B4-BE49-F238E27FC236}">
                <a16:creationId xmlns:a16="http://schemas.microsoft.com/office/drawing/2014/main" id="{01CBC9E8-C708-213B-C551-21AF0A6D0546}"/>
              </a:ext>
            </a:extLst>
          </p:cNvPr>
          <p:cNvSpPr/>
          <p:nvPr/>
        </p:nvSpPr>
        <p:spPr bwMode="gray">
          <a:xfrm>
            <a:off x="6011289" y="1837851"/>
            <a:ext cx="103051" cy="102870"/>
          </a:xfrm>
          <a:prstGeom prst="ellipse">
            <a:avLst/>
          </a:prstGeom>
          <a:solidFill>
            <a:schemeClr val="bg1"/>
          </a:solidFill>
          <a:ln w="38100" cmpd="sng">
            <a:solidFill>
              <a:srgbClr val="004F38"/>
            </a:solidFill>
            <a:miter lim="800000"/>
            <a:headEnd/>
            <a:tailEnd/>
          </a:ln>
          <a:effectLst>
            <a:outerShdw blurRad="50800" dir="4140000" sx="117000" sy="117000" algn="ctr" rotWithShape="0">
              <a:schemeClr val="bg1">
                <a:lumMod val="95000"/>
                <a:alpha val="10000"/>
              </a:schemeClr>
            </a:outerShdw>
          </a:effectLst>
        </p:spPr>
        <p:txBody>
          <a:bodyPr vert="horz" wrap="square" lIns="43875" tIns="43875" rIns="43875" bIns="43875" numCol="1" rtlCol="0" anchor="t" anchorCtr="0" compatLnSpc="1">
            <a:prstTxWarp prst="textNoShape">
              <a:avLst/>
            </a:prstTxWarp>
            <a:noAutofit/>
          </a:bodyPr>
          <a:lstStyle/>
          <a:p>
            <a:pPr defTabSz="557213" fontAlgn="base">
              <a:spcAft>
                <a:spcPts val="183"/>
              </a:spcAft>
              <a:defRPr/>
            </a:pPr>
            <a:endParaRPr kumimoji="0" lang="en-US" sz="900" kern="0">
              <a:solidFill>
                <a:sysClr val="windowText" lastClr="000000"/>
              </a:solidFill>
              <a:latin typeface="Graphik" panose="020B0503030202060203" pitchFamily="34" charset="0"/>
              <a:cs typeface="Arial" pitchFamily="34" charset="0"/>
            </a:endParaRPr>
          </a:p>
        </p:txBody>
      </p:sp>
      <p:sp>
        <p:nvSpPr>
          <p:cNvPr id="34" name="Rectangle 54">
            <a:extLst>
              <a:ext uri="{FF2B5EF4-FFF2-40B4-BE49-F238E27FC236}">
                <a16:creationId xmlns:a16="http://schemas.microsoft.com/office/drawing/2014/main" id="{F1087869-56FC-2A3F-F93C-744247633699}"/>
              </a:ext>
            </a:extLst>
          </p:cNvPr>
          <p:cNvSpPr/>
          <p:nvPr/>
        </p:nvSpPr>
        <p:spPr>
          <a:xfrm>
            <a:off x="442246" y="3350488"/>
            <a:ext cx="1303020" cy="1404359"/>
          </a:xfrm>
          <a:prstGeom prst="rect">
            <a:avLst/>
          </a:prstGeom>
          <a:solidFill>
            <a:srgbClr val="460073"/>
          </a:solidFill>
          <a:ln w="6350" cap="flat" cmpd="sng" algn="ctr">
            <a:solidFill>
              <a:schemeClr val="accent1"/>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spcBef>
                <a:spcPts val="600"/>
              </a:spcBef>
              <a:buClr>
                <a:prstClr val="black"/>
              </a:buClr>
              <a:tabLst>
                <a:tab pos="180975" algn="l"/>
              </a:tabLst>
            </a:pPr>
            <a:r>
              <a:rPr lang="en-US" sz="1200" kern="0">
                <a:solidFill>
                  <a:schemeClr val="bg1"/>
                </a:solidFill>
                <a:latin typeface="Meiryo UI" panose="020B0604030504040204" pitchFamily="50" charset="-128"/>
                <a:ea typeface="Meiryo UI" panose="020B0604030504040204" pitchFamily="50" charset="-128"/>
              </a:rPr>
              <a:t>Our Principles of Working with Danamon</a:t>
            </a:r>
          </a:p>
        </p:txBody>
      </p:sp>
      <p:sp>
        <p:nvSpPr>
          <p:cNvPr id="35" name="Rectangle 55">
            <a:extLst>
              <a:ext uri="{FF2B5EF4-FFF2-40B4-BE49-F238E27FC236}">
                <a16:creationId xmlns:a16="http://schemas.microsoft.com/office/drawing/2014/main" id="{39F66BDC-F9CA-94FC-94E7-1C773A0DB57D}"/>
              </a:ext>
            </a:extLst>
          </p:cNvPr>
          <p:cNvSpPr/>
          <p:nvPr/>
        </p:nvSpPr>
        <p:spPr>
          <a:xfrm>
            <a:off x="1812686" y="3350488"/>
            <a:ext cx="6498557" cy="1404360"/>
          </a:xfrm>
          <a:prstGeom prst="rect">
            <a:avLst/>
          </a:prstGeom>
          <a:solidFill>
            <a:srgbClr val="ECCCFF"/>
          </a:solidFill>
        </p:spPr>
        <p:txBody>
          <a:bodyPr wrap="square" numCol="2">
            <a:noAutofit/>
          </a:bodyPr>
          <a:lstStyle/>
          <a:p>
            <a:pPr marL="171450" indent="-171450" defTabSz="685800" eaLnBrk="0" hangingPunct="0">
              <a:spcAft>
                <a:spcPts val="300"/>
              </a:spcAft>
              <a:buClr>
                <a:prstClr val="black"/>
              </a:buClr>
              <a:buFont typeface="Wingdings" panose="05000000000000000000" pitchFamily="2" charset="2"/>
              <a:buChar char="§"/>
              <a:defRPr/>
            </a:pPr>
            <a:r>
              <a:rPr kumimoji="0" lang="en-GB" sz="900" b="1">
                <a:solidFill>
                  <a:prstClr val="black"/>
                </a:solidFill>
                <a:latin typeface="Graphik"/>
                <a:cs typeface="Arial" panose="020B0604020202020204" pitchFamily="34" charset="0"/>
              </a:rPr>
              <a:t>Collaborative</a:t>
            </a:r>
            <a:r>
              <a:rPr kumimoji="0" lang="en-GB" sz="900">
                <a:solidFill>
                  <a:prstClr val="black"/>
                </a:solidFill>
                <a:latin typeface="Graphik"/>
                <a:cs typeface="Arial" panose="020B0604020202020204" pitchFamily="34" charset="0"/>
              </a:rPr>
              <a:t>: We worked collaboratively to deliver outcomes and complement BDI internal capabilities</a:t>
            </a:r>
          </a:p>
          <a:p>
            <a:pPr marL="171450" indent="-171450" defTabSz="685800" eaLnBrk="0" hangingPunct="0">
              <a:spcAft>
                <a:spcPts val="300"/>
              </a:spcAft>
              <a:buClr>
                <a:prstClr val="black"/>
              </a:buClr>
              <a:buFont typeface="Wingdings" panose="05000000000000000000" pitchFamily="2" charset="2"/>
              <a:buChar char="§"/>
              <a:defRPr/>
            </a:pPr>
            <a:r>
              <a:rPr kumimoji="0" lang="en-GB" sz="900" b="1">
                <a:solidFill>
                  <a:prstClr val="black"/>
                </a:solidFill>
                <a:latin typeface="Graphik"/>
                <a:cs typeface="Arial" panose="020B0604020202020204" pitchFamily="34" charset="0"/>
              </a:rPr>
              <a:t>Intimate Knowledge of BDI</a:t>
            </a:r>
            <a:r>
              <a:rPr kumimoji="0" lang="en-GB" sz="900">
                <a:solidFill>
                  <a:prstClr val="black"/>
                </a:solidFill>
                <a:latin typeface="Graphik"/>
                <a:cs typeface="Arial" panose="020B0604020202020204" pitchFamily="34" charset="0"/>
              </a:rPr>
              <a:t>: Strong understanding of BDI ways of working</a:t>
            </a:r>
          </a:p>
          <a:p>
            <a:pPr marL="171450" indent="-171450" defTabSz="685800" eaLnBrk="0" hangingPunct="0">
              <a:spcAft>
                <a:spcPts val="300"/>
              </a:spcAft>
              <a:buClr>
                <a:prstClr val="black"/>
              </a:buClr>
              <a:buFont typeface="Wingdings" panose="05000000000000000000" pitchFamily="2" charset="2"/>
              <a:buChar char="§"/>
              <a:defRPr/>
            </a:pPr>
            <a:r>
              <a:rPr kumimoji="0" lang="en-GB" sz="900" b="1">
                <a:solidFill>
                  <a:prstClr val="black"/>
                </a:solidFill>
                <a:latin typeface="Graphik"/>
                <a:cs typeface="Arial" panose="020B0604020202020204" pitchFamily="34" charset="0"/>
              </a:rPr>
              <a:t>Right Team</a:t>
            </a:r>
            <a:r>
              <a:rPr kumimoji="0" lang="en-GB" sz="900">
                <a:solidFill>
                  <a:prstClr val="black"/>
                </a:solidFill>
                <a:latin typeface="Graphik"/>
                <a:cs typeface="Arial" panose="020B0604020202020204" pitchFamily="34" charset="0"/>
              </a:rPr>
              <a:t>: We provide a team with the right experience and balanced business &amp; IT capabilities</a:t>
            </a:r>
          </a:p>
          <a:p>
            <a:pPr marL="171450" indent="-171450" defTabSz="685800" eaLnBrk="0" hangingPunct="0">
              <a:spcAft>
                <a:spcPts val="300"/>
              </a:spcAft>
              <a:buClr>
                <a:prstClr val="black"/>
              </a:buClr>
              <a:buFont typeface="Wingdings" panose="05000000000000000000" pitchFamily="2" charset="2"/>
              <a:buChar char="§"/>
              <a:defRPr/>
            </a:pPr>
            <a:r>
              <a:rPr kumimoji="0" lang="en-GB" sz="900" b="1">
                <a:solidFill>
                  <a:prstClr val="black"/>
                </a:solidFill>
                <a:latin typeface="Graphik"/>
                <a:cs typeface="Arial" panose="020B0604020202020204" pitchFamily="34" charset="0"/>
              </a:rPr>
              <a:t>Value Creation</a:t>
            </a:r>
            <a:r>
              <a:rPr kumimoji="0" lang="en-GB" sz="900">
                <a:solidFill>
                  <a:prstClr val="black"/>
                </a:solidFill>
                <a:latin typeface="Graphik"/>
                <a:cs typeface="Arial" panose="020B0604020202020204" pitchFamily="34" charset="0"/>
              </a:rPr>
              <a:t>: We relentlessly focus on value creation</a:t>
            </a:r>
          </a:p>
          <a:p>
            <a:pPr marL="171450" indent="-171450" defTabSz="685800" eaLnBrk="0" hangingPunct="0">
              <a:spcAft>
                <a:spcPts val="300"/>
              </a:spcAft>
              <a:buClr>
                <a:prstClr val="black"/>
              </a:buClr>
              <a:buFont typeface="Wingdings" panose="05000000000000000000" pitchFamily="2" charset="2"/>
              <a:buChar char="§"/>
              <a:defRPr/>
            </a:pPr>
            <a:r>
              <a:rPr kumimoji="0" lang="en-GB" sz="900" b="1">
                <a:solidFill>
                  <a:prstClr val="black"/>
                </a:solidFill>
                <a:latin typeface="Graphik"/>
                <a:cs typeface="Arial" panose="020B0604020202020204" pitchFamily="34" charset="0"/>
              </a:rPr>
              <a:t>Pragmatic Approach</a:t>
            </a:r>
            <a:r>
              <a:rPr kumimoji="0" lang="en-GB" sz="900">
                <a:solidFill>
                  <a:prstClr val="black"/>
                </a:solidFill>
                <a:latin typeface="Graphik"/>
                <a:cs typeface="Arial" panose="020B0604020202020204" pitchFamily="34" charset="0"/>
              </a:rPr>
              <a:t>: We provide practical solutions, based on our experience, tailored to BDI’s context</a:t>
            </a:r>
          </a:p>
          <a:p>
            <a:pPr marL="171450" indent="-171450" defTabSz="685800" eaLnBrk="0" hangingPunct="0">
              <a:spcAft>
                <a:spcPts val="300"/>
              </a:spcAft>
              <a:buClr>
                <a:prstClr val="black"/>
              </a:buClr>
              <a:buFont typeface="Wingdings" panose="05000000000000000000" pitchFamily="2" charset="2"/>
              <a:buChar char="§"/>
              <a:defRPr/>
            </a:pPr>
            <a:r>
              <a:rPr kumimoji="0" lang="en-GB" sz="900" b="1">
                <a:solidFill>
                  <a:prstClr val="black"/>
                </a:solidFill>
                <a:latin typeface="Graphik"/>
                <a:cs typeface="Arial" panose="020B0604020202020204" pitchFamily="34" charset="0"/>
              </a:rPr>
              <a:t>Rigour and Structure</a:t>
            </a:r>
            <a:r>
              <a:rPr kumimoji="0" lang="en-GB" sz="900">
                <a:solidFill>
                  <a:prstClr val="black"/>
                </a:solidFill>
                <a:latin typeface="Graphik"/>
                <a:cs typeface="Arial" panose="020B0604020202020204" pitchFamily="34" charset="0"/>
              </a:rPr>
              <a:t>: We help instil the methodologies, mind-set and capabilities required to execute </a:t>
            </a:r>
          </a:p>
          <a:p>
            <a:pPr marL="171450" indent="-171450" defTabSz="685800" eaLnBrk="0" hangingPunct="0">
              <a:spcAft>
                <a:spcPts val="300"/>
              </a:spcAft>
              <a:buClr>
                <a:prstClr val="black"/>
              </a:buClr>
              <a:buFont typeface="Wingdings" panose="05000000000000000000" pitchFamily="2" charset="2"/>
              <a:buChar char="§"/>
              <a:defRPr/>
            </a:pPr>
            <a:r>
              <a:rPr kumimoji="0" lang="en-GB" sz="900" b="1">
                <a:solidFill>
                  <a:prstClr val="black"/>
                </a:solidFill>
                <a:latin typeface="Graphik"/>
                <a:cs typeface="Arial" panose="020B0604020202020204" pitchFamily="34" charset="0"/>
              </a:rPr>
              <a:t>Global Leading Practice</a:t>
            </a:r>
            <a:r>
              <a:rPr kumimoji="0" lang="en-GB" sz="900">
                <a:solidFill>
                  <a:prstClr val="black"/>
                </a:solidFill>
                <a:latin typeface="Graphik"/>
                <a:cs typeface="Arial" panose="020B0604020202020204" pitchFamily="34" charset="0"/>
              </a:rPr>
              <a:t>: We connect globally, internally and externally, to bring you leading practices</a:t>
            </a:r>
          </a:p>
        </p:txBody>
      </p:sp>
      <p:cxnSp>
        <p:nvCxnSpPr>
          <p:cNvPr id="36" name="Straight Connector 56">
            <a:extLst>
              <a:ext uri="{FF2B5EF4-FFF2-40B4-BE49-F238E27FC236}">
                <a16:creationId xmlns:a16="http://schemas.microsoft.com/office/drawing/2014/main" id="{4F1CCC1D-8828-9C40-886D-CBCB14BD67E7}"/>
              </a:ext>
            </a:extLst>
          </p:cNvPr>
          <p:cNvCxnSpPr>
            <a:cxnSpLocks/>
          </p:cNvCxnSpPr>
          <p:nvPr/>
        </p:nvCxnSpPr>
        <p:spPr>
          <a:xfrm>
            <a:off x="1429143" y="1889286"/>
            <a:ext cx="0" cy="480060"/>
          </a:xfrm>
          <a:prstGeom prst="line">
            <a:avLst/>
          </a:prstGeom>
          <a:ln w="12700">
            <a:solidFill>
              <a:srgbClr val="004F38"/>
            </a:solidFill>
            <a:tailEnd type="oval"/>
          </a:ln>
        </p:spPr>
        <p:style>
          <a:lnRef idx="1">
            <a:schemeClr val="accent1"/>
          </a:lnRef>
          <a:fillRef idx="0">
            <a:schemeClr val="accent1"/>
          </a:fillRef>
          <a:effectRef idx="0">
            <a:schemeClr val="accent1"/>
          </a:effectRef>
          <a:fontRef idx="minor">
            <a:schemeClr val="tx1"/>
          </a:fontRef>
        </p:style>
      </p:cxnSp>
      <p:sp>
        <p:nvSpPr>
          <p:cNvPr id="42" name="Rectangle 57">
            <a:extLst>
              <a:ext uri="{FF2B5EF4-FFF2-40B4-BE49-F238E27FC236}">
                <a16:creationId xmlns:a16="http://schemas.microsoft.com/office/drawing/2014/main" id="{561237DD-7AC3-D91A-174F-1287CDE065AF}"/>
              </a:ext>
            </a:extLst>
          </p:cNvPr>
          <p:cNvSpPr/>
          <p:nvPr/>
        </p:nvSpPr>
        <p:spPr bwMode="auto">
          <a:xfrm>
            <a:off x="701335" y="2250120"/>
            <a:ext cx="1455617" cy="1165816"/>
          </a:xfrm>
          <a:prstGeom prst="rect">
            <a:avLst/>
          </a:prstGeom>
          <a:noFill/>
          <a:ln w="9525" cap="flat" cmpd="sng" algn="ctr">
            <a:noFill/>
            <a:prstDash val="solid"/>
            <a:round/>
            <a:headEnd type="none" w="med" len="med"/>
            <a:tailEnd type="none" w="med" len="med"/>
          </a:ln>
          <a:effectLst/>
        </p:spPr>
        <p:txBody>
          <a:bodyPr lIns="6858" tIns="6858" rIns="6858" bIns="6858" anchor="ctr"/>
          <a:lstStyle/>
          <a:p>
            <a:pPr algn="ctr" defTabSz="685800">
              <a:defRPr/>
            </a:pPr>
            <a:r>
              <a:rPr kumimoji="0" lang="en-US" sz="1050" b="1" kern="0">
                <a:solidFill>
                  <a:sysClr val="windowText" lastClr="000000"/>
                </a:solidFill>
                <a:latin typeface="Graphik" panose="020B0503030202060203" pitchFamily="34" charset="0"/>
                <a:cs typeface="Arial" panose="020B0604020202020204" pitchFamily="34" charset="0"/>
              </a:rPr>
              <a:t>Group Wide, SEMM, Adira Synergy, Finance &amp; HR Operating Model</a:t>
            </a:r>
          </a:p>
          <a:p>
            <a:pPr algn="ctr" defTabSz="685800">
              <a:defRPr/>
            </a:pPr>
            <a:r>
              <a:rPr kumimoji="0" lang="en-US" sz="1050" kern="0">
                <a:solidFill>
                  <a:sysClr val="windowText" lastClr="000000"/>
                </a:solidFill>
                <a:latin typeface="Graphik" panose="020B0503030202060203" pitchFamily="34" charset="0"/>
                <a:cs typeface="Arial" panose="020B0604020202020204" pitchFamily="34" charset="0"/>
              </a:rPr>
              <a:t>(2014)</a:t>
            </a:r>
          </a:p>
        </p:txBody>
      </p:sp>
      <p:cxnSp>
        <p:nvCxnSpPr>
          <p:cNvPr id="43" name="Straight Connector 58">
            <a:extLst>
              <a:ext uri="{FF2B5EF4-FFF2-40B4-BE49-F238E27FC236}">
                <a16:creationId xmlns:a16="http://schemas.microsoft.com/office/drawing/2014/main" id="{54DE8DAE-B090-D5B1-530E-30964318FFCE}"/>
              </a:ext>
            </a:extLst>
          </p:cNvPr>
          <p:cNvCxnSpPr>
            <a:cxnSpLocks/>
          </p:cNvCxnSpPr>
          <p:nvPr/>
        </p:nvCxnSpPr>
        <p:spPr>
          <a:xfrm>
            <a:off x="2810689" y="1889286"/>
            <a:ext cx="0" cy="480060"/>
          </a:xfrm>
          <a:prstGeom prst="line">
            <a:avLst/>
          </a:prstGeom>
          <a:ln w="12700">
            <a:solidFill>
              <a:srgbClr val="004F38"/>
            </a:solidFill>
            <a:tailEnd type="oval"/>
          </a:ln>
        </p:spPr>
        <p:style>
          <a:lnRef idx="1">
            <a:schemeClr val="accent1"/>
          </a:lnRef>
          <a:fillRef idx="0">
            <a:schemeClr val="accent1"/>
          </a:fillRef>
          <a:effectRef idx="0">
            <a:schemeClr val="accent1"/>
          </a:effectRef>
          <a:fontRef idx="minor">
            <a:schemeClr val="tx1"/>
          </a:fontRef>
        </p:style>
      </p:cxnSp>
      <p:sp>
        <p:nvSpPr>
          <p:cNvPr id="44" name="Rectangle 59">
            <a:extLst>
              <a:ext uri="{FF2B5EF4-FFF2-40B4-BE49-F238E27FC236}">
                <a16:creationId xmlns:a16="http://schemas.microsoft.com/office/drawing/2014/main" id="{40626F84-F802-A44B-71BA-AA8EEAB8A62B}"/>
              </a:ext>
            </a:extLst>
          </p:cNvPr>
          <p:cNvSpPr/>
          <p:nvPr/>
        </p:nvSpPr>
        <p:spPr bwMode="auto">
          <a:xfrm>
            <a:off x="3478916" y="2250120"/>
            <a:ext cx="1643817" cy="1087441"/>
          </a:xfrm>
          <a:prstGeom prst="rect">
            <a:avLst/>
          </a:prstGeom>
          <a:noFill/>
          <a:ln w="9525" cap="flat" cmpd="sng" algn="ctr">
            <a:noFill/>
            <a:prstDash val="solid"/>
            <a:round/>
            <a:headEnd type="none" w="med" len="med"/>
            <a:tailEnd type="none" w="med" len="med"/>
          </a:ln>
          <a:effectLst/>
        </p:spPr>
        <p:txBody>
          <a:bodyPr lIns="6858" tIns="6858" rIns="6858" bIns="6858" anchor="ctr"/>
          <a:lstStyle/>
          <a:p>
            <a:pPr algn="ctr" defTabSz="685800">
              <a:defRPr/>
            </a:pPr>
            <a:r>
              <a:rPr kumimoji="0" lang="en-US" sz="1050" b="1" kern="0" err="1">
                <a:solidFill>
                  <a:sysClr val="windowText" lastClr="000000"/>
                </a:solidFill>
                <a:latin typeface="Graphik" panose="020B0503030202060203" pitchFamily="34" charset="0"/>
                <a:cs typeface="Arial" panose="020B0604020202020204" pitchFamily="34" charset="0"/>
              </a:rPr>
              <a:t>Adira</a:t>
            </a:r>
            <a:r>
              <a:rPr kumimoji="0" lang="en-US" sz="1050" b="1" kern="0">
                <a:solidFill>
                  <a:sysClr val="windowText" lastClr="000000"/>
                </a:solidFill>
                <a:latin typeface="Graphik" panose="020B0503030202060203" pitchFamily="34" charset="0"/>
                <a:cs typeface="Arial" panose="020B0604020202020204" pitchFamily="34" charset="0"/>
              </a:rPr>
              <a:t> Transformation Implementation and ACCTION Assessment</a:t>
            </a:r>
          </a:p>
          <a:p>
            <a:pPr algn="ctr" defTabSz="685800">
              <a:defRPr/>
            </a:pPr>
            <a:r>
              <a:rPr kumimoji="0" lang="en-US" sz="1050" kern="0">
                <a:solidFill>
                  <a:sysClr val="windowText" lastClr="000000"/>
                </a:solidFill>
                <a:latin typeface="Graphik" panose="020B0503030202060203" pitchFamily="34" charset="0"/>
                <a:cs typeface="Arial" panose="020B0604020202020204" pitchFamily="34" charset="0"/>
              </a:rPr>
              <a:t>(2017)</a:t>
            </a:r>
          </a:p>
        </p:txBody>
      </p:sp>
      <p:sp>
        <p:nvSpPr>
          <p:cNvPr id="45" name="Rectangle 60">
            <a:extLst>
              <a:ext uri="{FF2B5EF4-FFF2-40B4-BE49-F238E27FC236}">
                <a16:creationId xmlns:a16="http://schemas.microsoft.com/office/drawing/2014/main" id="{1FF89527-3E2A-A458-9559-3AB2ECB5111F}"/>
              </a:ext>
            </a:extLst>
          </p:cNvPr>
          <p:cNvSpPr/>
          <p:nvPr/>
        </p:nvSpPr>
        <p:spPr bwMode="auto">
          <a:xfrm>
            <a:off x="5665426" y="677461"/>
            <a:ext cx="1157499" cy="834731"/>
          </a:xfrm>
          <a:prstGeom prst="rect">
            <a:avLst/>
          </a:prstGeom>
          <a:noFill/>
          <a:ln w="9525" cap="flat" cmpd="sng" algn="ctr">
            <a:noFill/>
            <a:prstDash val="solid"/>
            <a:round/>
            <a:headEnd type="none" w="med" len="med"/>
            <a:tailEnd type="none" w="med" len="med"/>
          </a:ln>
          <a:effectLst/>
        </p:spPr>
        <p:txBody>
          <a:bodyPr lIns="6858" tIns="6858" rIns="6858" bIns="6858" anchor="ctr"/>
          <a:lstStyle/>
          <a:p>
            <a:pPr algn="ctr" defTabSz="685800">
              <a:defRPr/>
            </a:pPr>
            <a:r>
              <a:rPr kumimoji="0" lang="en-US" sz="1050" b="1" kern="0">
                <a:solidFill>
                  <a:sysClr val="windowText" lastClr="000000"/>
                </a:solidFill>
                <a:latin typeface="Graphik" panose="020B0503030202060203" pitchFamily="34" charset="0"/>
                <a:cs typeface="Arial" panose="020B0604020202020204" pitchFamily="34" charset="0"/>
              </a:rPr>
              <a:t>Adira Cust. Retention &amp; Loyalty</a:t>
            </a:r>
          </a:p>
          <a:p>
            <a:pPr algn="ctr" defTabSz="685800">
              <a:defRPr/>
            </a:pPr>
            <a:r>
              <a:rPr kumimoji="0" lang="en-US" sz="1050" kern="0">
                <a:solidFill>
                  <a:sysClr val="windowText" lastClr="000000"/>
                </a:solidFill>
                <a:latin typeface="Graphik" panose="020B0503030202060203" pitchFamily="34" charset="0"/>
                <a:cs typeface="Arial" panose="020B0604020202020204" pitchFamily="34" charset="0"/>
              </a:rPr>
              <a:t>(2019)</a:t>
            </a:r>
          </a:p>
        </p:txBody>
      </p:sp>
      <p:cxnSp>
        <p:nvCxnSpPr>
          <p:cNvPr id="46" name="Straight Connector 61">
            <a:extLst>
              <a:ext uri="{FF2B5EF4-FFF2-40B4-BE49-F238E27FC236}">
                <a16:creationId xmlns:a16="http://schemas.microsoft.com/office/drawing/2014/main" id="{591A3ACE-DC0B-05DB-4A1E-51147A0F5DBB}"/>
              </a:ext>
            </a:extLst>
          </p:cNvPr>
          <p:cNvCxnSpPr>
            <a:cxnSpLocks/>
          </p:cNvCxnSpPr>
          <p:nvPr/>
        </p:nvCxnSpPr>
        <p:spPr>
          <a:xfrm flipH="1" flipV="1">
            <a:off x="4929037" y="1409226"/>
            <a:ext cx="2" cy="480060"/>
          </a:xfrm>
          <a:prstGeom prst="line">
            <a:avLst/>
          </a:prstGeom>
          <a:ln w="12700">
            <a:solidFill>
              <a:srgbClr val="004F38"/>
            </a:solidFill>
            <a:tailEnd type="oval"/>
          </a:ln>
        </p:spPr>
        <p:style>
          <a:lnRef idx="1">
            <a:schemeClr val="accent1"/>
          </a:lnRef>
          <a:fillRef idx="0">
            <a:schemeClr val="accent1"/>
          </a:fillRef>
          <a:effectRef idx="0">
            <a:schemeClr val="accent1"/>
          </a:effectRef>
          <a:fontRef idx="minor">
            <a:schemeClr val="tx1"/>
          </a:fontRef>
        </p:style>
      </p:cxnSp>
      <p:cxnSp>
        <p:nvCxnSpPr>
          <p:cNvPr id="47" name="Straight Connector 62">
            <a:extLst>
              <a:ext uri="{FF2B5EF4-FFF2-40B4-BE49-F238E27FC236}">
                <a16:creationId xmlns:a16="http://schemas.microsoft.com/office/drawing/2014/main" id="{F0D8565C-BB3D-C935-80C0-9138D239D00E}"/>
              </a:ext>
            </a:extLst>
          </p:cNvPr>
          <p:cNvCxnSpPr>
            <a:cxnSpLocks/>
          </p:cNvCxnSpPr>
          <p:nvPr/>
        </p:nvCxnSpPr>
        <p:spPr>
          <a:xfrm flipH="1" flipV="1">
            <a:off x="953396" y="1409226"/>
            <a:ext cx="2" cy="480060"/>
          </a:xfrm>
          <a:prstGeom prst="line">
            <a:avLst/>
          </a:prstGeom>
          <a:ln w="12700">
            <a:solidFill>
              <a:srgbClr val="004F38"/>
            </a:solidFill>
            <a:tailEnd type="oval"/>
          </a:ln>
        </p:spPr>
        <p:style>
          <a:lnRef idx="1">
            <a:schemeClr val="accent1"/>
          </a:lnRef>
          <a:fillRef idx="0">
            <a:schemeClr val="accent1"/>
          </a:fillRef>
          <a:effectRef idx="0">
            <a:schemeClr val="accent1"/>
          </a:effectRef>
          <a:fontRef idx="minor">
            <a:schemeClr val="tx1"/>
          </a:fontRef>
        </p:style>
      </p:cxnSp>
      <p:cxnSp>
        <p:nvCxnSpPr>
          <p:cNvPr id="48" name="Straight Connector 63">
            <a:extLst>
              <a:ext uri="{FF2B5EF4-FFF2-40B4-BE49-F238E27FC236}">
                <a16:creationId xmlns:a16="http://schemas.microsoft.com/office/drawing/2014/main" id="{1B200CE4-20C0-29ED-A1FE-DDB329D891A7}"/>
              </a:ext>
            </a:extLst>
          </p:cNvPr>
          <p:cNvCxnSpPr>
            <a:cxnSpLocks/>
          </p:cNvCxnSpPr>
          <p:nvPr/>
        </p:nvCxnSpPr>
        <p:spPr>
          <a:xfrm>
            <a:off x="4300824" y="1889286"/>
            <a:ext cx="0" cy="480060"/>
          </a:xfrm>
          <a:prstGeom prst="line">
            <a:avLst/>
          </a:prstGeom>
          <a:ln w="12700">
            <a:solidFill>
              <a:srgbClr val="004F38"/>
            </a:solidFill>
            <a:tailEnd type="oval"/>
          </a:ln>
        </p:spPr>
        <p:style>
          <a:lnRef idx="1">
            <a:schemeClr val="accent1"/>
          </a:lnRef>
          <a:fillRef idx="0">
            <a:schemeClr val="accent1"/>
          </a:fillRef>
          <a:effectRef idx="0">
            <a:schemeClr val="accent1"/>
          </a:effectRef>
          <a:fontRef idx="minor">
            <a:schemeClr val="tx1"/>
          </a:fontRef>
        </p:style>
      </p:cxnSp>
      <p:sp>
        <p:nvSpPr>
          <p:cNvPr id="49" name="Rectangle 64">
            <a:extLst>
              <a:ext uri="{FF2B5EF4-FFF2-40B4-BE49-F238E27FC236}">
                <a16:creationId xmlns:a16="http://schemas.microsoft.com/office/drawing/2014/main" id="{43AB2E20-F1D3-DD25-0EDA-3D907834E14B}"/>
              </a:ext>
            </a:extLst>
          </p:cNvPr>
          <p:cNvSpPr/>
          <p:nvPr/>
        </p:nvSpPr>
        <p:spPr bwMode="auto">
          <a:xfrm>
            <a:off x="5068888" y="2250119"/>
            <a:ext cx="1303020" cy="1087440"/>
          </a:xfrm>
          <a:prstGeom prst="rect">
            <a:avLst/>
          </a:prstGeom>
          <a:noFill/>
          <a:ln w="9525" cap="flat" cmpd="sng" algn="ctr">
            <a:noFill/>
            <a:prstDash val="solid"/>
            <a:round/>
            <a:headEnd type="none" w="med" len="med"/>
            <a:tailEnd type="none" w="med" len="med"/>
          </a:ln>
          <a:effectLst/>
        </p:spPr>
        <p:txBody>
          <a:bodyPr lIns="6858" tIns="6858" rIns="6858" bIns="6858" anchor="ctr"/>
          <a:lstStyle/>
          <a:p>
            <a:pPr algn="ctr" defTabSz="685800">
              <a:defRPr/>
            </a:pPr>
            <a:r>
              <a:rPr kumimoji="0" lang="en-US" sz="1050" b="1" kern="0" err="1">
                <a:solidFill>
                  <a:sysClr val="windowText" lastClr="000000"/>
                </a:solidFill>
                <a:latin typeface="Graphik" panose="020B0503030202060203" pitchFamily="34" charset="0"/>
                <a:cs typeface="Arial" panose="020B0604020202020204" pitchFamily="34" charset="0"/>
              </a:rPr>
              <a:t>Adira</a:t>
            </a:r>
            <a:r>
              <a:rPr kumimoji="0" lang="en-US" sz="1050" b="1" kern="0">
                <a:solidFill>
                  <a:sysClr val="windowText" lastClr="000000"/>
                </a:solidFill>
                <a:latin typeface="Graphik" panose="020B0503030202060203" pitchFamily="34" charset="0"/>
                <a:cs typeface="Arial" panose="020B0604020202020204" pitchFamily="34" charset="0"/>
              </a:rPr>
              <a:t> Customer Experience Blueprint</a:t>
            </a:r>
          </a:p>
          <a:p>
            <a:pPr algn="ctr" defTabSz="685800">
              <a:defRPr/>
            </a:pPr>
            <a:r>
              <a:rPr kumimoji="0" lang="en-US" sz="1050" kern="0">
                <a:solidFill>
                  <a:sysClr val="windowText" lastClr="000000"/>
                </a:solidFill>
                <a:latin typeface="Graphik" panose="020B0503030202060203" pitchFamily="34" charset="0"/>
                <a:cs typeface="Arial" panose="020B0604020202020204" pitchFamily="34" charset="0"/>
              </a:rPr>
              <a:t>(2018)</a:t>
            </a:r>
          </a:p>
        </p:txBody>
      </p:sp>
      <p:sp>
        <p:nvSpPr>
          <p:cNvPr id="50" name="Rectangle 65">
            <a:extLst>
              <a:ext uri="{FF2B5EF4-FFF2-40B4-BE49-F238E27FC236}">
                <a16:creationId xmlns:a16="http://schemas.microsoft.com/office/drawing/2014/main" id="{A626293F-8567-39A5-FAE0-3E69BD766F60}"/>
              </a:ext>
            </a:extLst>
          </p:cNvPr>
          <p:cNvSpPr/>
          <p:nvPr/>
        </p:nvSpPr>
        <p:spPr bwMode="auto">
          <a:xfrm>
            <a:off x="1626077" y="677461"/>
            <a:ext cx="1303020" cy="834731"/>
          </a:xfrm>
          <a:prstGeom prst="rect">
            <a:avLst/>
          </a:prstGeom>
          <a:noFill/>
          <a:ln w="9525" cap="flat" cmpd="sng" algn="ctr">
            <a:noFill/>
            <a:prstDash val="solid"/>
            <a:round/>
            <a:headEnd type="none" w="med" len="med"/>
            <a:tailEnd type="none" w="med" len="med"/>
          </a:ln>
          <a:effectLst/>
        </p:spPr>
        <p:txBody>
          <a:bodyPr lIns="6858" tIns="6858" rIns="6858" bIns="6858" anchor="ctr"/>
          <a:lstStyle/>
          <a:p>
            <a:pPr algn="ctr" defTabSz="685800">
              <a:defRPr/>
            </a:pPr>
            <a:r>
              <a:rPr kumimoji="0" lang="en-US" sz="1050" b="1" kern="0">
                <a:solidFill>
                  <a:sysClr val="windowText" lastClr="000000"/>
                </a:solidFill>
                <a:latin typeface="Graphik" panose="020B0503030202060203" pitchFamily="34" charset="0"/>
                <a:cs typeface="Arial" panose="020B0604020202020204" pitchFamily="34" charset="0"/>
              </a:rPr>
              <a:t>Danamon Enterprise &amp; Data Analytics Planning</a:t>
            </a:r>
          </a:p>
          <a:p>
            <a:pPr algn="ctr" defTabSz="685800">
              <a:defRPr/>
            </a:pPr>
            <a:r>
              <a:rPr kumimoji="0" lang="en-US" sz="1050" kern="0">
                <a:solidFill>
                  <a:sysClr val="windowText" lastClr="000000"/>
                </a:solidFill>
                <a:latin typeface="Graphik" panose="020B0503030202060203" pitchFamily="34" charset="0"/>
                <a:cs typeface="Arial" panose="020B0604020202020204" pitchFamily="34" charset="0"/>
              </a:rPr>
              <a:t>(2014)</a:t>
            </a:r>
          </a:p>
        </p:txBody>
      </p:sp>
      <p:sp>
        <p:nvSpPr>
          <p:cNvPr id="51" name="Rectangle 66">
            <a:extLst>
              <a:ext uri="{FF2B5EF4-FFF2-40B4-BE49-F238E27FC236}">
                <a16:creationId xmlns:a16="http://schemas.microsoft.com/office/drawing/2014/main" id="{50846828-5C91-C057-39E7-3006AC91D2F5}"/>
              </a:ext>
            </a:extLst>
          </p:cNvPr>
          <p:cNvSpPr/>
          <p:nvPr/>
        </p:nvSpPr>
        <p:spPr bwMode="auto">
          <a:xfrm>
            <a:off x="3162214" y="677461"/>
            <a:ext cx="1103982" cy="834731"/>
          </a:xfrm>
          <a:prstGeom prst="rect">
            <a:avLst/>
          </a:prstGeom>
          <a:noFill/>
          <a:ln w="9525" cap="flat" cmpd="sng" algn="ctr">
            <a:noFill/>
            <a:prstDash val="solid"/>
            <a:round/>
            <a:headEnd type="none" w="med" len="med"/>
            <a:tailEnd type="none" w="med" len="med"/>
          </a:ln>
          <a:effectLst/>
        </p:spPr>
        <p:txBody>
          <a:bodyPr lIns="6858" tIns="6858" rIns="6858" bIns="6858" anchor="ctr"/>
          <a:lstStyle/>
          <a:p>
            <a:pPr algn="ctr" defTabSz="685800">
              <a:defRPr/>
            </a:pPr>
            <a:r>
              <a:rPr kumimoji="0" lang="en-US" sz="1050" b="1" kern="0" err="1">
                <a:solidFill>
                  <a:sysClr val="windowText" lastClr="000000"/>
                </a:solidFill>
                <a:latin typeface="Graphik" panose="020B0503030202060203" pitchFamily="34" charset="0"/>
                <a:cs typeface="Arial" panose="020B0604020202020204" pitchFamily="34" charset="0"/>
              </a:rPr>
              <a:t>Adira</a:t>
            </a:r>
            <a:r>
              <a:rPr kumimoji="0" lang="en-US" sz="1050" b="1" kern="0">
                <a:solidFill>
                  <a:sysClr val="windowText" lastClr="000000"/>
                </a:solidFill>
                <a:latin typeface="Graphik" panose="020B0503030202060203" pitchFamily="34" charset="0"/>
                <a:cs typeface="Arial" panose="020B0604020202020204" pitchFamily="34" charset="0"/>
              </a:rPr>
              <a:t> Next Gen Biz. Model</a:t>
            </a:r>
          </a:p>
          <a:p>
            <a:pPr algn="ctr" defTabSz="685800">
              <a:defRPr/>
            </a:pPr>
            <a:r>
              <a:rPr kumimoji="0" lang="en-US" sz="1050" kern="0">
                <a:solidFill>
                  <a:sysClr val="windowText" lastClr="000000"/>
                </a:solidFill>
                <a:latin typeface="Graphik" panose="020B0503030202060203" pitchFamily="34" charset="0"/>
                <a:cs typeface="Arial" panose="020B0604020202020204" pitchFamily="34" charset="0"/>
              </a:rPr>
              <a:t>(2015)</a:t>
            </a:r>
          </a:p>
        </p:txBody>
      </p:sp>
      <p:sp>
        <p:nvSpPr>
          <p:cNvPr id="52" name="Oval 67">
            <a:extLst>
              <a:ext uri="{FF2B5EF4-FFF2-40B4-BE49-F238E27FC236}">
                <a16:creationId xmlns:a16="http://schemas.microsoft.com/office/drawing/2014/main" id="{8FB6EFAD-B6C1-8AE4-D042-B9D969DF8B52}"/>
              </a:ext>
            </a:extLst>
          </p:cNvPr>
          <p:cNvSpPr/>
          <p:nvPr/>
        </p:nvSpPr>
        <p:spPr bwMode="gray">
          <a:xfrm>
            <a:off x="3298805" y="1837851"/>
            <a:ext cx="103051" cy="102870"/>
          </a:xfrm>
          <a:prstGeom prst="ellipse">
            <a:avLst/>
          </a:prstGeom>
          <a:solidFill>
            <a:schemeClr val="bg1"/>
          </a:solidFill>
          <a:ln w="38100" cmpd="sng">
            <a:solidFill>
              <a:srgbClr val="004F38"/>
            </a:solidFill>
            <a:miter lim="800000"/>
            <a:headEnd/>
            <a:tailEnd/>
          </a:ln>
          <a:effectLst>
            <a:outerShdw blurRad="50800" dir="4140000" sx="117000" sy="117000" algn="ctr" rotWithShape="0">
              <a:schemeClr val="bg1">
                <a:lumMod val="95000"/>
                <a:alpha val="10000"/>
              </a:schemeClr>
            </a:outerShdw>
          </a:effectLst>
        </p:spPr>
        <p:txBody>
          <a:bodyPr vert="horz" wrap="square" lIns="43875" tIns="43875" rIns="43875" bIns="43875" numCol="1" rtlCol="0" anchor="t" anchorCtr="0" compatLnSpc="1">
            <a:prstTxWarp prst="textNoShape">
              <a:avLst/>
            </a:prstTxWarp>
            <a:noAutofit/>
          </a:bodyPr>
          <a:lstStyle/>
          <a:p>
            <a:pPr defTabSz="557213" fontAlgn="base">
              <a:spcAft>
                <a:spcPts val="183"/>
              </a:spcAft>
              <a:defRPr/>
            </a:pPr>
            <a:endParaRPr kumimoji="0" lang="en-US" sz="900" kern="0">
              <a:solidFill>
                <a:sysClr val="windowText" lastClr="000000"/>
              </a:solidFill>
              <a:latin typeface="Graphik" panose="020B0503030202060203" pitchFamily="34" charset="0"/>
              <a:cs typeface="Arial" pitchFamily="34" charset="0"/>
            </a:endParaRPr>
          </a:p>
        </p:txBody>
      </p:sp>
      <p:cxnSp>
        <p:nvCxnSpPr>
          <p:cNvPr id="53" name="Straight Connector 68">
            <a:extLst>
              <a:ext uri="{FF2B5EF4-FFF2-40B4-BE49-F238E27FC236}">
                <a16:creationId xmlns:a16="http://schemas.microsoft.com/office/drawing/2014/main" id="{922AAD5D-0757-570F-30F3-1B6362C6F16B}"/>
              </a:ext>
            </a:extLst>
          </p:cNvPr>
          <p:cNvCxnSpPr>
            <a:cxnSpLocks/>
          </p:cNvCxnSpPr>
          <p:nvPr/>
        </p:nvCxnSpPr>
        <p:spPr>
          <a:xfrm>
            <a:off x="5689917" y="1889286"/>
            <a:ext cx="0" cy="480060"/>
          </a:xfrm>
          <a:prstGeom prst="line">
            <a:avLst/>
          </a:prstGeom>
          <a:ln w="12700">
            <a:solidFill>
              <a:srgbClr val="004F38"/>
            </a:solidFill>
            <a:tailEnd type="oval"/>
          </a:ln>
        </p:spPr>
        <p:style>
          <a:lnRef idx="1">
            <a:schemeClr val="accent1"/>
          </a:lnRef>
          <a:fillRef idx="0">
            <a:schemeClr val="accent1"/>
          </a:fillRef>
          <a:effectRef idx="0">
            <a:schemeClr val="accent1"/>
          </a:effectRef>
          <a:fontRef idx="minor">
            <a:schemeClr val="tx1"/>
          </a:fontRef>
        </p:style>
      </p:cxnSp>
      <p:cxnSp>
        <p:nvCxnSpPr>
          <p:cNvPr id="54" name="Straight Connector 69">
            <a:extLst>
              <a:ext uri="{FF2B5EF4-FFF2-40B4-BE49-F238E27FC236}">
                <a16:creationId xmlns:a16="http://schemas.microsoft.com/office/drawing/2014/main" id="{E4AD2AAF-1F7D-D8EE-0E45-0C5C6ED9E610}"/>
              </a:ext>
            </a:extLst>
          </p:cNvPr>
          <p:cNvCxnSpPr>
            <a:cxnSpLocks/>
          </p:cNvCxnSpPr>
          <p:nvPr/>
        </p:nvCxnSpPr>
        <p:spPr>
          <a:xfrm flipH="1" flipV="1">
            <a:off x="6244175" y="1409226"/>
            <a:ext cx="2" cy="480060"/>
          </a:xfrm>
          <a:prstGeom prst="line">
            <a:avLst/>
          </a:prstGeom>
          <a:ln w="12700">
            <a:solidFill>
              <a:srgbClr val="004F38"/>
            </a:solidFill>
            <a:tailEnd type="oval"/>
          </a:ln>
        </p:spPr>
        <p:style>
          <a:lnRef idx="1">
            <a:schemeClr val="accent1"/>
          </a:lnRef>
          <a:fillRef idx="0">
            <a:schemeClr val="accent1"/>
          </a:fillRef>
          <a:effectRef idx="0">
            <a:schemeClr val="accent1"/>
          </a:effectRef>
          <a:fontRef idx="minor">
            <a:schemeClr val="tx1"/>
          </a:fontRef>
        </p:style>
      </p:cxnSp>
      <p:sp>
        <p:nvSpPr>
          <p:cNvPr id="55" name="Rectangle 70">
            <a:extLst>
              <a:ext uri="{FF2B5EF4-FFF2-40B4-BE49-F238E27FC236}">
                <a16:creationId xmlns:a16="http://schemas.microsoft.com/office/drawing/2014/main" id="{750BCE1E-6031-CDB6-DAAD-3F01E57BCC7C}"/>
              </a:ext>
            </a:extLst>
          </p:cNvPr>
          <p:cNvSpPr/>
          <p:nvPr/>
        </p:nvSpPr>
        <p:spPr bwMode="auto">
          <a:xfrm>
            <a:off x="6393709" y="2264180"/>
            <a:ext cx="1367291" cy="1087440"/>
          </a:xfrm>
          <a:prstGeom prst="rect">
            <a:avLst/>
          </a:prstGeom>
          <a:noFill/>
          <a:ln w="9525" cap="flat" cmpd="sng" algn="ctr">
            <a:noFill/>
            <a:prstDash val="solid"/>
            <a:round/>
            <a:headEnd type="none" w="med" len="med"/>
            <a:tailEnd type="none" w="med" len="med"/>
          </a:ln>
          <a:effectLst/>
        </p:spPr>
        <p:txBody>
          <a:bodyPr lIns="6858" tIns="6858" rIns="6858" bIns="6858" anchor="ctr"/>
          <a:lstStyle/>
          <a:p>
            <a:pPr algn="ctr" defTabSz="685800">
              <a:defRPr/>
            </a:pPr>
            <a:r>
              <a:rPr kumimoji="0" lang="en-US" sz="1050" b="1" kern="0">
                <a:solidFill>
                  <a:srgbClr val="FF0000"/>
                </a:solidFill>
                <a:latin typeface="Graphik" panose="020B0503030202060203" pitchFamily="34" charset="0"/>
                <a:cs typeface="Arial" panose="020B0604020202020204" pitchFamily="34" charset="0"/>
              </a:rPr>
              <a:t>BDI – BNP Merger &amp; Post Merger Sales Model</a:t>
            </a:r>
          </a:p>
          <a:p>
            <a:pPr algn="ctr" defTabSz="685800">
              <a:defRPr/>
            </a:pPr>
            <a:r>
              <a:rPr kumimoji="0" lang="en-US" sz="1050" kern="0">
                <a:solidFill>
                  <a:srgbClr val="FF0000"/>
                </a:solidFill>
                <a:latin typeface="Graphik" panose="020B0503030202060203" pitchFamily="34" charset="0"/>
                <a:cs typeface="Arial" panose="020B0604020202020204" pitchFamily="34" charset="0"/>
              </a:rPr>
              <a:t>(2019)</a:t>
            </a:r>
          </a:p>
          <a:p>
            <a:pPr algn="ctr" defTabSz="685800">
              <a:defRPr/>
            </a:pPr>
            <a:endParaRPr kumimoji="0" lang="en-US" sz="1050" kern="0">
              <a:solidFill>
                <a:sysClr val="windowText" lastClr="000000"/>
              </a:solidFill>
              <a:latin typeface="Graphik" panose="020B0503030202060203" pitchFamily="34" charset="0"/>
              <a:cs typeface="Arial" panose="020B0604020202020204" pitchFamily="34" charset="0"/>
            </a:endParaRPr>
          </a:p>
        </p:txBody>
      </p:sp>
      <p:cxnSp>
        <p:nvCxnSpPr>
          <p:cNvPr id="56" name="Straight Connector 71">
            <a:extLst>
              <a:ext uri="{FF2B5EF4-FFF2-40B4-BE49-F238E27FC236}">
                <a16:creationId xmlns:a16="http://schemas.microsoft.com/office/drawing/2014/main" id="{C044738E-D7C9-EEF0-49B8-5C897C382FB9}"/>
              </a:ext>
            </a:extLst>
          </p:cNvPr>
          <p:cNvCxnSpPr>
            <a:cxnSpLocks/>
          </p:cNvCxnSpPr>
          <p:nvPr/>
        </p:nvCxnSpPr>
        <p:spPr>
          <a:xfrm>
            <a:off x="7046874" y="1903347"/>
            <a:ext cx="0" cy="480060"/>
          </a:xfrm>
          <a:prstGeom prst="line">
            <a:avLst/>
          </a:prstGeom>
          <a:ln w="12700">
            <a:solidFill>
              <a:srgbClr val="004F38"/>
            </a:solidFill>
            <a:tailEnd type="oval"/>
          </a:ln>
        </p:spPr>
        <p:style>
          <a:lnRef idx="1">
            <a:schemeClr val="accent1"/>
          </a:lnRef>
          <a:fillRef idx="0">
            <a:schemeClr val="accent1"/>
          </a:fillRef>
          <a:effectRef idx="0">
            <a:schemeClr val="accent1"/>
          </a:effectRef>
          <a:fontRef idx="minor">
            <a:schemeClr val="tx1"/>
          </a:fontRef>
        </p:style>
      </p:cxnSp>
      <p:sp>
        <p:nvSpPr>
          <p:cNvPr id="57" name="Rectangle 1">
            <a:extLst>
              <a:ext uri="{FF2B5EF4-FFF2-40B4-BE49-F238E27FC236}">
                <a16:creationId xmlns:a16="http://schemas.microsoft.com/office/drawing/2014/main" id="{C909FAEF-D9D4-EFD3-3732-E5ADBF46F30B}"/>
              </a:ext>
            </a:extLst>
          </p:cNvPr>
          <p:cNvSpPr/>
          <p:nvPr/>
        </p:nvSpPr>
        <p:spPr bwMode="auto">
          <a:xfrm>
            <a:off x="6673837" y="677461"/>
            <a:ext cx="1248407" cy="834731"/>
          </a:xfrm>
          <a:prstGeom prst="rect">
            <a:avLst/>
          </a:prstGeom>
          <a:noFill/>
          <a:ln w="9525" cap="flat" cmpd="sng" algn="ctr">
            <a:noFill/>
            <a:prstDash val="solid"/>
            <a:round/>
            <a:headEnd type="none" w="med" len="med"/>
            <a:tailEnd type="none" w="med" len="med"/>
          </a:ln>
          <a:effectLst/>
        </p:spPr>
        <p:txBody>
          <a:bodyPr lIns="6858" tIns="6858" rIns="6858" bIns="6858" anchor="ctr"/>
          <a:lstStyle/>
          <a:p>
            <a:pPr algn="ctr" defTabSz="685800">
              <a:defRPr/>
            </a:pPr>
            <a:r>
              <a:rPr kumimoji="0" lang="en-US" sz="1050" b="1" kern="0">
                <a:solidFill>
                  <a:sysClr val="windowText" lastClr="000000"/>
                </a:solidFill>
                <a:latin typeface="Graphik" panose="020B0503030202060203" pitchFamily="34" charset="0"/>
                <a:cs typeface="Arial" panose="020B0604020202020204" pitchFamily="34" charset="0"/>
              </a:rPr>
              <a:t>Adira BPR Acquisition</a:t>
            </a:r>
          </a:p>
          <a:p>
            <a:pPr algn="ctr" defTabSz="685800">
              <a:defRPr/>
            </a:pPr>
            <a:r>
              <a:rPr kumimoji="0" lang="en-US" sz="1050" kern="0">
                <a:solidFill>
                  <a:sysClr val="windowText" lastClr="000000"/>
                </a:solidFill>
                <a:latin typeface="Graphik" panose="020B0503030202060203" pitchFamily="34" charset="0"/>
                <a:cs typeface="Arial" panose="020B0604020202020204" pitchFamily="34" charset="0"/>
              </a:rPr>
              <a:t>(2020)</a:t>
            </a:r>
          </a:p>
        </p:txBody>
      </p:sp>
      <p:cxnSp>
        <p:nvCxnSpPr>
          <p:cNvPr id="58" name="Straight Connector 2">
            <a:extLst>
              <a:ext uri="{FF2B5EF4-FFF2-40B4-BE49-F238E27FC236}">
                <a16:creationId xmlns:a16="http://schemas.microsoft.com/office/drawing/2014/main" id="{2EE03D72-322B-2485-9D37-2706EAC661E1}"/>
              </a:ext>
            </a:extLst>
          </p:cNvPr>
          <p:cNvCxnSpPr>
            <a:cxnSpLocks/>
          </p:cNvCxnSpPr>
          <p:nvPr/>
        </p:nvCxnSpPr>
        <p:spPr>
          <a:xfrm flipH="1" flipV="1">
            <a:off x="7298040" y="1409226"/>
            <a:ext cx="2" cy="480060"/>
          </a:xfrm>
          <a:prstGeom prst="line">
            <a:avLst/>
          </a:prstGeom>
          <a:ln w="12700">
            <a:solidFill>
              <a:srgbClr val="004F38"/>
            </a:solidFill>
            <a:tailEnd type="oval"/>
          </a:ln>
        </p:spPr>
        <p:style>
          <a:lnRef idx="1">
            <a:schemeClr val="accent1"/>
          </a:lnRef>
          <a:fillRef idx="0">
            <a:schemeClr val="accent1"/>
          </a:fillRef>
          <a:effectRef idx="0">
            <a:schemeClr val="accent1"/>
          </a:effectRef>
          <a:fontRef idx="minor">
            <a:schemeClr val="tx1"/>
          </a:fontRef>
        </p:style>
      </p:cxnSp>
      <p:sp>
        <p:nvSpPr>
          <p:cNvPr id="59" name="Rectangle 3">
            <a:extLst>
              <a:ext uri="{FF2B5EF4-FFF2-40B4-BE49-F238E27FC236}">
                <a16:creationId xmlns:a16="http://schemas.microsoft.com/office/drawing/2014/main" id="{5F783C1D-C634-D213-98CF-15183BB9ABB2}"/>
              </a:ext>
            </a:extLst>
          </p:cNvPr>
          <p:cNvSpPr/>
          <p:nvPr/>
        </p:nvSpPr>
        <p:spPr bwMode="auto">
          <a:xfrm>
            <a:off x="7683543" y="2420720"/>
            <a:ext cx="903864" cy="1087440"/>
          </a:xfrm>
          <a:prstGeom prst="rect">
            <a:avLst/>
          </a:prstGeom>
          <a:noFill/>
          <a:ln w="9525" cap="flat" cmpd="sng" algn="ctr">
            <a:noFill/>
            <a:prstDash val="solid"/>
            <a:round/>
            <a:headEnd type="none" w="med" len="med"/>
            <a:tailEnd type="none" w="med" len="med"/>
          </a:ln>
          <a:effectLst/>
        </p:spPr>
        <p:txBody>
          <a:bodyPr lIns="6858" tIns="6858" rIns="6858" bIns="6858" anchor="t"/>
          <a:lstStyle/>
          <a:p>
            <a:pPr algn="ctr" defTabSz="685800">
              <a:defRPr/>
            </a:pPr>
            <a:r>
              <a:rPr kumimoji="0" lang="en-US" sz="1050" b="1" kern="0">
                <a:solidFill>
                  <a:sysClr val="windowText" lastClr="000000"/>
                </a:solidFill>
                <a:latin typeface="Graphik" panose="020B0503030202060203" pitchFamily="34" charset="0"/>
                <a:cs typeface="Arial" panose="020B0604020202020204" pitchFamily="34" charset="0"/>
              </a:rPr>
              <a:t>Danamon Security Review</a:t>
            </a:r>
          </a:p>
          <a:p>
            <a:pPr algn="ctr" defTabSz="685800">
              <a:defRPr/>
            </a:pPr>
            <a:r>
              <a:rPr kumimoji="0" lang="en-US" sz="1050" kern="0">
                <a:solidFill>
                  <a:sysClr val="windowText" lastClr="000000"/>
                </a:solidFill>
                <a:latin typeface="Graphik" panose="020B0503030202060203" pitchFamily="34" charset="0"/>
                <a:cs typeface="Arial" panose="020B0604020202020204" pitchFamily="34" charset="0"/>
              </a:rPr>
              <a:t>(2021)</a:t>
            </a:r>
          </a:p>
        </p:txBody>
      </p:sp>
      <p:cxnSp>
        <p:nvCxnSpPr>
          <p:cNvPr id="60" name="Straight Connector 4">
            <a:extLst>
              <a:ext uri="{FF2B5EF4-FFF2-40B4-BE49-F238E27FC236}">
                <a16:creationId xmlns:a16="http://schemas.microsoft.com/office/drawing/2014/main" id="{B8C6C79B-A0F0-46DF-4448-D22DC3D585F9}"/>
              </a:ext>
            </a:extLst>
          </p:cNvPr>
          <p:cNvCxnSpPr>
            <a:cxnSpLocks/>
          </p:cNvCxnSpPr>
          <p:nvPr/>
        </p:nvCxnSpPr>
        <p:spPr>
          <a:xfrm>
            <a:off x="8104994" y="1903347"/>
            <a:ext cx="0" cy="480060"/>
          </a:xfrm>
          <a:prstGeom prst="line">
            <a:avLst/>
          </a:prstGeom>
          <a:ln w="12700">
            <a:solidFill>
              <a:srgbClr val="004F38"/>
            </a:solidFill>
            <a:tailEnd type="oval"/>
          </a:ln>
        </p:spPr>
        <p:style>
          <a:lnRef idx="1">
            <a:schemeClr val="accent1"/>
          </a:lnRef>
          <a:fillRef idx="0">
            <a:schemeClr val="accent1"/>
          </a:fillRef>
          <a:effectRef idx="0">
            <a:schemeClr val="accent1"/>
          </a:effectRef>
          <a:fontRef idx="minor">
            <a:schemeClr val="tx1"/>
          </a:fontRef>
        </p:style>
      </p:cxnSp>
      <p:sp>
        <p:nvSpPr>
          <p:cNvPr id="61" name="Rectangle 5">
            <a:extLst>
              <a:ext uri="{FF2B5EF4-FFF2-40B4-BE49-F238E27FC236}">
                <a16:creationId xmlns:a16="http://schemas.microsoft.com/office/drawing/2014/main" id="{14C0F654-1420-0A1A-23F4-7FE32DE56589}"/>
              </a:ext>
            </a:extLst>
          </p:cNvPr>
          <p:cNvSpPr/>
          <p:nvPr/>
        </p:nvSpPr>
        <p:spPr bwMode="auto">
          <a:xfrm>
            <a:off x="7881675" y="677461"/>
            <a:ext cx="1248407" cy="834731"/>
          </a:xfrm>
          <a:prstGeom prst="rect">
            <a:avLst/>
          </a:prstGeom>
          <a:noFill/>
          <a:ln w="9525" cap="flat" cmpd="sng" algn="ctr">
            <a:noFill/>
            <a:prstDash val="solid"/>
            <a:round/>
            <a:headEnd type="none" w="med" len="med"/>
            <a:tailEnd type="none" w="med" len="med"/>
          </a:ln>
          <a:effectLst/>
        </p:spPr>
        <p:txBody>
          <a:bodyPr lIns="6858" tIns="6858" rIns="6858" bIns="6858" anchor="ctr"/>
          <a:lstStyle/>
          <a:p>
            <a:pPr algn="ctr" defTabSz="685800">
              <a:defRPr/>
            </a:pPr>
            <a:r>
              <a:rPr kumimoji="0" lang="en-US" sz="1050" b="1" kern="0">
                <a:solidFill>
                  <a:sysClr val="windowText" lastClr="000000"/>
                </a:solidFill>
                <a:latin typeface="Graphik" panose="020B0503030202060203" pitchFamily="34" charset="0"/>
                <a:cs typeface="Arial" panose="020B0604020202020204" pitchFamily="34" charset="0"/>
              </a:rPr>
              <a:t>Adira Data - Driven</a:t>
            </a:r>
          </a:p>
          <a:p>
            <a:pPr algn="ctr" defTabSz="685800">
              <a:defRPr/>
            </a:pPr>
            <a:r>
              <a:rPr kumimoji="0" lang="en-US" sz="1050" kern="0">
                <a:solidFill>
                  <a:sysClr val="windowText" lastClr="000000"/>
                </a:solidFill>
                <a:latin typeface="Graphik" panose="020B0503030202060203" pitchFamily="34" charset="0"/>
                <a:cs typeface="Arial" panose="020B0604020202020204" pitchFamily="34" charset="0"/>
              </a:rPr>
              <a:t>(2022-2023)</a:t>
            </a:r>
          </a:p>
        </p:txBody>
      </p:sp>
      <p:cxnSp>
        <p:nvCxnSpPr>
          <p:cNvPr id="62" name="Straight Connector 6">
            <a:extLst>
              <a:ext uri="{FF2B5EF4-FFF2-40B4-BE49-F238E27FC236}">
                <a16:creationId xmlns:a16="http://schemas.microsoft.com/office/drawing/2014/main" id="{5FF8937A-1DF8-F7F1-D5A0-2080DEA73A40}"/>
              </a:ext>
            </a:extLst>
          </p:cNvPr>
          <p:cNvCxnSpPr>
            <a:cxnSpLocks/>
          </p:cNvCxnSpPr>
          <p:nvPr/>
        </p:nvCxnSpPr>
        <p:spPr>
          <a:xfrm flipH="1" flipV="1">
            <a:off x="8505878" y="1409226"/>
            <a:ext cx="2" cy="480060"/>
          </a:xfrm>
          <a:prstGeom prst="line">
            <a:avLst/>
          </a:prstGeom>
          <a:ln w="12700">
            <a:solidFill>
              <a:srgbClr val="004F38"/>
            </a:solidFill>
            <a:tailEnd type="oval"/>
          </a:ln>
        </p:spPr>
        <p:style>
          <a:lnRef idx="1">
            <a:schemeClr val="accent1"/>
          </a:lnRef>
          <a:fillRef idx="0">
            <a:schemeClr val="accent1"/>
          </a:fillRef>
          <a:effectRef idx="0">
            <a:schemeClr val="accent1"/>
          </a:effectRef>
          <a:fontRef idx="minor">
            <a:schemeClr val="tx1"/>
          </a:fontRef>
        </p:style>
      </p:cxnSp>
      <p:sp>
        <p:nvSpPr>
          <p:cNvPr id="63" name="TextBox 53">
            <a:extLst>
              <a:ext uri="{FF2B5EF4-FFF2-40B4-BE49-F238E27FC236}">
                <a16:creationId xmlns:a16="http://schemas.microsoft.com/office/drawing/2014/main" id="{65F2726E-378E-41A0-AE48-0F5A3C3B668C}"/>
              </a:ext>
            </a:extLst>
          </p:cNvPr>
          <p:cNvSpPr txBox="1">
            <a:spLocks noChangeArrowheads="1"/>
          </p:cNvSpPr>
          <p:nvPr>
            <p:custDataLst>
              <p:tags r:id="rId5"/>
            </p:custDataLst>
          </p:nvPr>
        </p:nvSpPr>
        <p:spPr bwMode="auto">
          <a:xfrm>
            <a:off x="7487118" y="2003686"/>
            <a:ext cx="520483" cy="135200"/>
          </a:xfrm>
          <a:prstGeom prst="rect">
            <a:avLst/>
          </a:prstGeom>
          <a:noFill/>
          <a:ln w="9525">
            <a:noFill/>
            <a:miter lim="800000"/>
            <a:headEnd/>
            <a:tailEnd/>
          </a:ln>
        </p:spPr>
        <p:txBody>
          <a:bodyPr wrap="none" anchor="ctr" anchorCtr="1"/>
          <a:lstStyle/>
          <a:p>
            <a:pPr algn="ctr" defTabSz="685800">
              <a:defRPr/>
            </a:pPr>
            <a:r>
              <a:rPr kumimoji="0" lang="en-US" sz="1200" i="1" kern="0">
                <a:solidFill>
                  <a:sysClr val="windowText" lastClr="000000"/>
                </a:solidFill>
                <a:latin typeface="Graphik" panose="020B0503030202060203" pitchFamily="34" charset="0"/>
                <a:cs typeface="Arial" panose="020B0604020202020204" pitchFamily="34" charset="0"/>
              </a:rPr>
              <a:t>2021</a:t>
            </a:r>
          </a:p>
        </p:txBody>
      </p:sp>
      <p:sp>
        <p:nvSpPr>
          <p:cNvPr id="64" name="Oval 8">
            <a:extLst>
              <a:ext uri="{FF2B5EF4-FFF2-40B4-BE49-F238E27FC236}">
                <a16:creationId xmlns:a16="http://schemas.microsoft.com/office/drawing/2014/main" id="{C75F6FC4-CEBA-5559-6ED6-CE69A18924CC}"/>
              </a:ext>
            </a:extLst>
          </p:cNvPr>
          <p:cNvSpPr/>
          <p:nvPr/>
        </p:nvSpPr>
        <p:spPr bwMode="gray">
          <a:xfrm>
            <a:off x="7695834" y="1837851"/>
            <a:ext cx="103051" cy="102870"/>
          </a:xfrm>
          <a:prstGeom prst="ellipse">
            <a:avLst/>
          </a:prstGeom>
          <a:solidFill>
            <a:schemeClr val="bg1"/>
          </a:solidFill>
          <a:ln w="38100" cmpd="sng">
            <a:solidFill>
              <a:srgbClr val="004F38"/>
            </a:solidFill>
            <a:miter lim="800000"/>
            <a:headEnd/>
            <a:tailEnd/>
          </a:ln>
          <a:effectLst>
            <a:outerShdw blurRad="50800" dir="4140000" sx="117000" sy="117000" algn="ctr" rotWithShape="0">
              <a:schemeClr val="bg1">
                <a:lumMod val="95000"/>
                <a:alpha val="10000"/>
              </a:schemeClr>
            </a:outerShdw>
          </a:effectLst>
        </p:spPr>
        <p:txBody>
          <a:bodyPr vert="horz" wrap="square" lIns="43875" tIns="43875" rIns="43875" bIns="43875" numCol="1" rtlCol="0" anchor="t" anchorCtr="0" compatLnSpc="1">
            <a:prstTxWarp prst="textNoShape">
              <a:avLst/>
            </a:prstTxWarp>
            <a:noAutofit/>
          </a:bodyPr>
          <a:lstStyle/>
          <a:p>
            <a:pPr defTabSz="557213" fontAlgn="base">
              <a:spcAft>
                <a:spcPts val="183"/>
              </a:spcAft>
              <a:defRPr/>
            </a:pPr>
            <a:endParaRPr kumimoji="0" lang="en-US" sz="900" kern="0">
              <a:solidFill>
                <a:sysClr val="windowText" lastClr="000000"/>
              </a:solidFill>
              <a:latin typeface="Graphik" panose="020B0503030202060203" pitchFamily="34" charset="0"/>
              <a:cs typeface="Arial" pitchFamily="34" charset="0"/>
            </a:endParaRPr>
          </a:p>
        </p:txBody>
      </p:sp>
      <p:sp>
        <p:nvSpPr>
          <p:cNvPr id="12" name="テキスト プレースホルダー 11">
            <a:extLst>
              <a:ext uri="{FF2B5EF4-FFF2-40B4-BE49-F238E27FC236}">
                <a16:creationId xmlns:a16="http://schemas.microsoft.com/office/drawing/2014/main" id="{77ADA660-1F8A-505D-0DF3-7929225225B4}"/>
              </a:ext>
            </a:extLst>
          </p:cNvPr>
          <p:cNvSpPr>
            <a:spLocks noGrp="1"/>
          </p:cNvSpPr>
          <p:nvPr>
            <p:ph type="body" sz="quarter" idx="36"/>
          </p:nvPr>
        </p:nvSpPr>
        <p:spPr/>
        <p:txBody>
          <a:bodyPr/>
          <a:lstStyle/>
          <a:p>
            <a:r>
              <a:rPr lang="en-US" altLang="ja-JP"/>
              <a:t>5</a:t>
            </a:r>
            <a:r>
              <a:rPr lang="ja-JP" altLang="en-US"/>
              <a:t>．統合支援実績</a:t>
            </a:r>
            <a:endParaRPr kumimoji="1" lang="ja-JP" altLang="en-US"/>
          </a:p>
        </p:txBody>
      </p:sp>
      <p:sp>
        <p:nvSpPr>
          <p:cNvPr id="9" name="タイトル 8">
            <a:extLst>
              <a:ext uri="{FF2B5EF4-FFF2-40B4-BE49-F238E27FC236}">
                <a16:creationId xmlns:a16="http://schemas.microsoft.com/office/drawing/2014/main" id="{83F43173-8A46-3EC8-773A-6FFB03D72B6B}"/>
              </a:ext>
            </a:extLst>
          </p:cNvPr>
          <p:cNvSpPr>
            <a:spLocks noGrp="1"/>
          </p:cNvSpPr>
          <p:nvPr>
            <p:ph type="title"/>
          </p:nvPr>
        </p:nvSpPr>
        <p:spPr/>
        <p:txBody>
          <a:bodyPr>
            <a:normAutofit/>
          </a:bodyPr>
          <a:lstStyle/>
          <a:p>
            <a:r>
              <a:rPr lang="en-US" altLang="ja-JP"/>
              <a:t>ACCENTURE JOURNEY WITH DANAMON</a:t>
            </a:r>
            <a:endParaRPr lang="ja-JP" altLang="en-US"/>
          </a:p>
        </p:txBody>
      </p:sp>
      <p:sp>
        <p:nvSpPr>
          <p:cNvPr id="3" name="正方形/長方形 2">
            <a:extLst>
              <a:ext uri="{FF2B5EF4-FFF2-40B4-BE49-F238E27FC236}">
                <a16:creationId xmlns:a16="http://schemas.microsoft.com/office/drawing/2014/main" id="{4793067D-5E42-3A40-640C-B0E61A0A55BD}"/>
              </a:ext>
            </a:extLst>
          </p:cNvPr>
          <p:cNvSpPr/>
          <p:nvPr/>
        </p:nvSpPr>
        <p:spPr>
          <a:xfrm>
            <a:off x="8318500" y="152400"/>
            <a:ext cx="615608" cy="324000"/>
          </a:xfrm>
          <a:prstGeom prst="rect">
            <a:avLst/>
          </a:prstGeom>
          <a:solidFill>
            <a:srgbClr val="FFFFCC"/>
          </a:solidFill>
          <a:ln w="6350">
            <a:solidFill>
              <a:schemeClr val="tx1"/>
            </a:solidFill>
          </a:ln>
          <a:effectLst/>
        </p:spPr>
        <p:style>
          <a:lnRef idx="1">
            <a:schemeClr val="accent1"/>
          </a:lnRef>
          <a:fillRef idx="3">
            <a:schemeClr val="accent1"/>
          </a:fillRef>
          <a:effectRef idx="2">
            <a:schemeClr val="accent1"/>
          </a:effectRef>
          <a:fontRef idx="minor">
            <a:schemeClr val="lt1"/>
          </a:fontRef>
        </p:style>
        <p:txBody>
          <a:bodyPr vert="horz" wrap="none" lIns="36000" rIns="36000" rtlCol="0" anchor="ctr">
            <a:noAutofit/>
          </a:bodyPr>
          <a:lstStyle/>
          <a:p>
            <a:pPr marL="0" marR="0" lvl="0" indent="0" algn="ctr" defTabSz="278600" rtl="0" eaLnBrk="1" fontAlgn="base" latinLnBrk="0" hangingPunct="1">
              <a:lnSpc>
                <a:spcPct val="100000"/>
              </a:lnSpc>
              <a:spcBef>
                <a:spcPct val="0"/>
              </a:spcBef>
              <a:spcAft>
                <a:spcPct val="0"/>
              </a:spcAft>
              <a:buClrTx/>
              <a:buSzTx/>
              <a:buFontTx/>
              <a:buNone/>
              <a:tabLst/>
              <a:defRPr/>
            </a:pPr>
            <a:r>
              <a:rPr lang="ja-JP" altLang="en-US" sz="1000" dirty="0">
                <a:solidFill>
                  <a:prstClr val="black"/>
                </a:solidFill>
                <a:latin typeface="Meiryo UI"/>
                <a:ea typeface="Meiryo UI"/>
                <a:cs typeface="Calibri" panose="020F0502020204030204" pitchFamily="34" charset="0"/>
              </a:rPr>
              <a:t>不変</a:t>
            </a:r>
            <a:endParaRPr kumimoji="1" lang="ja-JP" altLang="en-US" sz="1000" i="0" u="none" strike="noStrike" kern="1200" cap="none" spc="0" normalizeH="0" baseline="0" noProof="0" dirty="0">
              <a:ln>
                <a:noFill/>
              </a:ln>
              <a:solidFill>
                <a:prstClr val="black"/>
              </a:solidFill>
              <a:effectLst/>
              <a:uLnTx/>
              <a:uFillTx/>
              <a:latin typeface="Meiryo UI"/>
              <a:ea typeface="Meiryo UI"/>
              <a:cs typeface="Calibri" panose="020F0502020204030204" pitchFamily="34" charset="0"/>
            </a:endParaRPr>
          </a:p>
        </p:txBody>
      </p:sp>
    </p:spTree>
    <p:extLst>
      <p:ext uri="{BB962C8B-B14F-4D97-AF65-F5344CB8AC3E}">
        <p14:creationId xmlns:p14="http://schemas.microsoft.com/office/powerpoint/2010/main" val="1167455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1B5D-0134-A9D1-F19F-F9773CE64CFA}"/>
            </a:ext>
          </a:extLst>
        </p:cNvPr>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DA1785F7-65CC-A4B5-F47C-3087FA4C870A}"/>
              </a:ext>
            </a:extLst>
          </p:cNvPr>
          <p:cNvGraphicFramePr>
            <a:graphicFrameLocks noChangeAspect="1"/>
          </p:cNvGraphicFramePr>
          <p:nvPr>
            <p:custDataLst>
              <p:tags r:id="rId1"/>
            </p:custData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スライド" r:id="rId3" imgW="395" imgH="396" progId="TCLayout.ActiveDocument.1">
                  <p:embed/>
                </p:oleObj>
              </mc:Choice>
              <mc:Fallback>
                <p:oleObj name="think-cell スライド" r:id="rId3" imgW="395" imgH="396" progId="TCLayout.ActiveDocument.1">
                  <p:embed/>
                  <p:pic>
                    <p:nvPicPr>
                      <p:cNvPr id="8" name="オブジェクト 7" hidden="1">
                        <a:extLst>
                          <a:ext uri="{FF2B5EF4-FFF2-40B4-BE49-F238E27FC236}">
                            <a16:creationId xmlns:a16="http://schemas.microsoft.com/office/drawing/2014/main" id="{DA1785F7-65CC-A4B5-F47C-3087FA4C870A}"/>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9" name="テキスト プレースホルダー 8">
            <a:extLst>
              <a:ext uri="{FF2B5EF4-FFF2-40B4-BE49-F238E27FC236}">
                <a16:creationId xmlns:a16="http://schemas.microsoft.com/office/drawing/2014/main" id="{EA2C026B-8DD7-2A38-C470-7CEF628723F6}"/>
              </a:ext>
            </a:extLst>
          </p:cNvPr>
          <p:cNvSpPr>
            <a:spLocks noGrp="1"/>
          </p:cNvSpPr>
          <p:nvPr>
            <p:ph type="body" sz="quarter" idx="37"/>
          </p:nvPr>
        </p:nvSpPr>
        <p:spPr/>
        <p:txBody>
          <a:bodyPr vert="horz" lIns="0" tIns="0" rIns="0" bIns="0" rtlCol="0" anchor="t">
            <a:spAutoFit/>
          </a:bodyPr>
          <a:lstStyle/>
          <a:p>
            <a:r>
              <a:rPr lang="ja-JP" altLang="en-US">
                <a:latin typeface="Meiryo UI"/>
                <a:ea typeface="Meiryo UI"/>
              </a:rPr>
              <a:t>弊社は貴行における企画検討支援～実行における</a:t>
            </a:r>
            <a:r>
              <a:rPr lang="en-US" altLang="ja-JP">
                <a:latin typeface="Meiryo UI"/>
                <a:ea typeface="Meiryo UI"/>
              </a:rPr>
              <a:t>PMO</a:t>
            </a:r>
            <a:r>
              <a:rPr lang="ja-JP" altLang="en-US">
                <a:latin typeface="Meiryo UI"/>
                <a:ea typeface="Meiryo UI"/>
              </a:rPr>
              <a:t>支援まで数多くのプロジェクトのご支援実績があります。</a:t>
            </a:r>
            <a:endParaRPr lang="ja-JP" altLang="en-US"/>
          </a:p>
        </p:txBody>
      </p:sp>
      <p:sp>
        <p:nvSpPr>
          <p:cNvPr id="6" name="テキスト プレースホルダー 5">
            <a:extLst>
              <a:ext uri="{FF2B5EF4-FFF2-40B4-BE49-F238E27FC236}">
                <a16:creationId xmlns:a16="http://schemas.microsoft.com/office/drawing/2014/main" id="{A7B4C173-A2E2-25D8-ABB2-216E3E3DBB45}"/>
              </a:ext>
            </a:extLst>
          </p:cNvPr>
          <p:cNvSpPr>
            <a:spLocks noGrp="1"/>
          </p:cNvSpPr>
          <p:nvPr>
            <p:ph type="body" sz="quarter" idx="36"/>
          </p:nvPr>
        </p:nvSpPr>
        <p:spPr/>
        <p:txBody>
          <a:bodyPr/>
          <a:lstStyle/>
          <a:p>
            <a:r>
              <a:rPr lang="en-US" altLang="ja-JP"/>
              <a:t>5</a:t>
            </a:r>
            <a:r>
              <a:rPr lang="ja-JP" altLang="en-US"/>
              <a:t>．統合支援実績</a:t>
            </a:r>
            <a:endParaRPr kumimoji="1" lang="ja-JP" altLang="en-US"/>
          </a:p>
        </p:txBody>
      </p:sp>
      <p:sp>
        <p:nvSpPr>
          <p:cNvPr id="5" name="タイトル 4">
            <a:extLst>
              <a:ext uri="{FF2B5EF4-FFF2-40B4-BE49-F238E27FC236}">
                <a16:creationId xmlns:a16="http://schemas.microsoft.com/office/drawing/2014/main" id="{C0928B35-CD47-9187-29C4-B7B37E599EB7}"/>
              </a:ext>
            </a:extLst>
          </p:cNvPr>
          <p:cNvSpPr>
            <a:spLocks noGrp="1"/>
          </p:cNvSpPr>
          <p:nvPr>
            <p:ph type="title"/>
          </p:nvPr>
        </p:nvSpPr>
        <p:spPr>
          <a:xfrm>
            <a:off x="225584" y="351854"/>
            <a:ext cx="8532000" cy="324000"/>
          </a:xfrm>
        </p:spPr>
        <p:txBody>
          <a:bodyPr vert="horz"/>
          <a:lstStyle/>
          <a:p>
            <a:r>
              <a:rPr lang="ja-JP" altLang="en-US"/>
              <a:t>貴行へのご支援実績（</a:t>
            </a:r>
            <a:r>
              <a:rPr lang="en-US" altLang="ja-JP"/>
              <a:t>PMO</a:t>
            </a:r>
            <a:r>
              <a:rPr lang="ja-JP" altLang="en-US"/>
              <a:t>含む）</a:t>
            </a:r>
          </a:p>
        </p:txBody>
      </p:sp>
      <p:sp>
        <p:nvSpPr>
          <p:cNvPr id="122" name="正方形/長方形 121">
            <a:extLst>
              <a:ext uri="{FF2B5EF4-FFF2-40B4-BE49-F238E27FC236}">
                <a16:creationId xmlns:a16="http://schemas.microsoft.com/office/drawing/2014/main" id="{52AAF49E-C3B7-2141-6C19-6DA02D8FBECE}"/>
              </a:ext>
            </a:extLst>
          </p:cNvPr>
          <p:cNvSpPr/>
          <p:nvPr/>
        </p:nvSpPr>
        <p:spPr>
          <a:xfrm>
            <a:off x="225584" y="1261536"/>
            <a:ext cx="8557291" cy="3572933"/>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4" name="Rectangle 58">
            <a:extLst>
              <a:ext uri="{FF2B5EF4-FFF2-40B4-BE49-F238E27FC236}">
                <a16:creationId xmlns:a16="http://schemas.microsoft.com/office/drawing/2014/main" id="{4A169AC7-0872-1E3D-A8FA-BF836CB063BC}"/>
              </a:ext>
            </a:extLst>
          </p:cNvPr>
          <p:cNvSpPr/>
          <p:nvPr/>
        </p:nvSpPr>
        <p:spPr>
          <a:xfrm>
            <a:off x="361125" y="1565472"/>
            <a:ext cx="8370000" cy="54955"/>
          </a:xfrm>
          <a:prstGeom prst="rect">
            <a:avLst/>
          </a:prstGeom>
          <a:solidFill>
            <a:schemeClr val="tx1"/>
          </a:solidFill>
          <a:ln>
            <a:noFill/>
          </a:ln>
          <a:effectLst>
            <a:outerShdw sx="0" sy="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vert="horz" rtlCol="0" anchor="ctr"/>
          <a:lstStyle>
            <a:defPPr>
              <a:defRPr lang="en-US"/>
            </a:defPPr>
            <a:lvl1pPr marL="0" algn="l" defTabSz="1828434" rtl="0" eaLnBrk="1" latinLnBrk="0" hangingPunct="1">
              <a:defRPr sz="3600" kern="1200">
                <a:solidFill>
                  <a:schemeClr val="lt1"/>
                </a:solidFill>
                <a:latin typeface="+mn-lt"/>
                <a:ea typeface="+mn-ea"/>
                <a:cs typeface="+mn-cs"/>
              </a:defRPr>
            </a:lvl1pPr>
            <a:lvl2pPr marL="914217" algn="l" defTabSz="1828434" rtl="0" eaLnBrk="1" latinLnBrk="0" hangingPunct="1">
              <a:defRPr sz="3600" kern="1200">
                <a:solidFill>
                  <a:schemeClr val="lt1"/>
                </a:solidFill>
                <a:latin typeface="+mn-lt"/>
                <a:ea typeface="+mn-ea"/>
                <a:cs typeface="+mn-cs"/>
              </a:defRPr>
            </a:lvl2pPr>
            <a:lvl3pPr marL="1828434" algn="l" defTabSz="1828434" rtl="0" eaLnBrk="1" latinLnBrk="0" hangingPunct="1">
              <a:defRPr sz="3600" kern="1200">
                <a:solidFill>
                  <a:schemeClr val="lt1"/>
                </a:solidFill>
                <a:latin typeface="+mn-lt"/>
                <a:ea typeface="+mn-ea"/>
                <a:cs typeface="+mn-cs"/>
              </a:defRPr>
            </a:lvl3pPr>
            <a:lvl4pPr marL="2742651" algn="l" defTabSz="1828434" rtl="0" eaLnBrk="1" latinLnBrk="0" hangingPunct="1">
              <a:defRPr sz="3600" kern="1200">
                <a:solidFill>
                  <a:schemeClr val="lt1"/>
                </a:solidFill>
                <a:latin typeface="+mn-lt"/>
                <a:ea typeface="+mn-ea"/>
                <a:cs typeface="+mn-cs"/>
              </a:defRPr>
            </a:lvl4pPr>
            <a:lvl5pPr marL="3656868" algn="l" defTabSz="1828434" rtl="0" eaLnBrk="1" latinLnBrk="0" hangingPunct="1">
              <a:defRPr sz="3600" kern="1200">
                <a:solidFill>
                  <a:schemeClr val="lt1"/>
                </a:solidFill>
                <a:latin typeface="+mn-lt"/>
                <a:ea typeface="+mn-ea"/>
                <a:cs typeface="+mn-cs"/>
              </a:defRPr>
            </a:lvl5pPr>
            <a:lvl6pPr marL="4571086" algn="l" defTabSz="1828434" rtl="0" eaLnBrk="1" latinLnBrk="0" hangingPunct="1">
              <a:defRPr sz="3600" kern="1200">
                <a:solidFill>
                  <a:schemeClr val="lt1"/>
                </a:solidFill>
                <a:latin typeface="+mn-lt"/>
                <a:ea typeface="+mn-ea"/>
                <a:cs typeface="+mn-cs"/>
              </a:defRPr>
            </a:lvl6pPr>
            <a:lvl7pPr marL="5485303" algn="l" defTabSz="1828434" rtl="0" eaLnBrk="1" latinLnBrk="0" hangingPunct="1">
              <a:defRPr sz="3600" kern="1200">
                <a:solidFill>
                  <a:schemeClr val="lt1"/>
                </a:solidFill>
                <a:latin typeface="+mn-lt"/>
                <a:ea typeface="+mn-ea"/>
                <a:cs typeface="+mn-cs"/>
              </a:defRPr>
            </a:lvl7pPr>
            <a:lvl8pPr marL="6399520" algn="l" defTabSz="1828434" rtl="0" eaLnBrk="1" latinLnBrk="0" hangingPunct="1">
              <a:defRPr sz="3600" kern="1200">
                <a:solidFill>
                  <a:schemeClr val="lt1"/>
                </a:solidFill>
                <a:latin typeface="+mn-lt"/>
                <a:ea typeface="+mn-ea"/>
                <a:cs typeface="+mn-cs"/>
              </a:defRPr>
            </a:lvl8pPr>
            <a:lvl9pPr marL="7313737" algn="l" defTabSz="1828434" rtl="0" eaLnBrk="1" latinLnBrk="0" hangingPunct="1">
              <a:defRPr sz="3600" kern="1200">
                <a:solidFill>
                  <a:schemeClr val="lt1"/>
                </a:solidFill>
                <a:latin typeface="+mn-lt"/>
                <a:ea typeface="+mn-ea"/>
                <a:cs typeface="+mn-cs"/>
              </a:defRPr>
            </a:lvl9pPr>
          </a:lstStyle>
          <a:p>
            <a:pPr algn="ctr" defTabSz="1371326"/>
            <a:endParaRPr kumimoji="0" lang="en-US" sz="2400" kern="0">
              <a:solidFill>
                <a:srgbClr val="FFFFFF"/>
              </a:solidFill>
              <a:latin typeface="Meiryo UI" panose="020B0604030504040204" pitchFamily="50" charset="-128"/>
              <a:ea typeface="Meiryo UI" panose="020B0604030504040204" pitchFamily="50" charset="-128"/>
            </a:endParaRPr>
          </a:p>
        </p:txBody>
      </p:sp>
      <p:sp>
        <p:nvSpPr>
          <p:cNvPr id="7" name="Rectangle 389">
            <a:extLst>
              <a:ext uri="{FF2B5EF4-FFF2-40B4-BE49-F238E27FC236}">
                <a16:creationId xmlns:a16="http://schemas.microsoft.com/office/drawing/2014/main" id="{F562D117-6239-A969-C121-F2B6E53955A1}"/>
              </a:ext>
            </a:extLst>
          </p:cNvPr>
          <p:cNvSpPr/>
          <p:nvPr/>
        </p:nvSpPr>
        <p:spPr>
          <a:xfrm>
            <a:off x="361125" y="1394170"/>
            <a:ext cx="2160000" cy="146547"/>
          </a:xfrm>
          <a:prstGeom prst="rect">
            <a:avLst/>
          </a:prstGeom>
        </p:spPr>
        <p:txBody>
          <a:bodyPr wrap="none" lIns="0" tIns="0" rIns="0" bIns="0" anchor="ctr">
            <a:noAutofit/>
          </a:bodyPr>
          <a:lstStyle/>
          <a:p>
            <a:pPr defTabSz="685800">
              <a:defRPr/>
            </a:pPr>
            <a:r>
              <a:rPr kumimoji="0" lang="ja-JP" altLang="en-US" sz="975" b="1">
                <a:latin typeface="Meiryo UI" panose="020B0604030504040204" pitchFamily="50" charset="-128"/>
                <a:ea typeface="Meiryo UI" panose="020B0604030504040204" pitchFamily="50" charset="-128"/>
              </a:rPr>
              <a:t>貴行へのご支援実績</a:t>
            </a:r>
            <a:endParaRPr kumimoji="0" lang="en-US" altLang="ja-JP" sz="975" b="1">
              <a:latin typeface="Meiryo UI" panose="020B0604030504040204" pitchFamily="50" charset="-128"/>
              <a:ea typeface="Meiryo UI" panose="020B0604030504040204" pitchFamily="50" charset="-128"/>
            </a:endParaRPr>
          </a:p>
        </p:txBody>
      </p:sp>
      <p:grpSp>
        <p:nvGrpSpPr>
          <p:cNvPr id="308" name="グループ化 307">
            <a:extLst>
              <a:ext uri="{FF2B5EF4-FFF2-40B4-BE49-F238E27FC236}">
                <a16:creationId xmlns:a16="http://schemas.microsoft.com/office/drawing/2014/main" id="{6699006B-E7FA-FBFE-D5EB-9F7FB2C083C8}"/>
              </a:ext>
            </a:extLst>
          </p:cNvPr>
          <p:cNvGrpSpPr/>
          <p:nvPr/>
        </p:nvGrpSpPr>
        <p:grpSpPr>
          <a:xfrm>
            <a:off x="6578709" y="1426622"/>
            <a:ext cx="2190064" cy="108000"/>
            <a:chOff x="805419" y="6486989"/>
            <a:chExt cx="2920085" cy="144000"/>
          </a:xfrm>
        </p:grpSpPr>
        <p:grpSp>
          <p:nvGrpSpPr>
            <p:cNvPr id="309" name="グループ化 308">
              <a:extLst>
                <a:ext uri="{FF2B5EF4-FFF2-40B4-BE49-F238E27FC236}">
                  <a16:creationId xmlns:a16="http://schemas.microsoft.com/office/drawing/2014/main" id="{495183C5-9058-1905-C7A1-E66351C41268}"/>
                </a:ext>
              </a:extLst>
            </p:cNvPr>
            <p:cNvGrpSpPr/>
            <p:nvPr/>
          </p:nvGrpSpPr>
          <p:grpSpPr>
            <a:xfrm>
              <a:off x="1543707" y="6486989"/>
              <a:ext cx="954175" cy="144000"/>
              <a:chOff x="4413854" y="6474586"/>
              <a:chExt cx="954175" cy="144000"/>
            </a:xfrm>
          </p:grpSpPr>
          <p:sp>
            <p:nvSpPr>
              <p:cNvPr id="317" name="Oval 401">
                <a:extLst>
                  <a:ext uri="{FF2B5EF4-FFF2-40B4-BE49-F238E27FC236}">
                    <a16:creationId xmlns:a16="http://schemas.microsoft.com/office/drawing/2014/main" id="{7E9DF9F7-CBDD-F08C-A2FE-3A65B4DFFEF2}"/>
                  </a:ext>
                </a:extLst>
              </p:cNvPr>
              <p:cNvSpPr/>
              <p:nvPr/>
            </p:nvSpPr>
            <p:spPr>
              <a:xfrm>
                <a:off x="4413854" y="6504490"/>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675" err="1">
                  <a:solidFill>
                    <a:srgbClr val="FFFFFF"/>
                  </a:solidFill>
                  <a:latin typeface="Meiryo UI" panose="020B0604030504040204" pitchFamily="50" charset="-128"/>
                  <a:ea typeface="Meiryo UI" panose="020B0604030504040204" pitchFamily="50" charset="-128"/>
                </a:endParaRPr>
              </a:p>
            </p:txBody>
          </p:sp>
          <p:sp>
            <p:nvSpPr>
              <p:cNvPr id="318" name="Rectangle 389">
                <a:extLst>
                  <a:ext uri="{FF2B5EF4-FFF2-40B4-BE49-F238E27FC236}">
                    <a16:creationId xmlns:a16="http://schemas.microsoft.com/office/drawing/2014/main" id="{C5CAC195-F9D7-8368-63B1-26AAAF7958AB}"/>
                  </a:ext>
                </a:extLst>
              </p:cNvPr>
              <p:cNvSpPr/>
              <p:nvPr/>
            </p:nvSpPr>
            <p:spPr>
              <a:xfrm>
                <a:off x="4504029" y="6474586"/>
                <a:ext cx="864000" cy="144000"/>
              </a:xfrm>
              <a:prstGeom prst="rect">
                <a:avLst/>
              </a:prstGeom>
            </p:spPr>
            <p:txBody>
              <a:bodyPr wrap="none" lIns="0" tIns="0" rIns="0" bIns="0" anchor="ctr">
                <a:noAutofit/>
              </a:bodyPr>
              <a:lstStyle/>
              <a:p>
                <a:pPr defTabSz="685800">
                  <a:defRPr/>
                </a:pPr>
                <a:r>
                  <a:rPr kumimoji="0" lang="ja-JP" altLang="en-US" sz="525">
                    <a:solidFill>
                      <a:srgbClr val="000000"/>
                    </a:solidFill>
                    <a:latin typeface="Meiryo UI" panose="020B0604030504040204" pitchFamily="50" charset="-128"/>
                    <a:ea typeface="Meiryo UI" panose="020B0604030504040204" pitchFamily="50" charset="-128"/>
                  </a:rPr>
                  <a:t>ビジネスコンサルティング</a:t>
                </a:r>
                <a:endParaRPr kumimoji="0" lang="en-US" sz="375">
                  <a:solidFill>
                    <a:srgbClr val="000000"/>
                  </a:solidFill>
                  <a:latin typeface="Meiryo UI" panose="020B0604030504040204" pitchFamily="50" charset="-128"/>
                  <a:ea typeface="Meiryo UI" panose="020B0604030504040204" pitchFamily="50" charset="-128"/>
                </a:endParaRPr>
              </a:p>
            </p:txBody>
          </p:sp>
        </p:grpSp>
        <p:grpSp>
          <p:nvGrpSpPr>
            <p:cNvPr id="310" name="グループ化 309">
              <a:extLst>
                <a:ext uri="{FF2B5EF4-FFF2-40B4-BE49-F238E27FC236}">
                  <a16:creationId xmlns:a16="http://schemas.microsoft.com/office/drawing/2014/main" id="{EB4EDBB4-3C9E-B899-2924-174DA6CF9AEC}"/>
                </a:ext>
              </a:extLst>
            </p:cNvPr>
            <p:cNvGrpSpPr/>
            <p:nvPr/>
          </p:nvGrpSpPr>
          <p:grpSpPr>
            <a:xfrm>
              <a:off x="2545040" y="6486989"/>
              <a:ext cx="630175" cy="144000"/>
              <a:chOff x="4413854" y="6474586"/>
              <a:chExt cx="630175" cy="144000"/>
            </a:xfrm>
          </p:grpSpPr>
          <p:sp>
            <p:nvSpPr>
              <p:cNvPr id="315" name="Oval 401">
                <a:extLst>
                  <a:ext uri="{FF2B5EF4-FFF2-40B4-BE49-F238E27FC236}">
                    <a16:creationId xmlns:a16="http://schemas.microsoft.com/office/drawing/2014/main" id="{A23A54B9-6C49-43A3-8BC2-36982FC66BB4}"/>
                  </a:ext>
                </a:extLst>
              </p:cNvPr>
              <p:cNvSpPr/>
              <p:nvPr/>
            </p:nvSpPr>
            <p:spPr>
              <a:xfrm>
                <a:off x="4413854" y="6504490"/>
                <a:ext cx="72000" cy="7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675" err="1">
                  <a:solidFill>
                    <a:srgbClr val="FFFFFF"/>
                  </a:solidFill>
                  <a:latin typeface="Meiryo UI" panose="020B0604030504040204" pitchFamily="50" charset="-128"/>
                  <a:ea typeface="Meiryo UI" panose="020B0604030504040204" pitchFamily="50" charset="-128"/>
                </a:endParaRPr>
              </a:p>
            </p:txBody>
          </p:sp>
          <p:sp>
            <p:nvSpPr>
              <p:cNvPr id="316" name="Rectangle 389">
                <a:extLst>
                  <a:ext uri="{FF2B5EF4-FFF2-40B4-BE49-F238E27FC236}">
                    <a16:creationId xmlns:a16="http://schemas.microsoft.com/office/drawing/2014/main" id="{04781818-0CD5-4666-2F65-747836E81820}"/>
                  </a:ext>
                </a:extLst>
              </p:cNvPr>
              <p:cNvSpPr/>
              <p:nvPr/>
            </p:nvSpPr>
            <p:spPr>
              <a:xfrm>
                <a:off x="4504029" y="6474586"/>
                <a:ext cx="540000" cy="144000"/>
              </a:xfrm>
              <a:prstGeom prst="rect">
                <a:avLst/>
              </a:prstGeom>
            </p:spPr>
            <p:txBody>
              <a:bodyPr wrap="none" lIns="0" tIns="0" rIns="0" bIns="0" anchor="ctr">
                <a:noAutofit/>
              </a:bodyPr>
              <a:lstStyle/>
              <a:p>
                <a:pPr defTabSz="685800">
                  <a:defRPr/>
                </a:pPr>
                <a:r>
                  <a:rPr kumimoji="0" lang="ja-JP" altLang="en-US" sz="525">
                    <a:solidFill>
                      <a:srgbClr val="000000"/>
                    </a:solidFill>
                    <a:latin typeface="Meiryo UI" panose="020B0604030504040204" pitchFamily="50" charset="-128"/>
                    <a:ea typeface="Meiryo UI" panose="020B0604030504040204" pitchFamily="50" charset="-128"/>
                  </a:rPr>
                  <a:t>テクノロジー</a:t>
                </a:r>
                <a:endParaRPr kumimoji="0" lang="en-US" sz="375">
                  <a:solidFill>
                    <a:srgbClr val="000000"/>
                  </a:solidFill>
                  <a:latin typeface="Meiryo UI" panose="020B0604030504040204" pitchFamily="50" charset="-128"/>
                  <a:ea typeface="Meiryo UI" panose="020B0604030504040204" pitchFamily="50" charset="-128"/>
                </a:endParaRPr>
              </a:p>
            </p:txBody>
          </p:sp>
        </p:grpSp>
        <p:grpSp>
          <p:nvGrpSpPr>
            <p:cNvPr id="311" name="グループ化 310">
              <a:extLst>
                <a:ext uri="{FF2B5EF4-FFF2-40B4-BE49-F238E27FC236}">
                  <a16:creationId xmlns:a16="http://schemas.microsoft.com/office/drawing/2014/main" id="{1322CF4C-D3C5-E0C3-5CB4-503977FE35EB}"/>
                </a:ext>
              </a:extLst>
            </p:cNvPr>
            <p:cNvGrpSpPr/>
            <p:nvPr/>
          </p:nvGrpSpPr>
          <p:grpSpPr>
            <a:xfrm>
              <a:off x="3131329" y="6486989"/>
              <a:ext cx="594175" cy="144000"/>
              <a:chOff x="4413854" y="6474586"/>
              <a:chExt cx="594175" cy="144000"/>
            </a:xfrm>
          </p:grpSpPr>
          <p:sp>
            <p:nvSpPr>
              <p:cNvPr id="313" name="Oval 401">
                <a:extLst>
                  <a:ext uri="{FF2B5EF4-FFF2-40B4-BE49-F238E27FC236}">
                    <a16:creationId xmlns:a16="http://schemas.microsoft.com/office/drawing/2014/main" id="{A4436024-14D3-D313-CBEF-D2298929F81A}"/>
                  </a:ext>
                </a:extLst>
              </p:cNvPr>
              <p:cNvSpPr/>
              <p:nvPr/>
            </p:nvSpPr>
            <p:spPr>
              <a:xfrm>
                <a:off x="4413854" y="6504490"/>
                <a:ext cx="72000" cy="72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675" err="1">
                  <a:solidFill>
                    <a:srgbClr val="FFFFFF"/>
                  </a:solidFill>
                  <a:latin typeface="Meiryo UI" panose="020B0604030504040204" pitchFamily="50" charset="-128"/>
                  <a:ea typeface="Meiryo UI" panose="020B0604030504040204" pitchFamily="50" charset="-128"/>
                </a:endParaRPr>
              </a:p>
            </p:txBody>
          </p:sp>
          <p:sp>
            <p:nvSpPr>
              <p:cNvPr id="314" name="Rectangle 389">
                <a:extLst>
                  <a:ext uri="{FF2B5EF4-FFF2-40B4-BE49-F238E27FC236}">
                    <a16:creationId xmlns:a16="http://schemas.microsoft.com/office/drawing/2014/main" id="{1F84FF1F-F06D-B8DF-8323-0A900A6E0257}"/>
                  </a:ext>
                </a:extLst>
              </p:cNvPr>
              <p:cNvSpPr/>
              <p:nvPr/>
            </p:nvSpPr>
            <p:spPr>
              <a:xfrm>
                <a:off x="4504029" y="6474586"/>
                <a:ext cx="504000" cy="144000"/>
              </a:xfrm>
              <a:prstGeom prst="rect">
                <a:avLst/>
              </a:prstGeom>
            </p:spPr>
            <p:txBody>
              <a:bodyPr wrap="none" lIns="0" tIns="0" rIns="0" bIns="0" anchor="ctr">
                <a:noAutofit/>
              </a:bodyPr>
              <a:lstStyle/>
              <a:p>
                <a:pPr defTabSz="685800">
                  <a:defRPr/>
                </a:pPr>
                <a:r>
                  <a:rPr kumimoji="0" lang="ja-JP" altLang="en-US" sz="525">
                    <a:solidFill>
                      <a:srgbClr val="000000"/>
                    </a:solidFill>
                    <a:latin typeface="Meiryo UI" panose="020B0604030504040204" pitchFamily="50" charset="-128"/>
                    <a:ea typeface="Meiryo UI" panose="020B0604030504040204" pitchFamily="50" charset="-128"/>
                  </a:rPr>
                  <a:t>オペレーション</a:t>
                </a:r>
                <a:endParaRPr kumimoji="0" lang="en-US" sz="375">
                  <a:solidFill>
                    <a:srgbClr val="000000"/>
                  </a:solidFill>
                  <a:latin typeface="Meiryo UI" panose="020B0604030504040204" pitchFamily="50" charset="-128"/>
                  <a:ea typeface="Meiryo UI" panose="020B0604030504040204" pitchFamily="50" charset="-128"/>
                </a:endParaRPr>
              </a:p>
            </p:txBody>
          </p:sp>
        </p:grpSp>
        <p:sp>
          <p:nvSpPr>
            <p:cNvPr id="312" name="Rectangle 389">
              <a:extLst>
                <a:ext uri="{FF2B5EF4-FFF2-40B4-BE49-F238E27FC236}">
                  <a16:creationId xmlns:a16="http://schemas.microsoft.com/office/drawing/2014/main" id="{6FD5C208-2B6C-2274-6429-DD6F9AFB238C}"/>
                </a:ext>
              </a:extLst>
            </p:cNvPr>
            <p:cNvSpPr/>
            <p:nvPr/>
          </p:nvSpPr>
          <p:spPr>
            <a:xfrm>
              <a:off x="805419" y="6486989"/>
              <a:ext cx="720000" cy="144000"/>
            </a:xfrm>
            <a:prstGeom prst="rect">
              <a:avLst/>
            </a:prstGeom>
          </p:spPr>
          <p:txBody>
            <a:bodyPr wrap="none" lIns="0" tIns="0" rIns="0" bIns="0" anchor="ctr">
              <a:noAutofit/>
            </a:bodyPr>
            <a:lstStyle/>
            <a:p>
              <a:pPr defTabSz="685800">
                <a:defRPr/>
              </a:pPr>
              <a:r>
                <a:rPr kumimoji="0" lang="ja-JP" altLang="en-US" sz="525">
                  <a:solidFill>
                    <a:srgbClr val="000000"/>
                  </a:solidFill>
                  <a:latin typeface="Meiryo UI" panose="020B0604030504040204" pitchFamily="50" charset="-128"/>
                  <a:ea typeface="Meiryo UI" panose="020B0604030504040204" pitchFamily="50" charset="-128"/>
                </a:rPr>
                <a:t>サービス提供種類</a:t>
              </a:r>
              <a:r>
                <a:rPr kumimoji="0" lang="en-US" sz="525">
                  <a:solidFill>
                    <a:srgbClr val="000000"/>
                  </a:solidFill>
                  <a:latin typeface="Meiryo UI" panose="020B0604030504040204" pitchFamily="50" charset="-128"/>
                  <a:ea typeface="Meiryo UI" panose="020B0604030504040204" pitchFamily="50" charset="-128"/>
                </a:rPr>
                <a:t>:</a:t>
              </a:r>
              <a:endParaRPr kumimoji="0" lang="en-US" sz="375">
                <a:solidFill>
                  <a:srgbClr val="000000"/>
                </a:solidFill>
                <a:latin typeface="Meiryo UI" panose="020B0604030504040204" pitchFamily="50" charset="-128"/>
                <a:ea typeface="Meiryo UI" panose="020B0604030504040204" pitchFamily="50" charset="-128"/>
              </a:endParaRPr>
            </a:p>
          </p:txBody>
        </p:sp>
      </p:grpSp>
      <p:sp>
        <p:nvSpPr>
          <p:cNvPr id="123" name="Rectangle 389">
            <a:extLst>
              <a:ext uri="{FF2B5EF4-FFF2-40B4-BE49-F238E27FC236}">
                <a16:creationId xmlns:a16="http://schemas.microsoft.com/office/drawing/2014/main" id="{3C722E89-7C03-F489-887C-2D51D6E04C33}"/>
              </a:ext>
            </a:extLst>
          </p:cNvPr>
          <p:cNvSpPr/>
          <p:nvPr/>
        </p:nvSpPr>
        <p:spPr>
          <a:xfrm>
            <a:off x="437324" y="1762226"/>
            <a:ext cx="1080000" cy="117773"/>
          </a:xfrm>
          <a:prstGeom prst="rect">
            <a:avLst/>
          </a:prstGeom>
        </p:spPr>
        <p:txBody>
          <a:bodyPr wrap="none" lIns="0" tIns="0" rIns="0" bIns="0" anchor="ctr">
            <a:noAutofit/>
          </a:bodyPr>
          <a:lstStyle/>
          <a:p>
            <a:pPr defTabSz="685800">
              <a:defRPr/>
            </a:pPr>
            <a:r>
              <a:rPr kumimoji="0" lang="ja-JP" altLang="en-US" sz="825" b="1">
                <a:solidFill>
                  <a:srgbClr val="C00000"/>
                </a:solidFill>
                <a:latin typeface="Meiryo UI" panose="020B0604030504040204" pitchFamily="50" charset="-128"/>
                <a:ea typeface="Meiryo UI" panose="020B0604030504040204" pitchFamily="50" charset="-128"/>
              </a:rPr>
              <a:t>現在ご支援中案件</a:t>
            </a:r>
            <a:endParaRPr kumimoji="0" lang="en-US" sz="825" b="1">
              <a:solidFill>
                <a:srgbClr val="C00000"/>
              </a:solidFill>
              <a:latin typeface="Meiryo UI" panose="020B0604030504040204" pitchFamily="50" charset="-128"/>
              <a:ea typeface="Meiryo UI" panose="020B0604030504040204" pitchFamily="50" charset="-128"/>
            </a:endParaRPr>
          </a:p>
        </p:txBody>
      </p:sp>
      <p:sp>
        <p:nvSpPr>
          <p:cNvPr id="124" name="Rectangle 389">
            <a:extLst>
              <a:ext uri="{FF2B5EF4-FFF2-40B4-BE49-F238E27FC236}">
                <a16:creationId xmlns:a16="http://schemas.microsoft.com/office/drawing/2014/main" id="{90DB669E-5BB1-7D4E-FC66-97490EB605ED}"/>
              </a:ext>
            </a:extLst>
          </p:cNvPr>
          <p:cNvSpPr/>
          <p:nvPr/>
        </p:nvSpPr>
        <p:spPr>
          <a:xfrm>
            <a:off x="2723836" y="2227423"/>
            <a:ext cx="1080000" cy="117773"/>
          </a:xfrm>
          <a:prstGeom prst="rect">
            <a:avLst/>
          </a:prstGeom>
        </p:spPr>
        <p:txBody>
          <a:bodyPr wrap="none" lIns="0" tIns="0" rIns="0" bIns="0" anchor="ctr">
            <a:noAutofit/>
          </a:bodyPr>
          <a:lstStyle/>
          <a:p>
            <a:pPr defTabSz="685800">
              <a:defRPr/>
            </a:pPr>
            <a:r>
              <a:rPr kumimoji="0" lang="ja-JP" altLang="en-US" sz="788" b="1">
                <a:solidFill>
                  <a:srgbClr val="000000"/>
                </a:solidFill>
                <a:latin typeface="Meiryo UI" panose="020B0604030504040204" pitchFamily="50" charset="-128"/>
                <a:ea typeface="Meiryo UI" panose="020B0604030504040204" pitchFamily="50" charset="-128"/>
              </a:rPr>
              <a:t>システム</a:t>
            </a:r>
            <a:endParaRPr kumimoji="0" lang="en-US" sz="788" b="1">
              <a:solidFill>
                <a:srgbClr val="000000"/>
              </a:solidFill>
              <a:latin typeface="Meiryo UI" panose="020B0604030504040204" pitchFamily="50" charset="-128"/>
              <a:ea typeface="Meiryo UI" panose="020B0604030504040204" pitchFamily="50" charset="-128"/>
            </a:endParaRPr>
          </a:p>
        </p:txBody>
      </p:sp>
      <p:sp>
        <p:nvSpPr>
          <p:cNvPr id="125" name="Rectangle 389">
            <a:extLst>
              <a:ext uri="{FF2B5EF4-FFF2-40B4-BE49-F238E27FC236}">
                <a16:creationId xmlns:a16="http://schemas.microsoft.com/office/drawing/2014/main" id="{F9D77CBE-88E3-3ED6-ABCC-407F601B9BBD}"/>
              </a:ext>
            </a:extLst>
          </p:cNvPr>
          <p:cNvSpPr/>
          <p:nvPr/>
        </p:nvSpPr>
        <p:spPr>
          <a:xfrm>
            <a:off x="514303" y="2630217"/>
            <a:ext cx="1080000" cy="117773"/>
          </a:xfrm>
          <a:prstGeom prst="rect">
            <a:avLst/>
          </a:prstGeom>
        </p:spPr>
        <p:txBody>
          <a:bodyPr wrap="none" lIns="0" tIns="0" rIns="0" bIns="0" anchor="ctr">
            <a:noAutofit/>
          </a:bodyPr>
          <a:lstStyle/>
          <a:p>
            <a:pPr defTabSz="685800">
              <a:defRPr/>
            </a:pPr>
            <a:r>
              <a:rPr kumimoji="0" lang="ja-JP" altLang="en-US" sz="788" b="1">
                <a:solidFill>
                  <a:srgbClr val="000000"/>
                </a:solidFill>
                <a:latin typeface="Meiryo UI" panose="020B0604030504040204" pitchFamily="50" charset="-128"/>
                <a:ea typeface="Meiryo UI" panose="020B0604030504040204" pitchFamily="50" charset="-128"/>
              </a:rPr>
              <a:t>法人・リテール</a:t>
            </a:r>
            <a:endParaRPr kumimoji="0" lang="en-US" sz="788" b="1">
              <a:solidFill>
                <a:srgbClr val="000000"/>
              </a:solidFill>
              <a:latin typeface="Meiryo UI" panose="020B0604030504040204" pitchFamily="50" charset="-128"/>
              <a:ea typeface="Meiryo UI" panose="020B0604030504040204" pitchFamily="50" charset="-128"/>
            </a:endParaRPr>
          </a:p>
        </p:txBody>
      </p:sp>
      <p:sp>
        <p:nvSpPr>
          <p:cNvPr id="126" name="Oval 401">
            <a:extLst>
              <a:ext uri="{FF2B5EF4-FFF2-40B4-BE49-F238E27FC236}">
                <a16:creationId xmlns:a16="http://schemas.microsoft.com/office/drawing/2014/main" id="{FA626801-6224-2DC5-65EB-56CC280E8DC0}"/>
              </a:ext>
            </a:extLst>
          </p:cNvPr>
          <p:cNvSpPr/>
          <p:nvPr/>
        </p:nvSpPr>
        <p:spPr>
          <a:xfrm>
            <a:off x="650189" y="2772372"/>
            <a:ext cx="81000" cy="8833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127" name="Rectangle 389">
            <a:extLst>
              <a:ext uri="{FF2B5EF4-FFF2-40B4-BE49-F238E27FC236}">
                <a16:creationId xmlns:a16="http://schemas.microsoft.com/office/drawing/2014/main" id="{4A488F42-5D7D-37E6-5CB2-9800B8E7D967}"/>
              </a:ext>
            </a:extLst>
          </p:cNvPr>
          <p:cNvSpPr/>
          <p:nvPr/>
        </p:nvSpPr>
        <p:spPr>
          <a:xfrm>
            <a:off x="782156" y="2757650"/>
            <a:ext cx="1890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ウェルスマネジメントデジタルプラットフォーム構築</a:t>
            </a:r>
          </a:p>
        </p:txBody>
      </p:sp>
      <p:sp>
        <p:nvSpPr>
          <p:cNvPr id="192" name="Oval 401">
            <a:extLst>
              <a:ext uri="{FF2B5EF4-FFF2-40B4-BE49-F238E27FC236}">
                <a16:creationId xmlns:a16="http://schemas.microsoft.com/office/drawing/2014/main" id="{640375AB-26D2-5459-E61C-4E44F14E6221}"/>
              </a:ext>
            </a:extLst>
          </p:cNvPr>
          <p:cNvSpPr/>
          <p:nvPr/>
        </p:nvSpPr>
        <p:spPr>
          <a:xfrm>
            <a:off x="543178" y="2772372"/>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193" name="Oval 401">
            <a:extLst>
              <a:ext uri="{FF2B5EF4-FFF2-40B4-BE49-F238E27FC236}">
                <a16:creationId xmlns:a16="http://schemas.microsoft.com/office/drawing/2014/main" id="{00818D83-8C3C-202A-81E8-D0295A69F154}"/>
              </a:ext>
            </a:extLst>
          </p:cNvPr>
          <p:cNvSpPr/>
          <p:nvPr/>
        </p:nvSpPr>
        <p:spPr>
          <a:xfrm>
            <a:off x="6812880" y="3908400"/>
            <a:ext cx="81000" cy="8833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194" name="Rectangle 389">
            <a:extLst>
              <a:ext uri="{FF2B5EF4-FFF2-40B4-BE49-F238E27FC236}">
                <a16:creationId xmlns:a16="http://schemas.microsoft.com/office/drawing/2014/main" id="{F9652CA5-EBAA-F464-CAC4-424D634CD53B}"/>
              </a:ext>
            </a:extLst>
          </p:cNvPr>
          <p:cNvSpPr/>
          <p:nvPr/>
        </p:nvSpPr>
        <p:spPr>
          <a:xfrm>
            <a:off x="6930988" y="3877067"/>
            <a:ext cx="1890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法人契約電子化（</a:t>
            </a:r>
            <a:r>
              <a:rPr kumimoji="0" lang="en-US" altLang="ja-JP" sz="788">
                <a:solidFill>
                  <a:srgbClr val="000000"/>
                </a:solidFill>
                <a:latin typeface="Meiryo UI" panose="020B0604030504040204" pitchFamily="50" charset="-128"/>
                <a:ea typeface="Meiryo UI" panose="020B0604030504040204" pitchFamily="50" charset="-128"/>
              </a:rPr>
              <a:t>DocuSign</a:t>
            </a:r>
            <a:r>
              <a:rPr kumimoji="0" lang="ja-JP" altLang="en-US" sz="788">
                <a:solidFill>
                  <a:srgbClr val="000000"/>
                </a:solidFill>
                <a:latin typeface="Meiryo UI" panose="020B0604030504040204" pitchFamily="50" charset="-128"/>
                <a:ea typeface="Meiryo UI" panose="020B0604030504040204" pitchFamily="50" charset="-128"/>
              </a:rPr>
              <a:t>）</a:t>
            </a:r>
            <a:endParaRPr kumimoji="0" lang="en-US" altLang="ja-JP" sz="788">
              <a:solidFill>
                <a:srgbClr val="000000"/>
              </a:solidFill>
              <a:latin typeface="Meiryo UI" panose="020B0604030504040204" pitchFamily="50" charset="-128"/>
              <a:ea typeface="Meiryo UI" panose="020B0604030504040204" pitchFamily="50" charset="-128"/>
            </a:endParaRPr>
          </a:p>
        </p:txBody>
      </p:sp>
      <p:sp>
        <p:nvSpPr>
          <p:cNvPr id="195" name="Oval 401">
            <a:extLst>
              <a:ext uri="{FF2B5EF4-FFF2-40B4-BE49-F238E27FC236}">
                <a16:creationId xmlns:a16="http://schemas.microsoft.com/office/drawing/2014/main" id="{61297667-A15C-124D-14B1-BD4406009344}"/>
              </a:ext>
            </a:extLst>
          </p:cNvPr>
          <p:cNvSpPr/>
          <p:nvPr/>
        </p:nvSpPr>
        <p:spPr>
          <a:xfrm>
            <a:off x="4702307" y="3448720"/>
            <a:ext cx="81000" cy="8833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196" name="Rectangle 389">
            <a:extLst>
              <a:ext uri="{FF2B5EF4-FFF2-40B4-BE49-F238E27FC236}">
                <a16:creationId xmlns:a16="http://schemas.microsoft.com/office/drawing/2014/main" id="{26C28945-74CC-1F1F-93A8-4D03BECE3E11}"/>
              </a:ext>
            </a:extLst>
          </p:cNvPr>
          <p:cNvSpPr/>
          <p:nvPr/>
        </p:nvSpPr>
        <p:spPr>
          <a:xfrm>
            <a:off x="4825786" y="3433998"/>
            <a:ext cx="1718182"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海外事務集中プロジェクト　</a:t>
            </a:r>
          </a:p>
        </p:txBody>
      </p:sp>
      <p:sp>
        <p:nvSpPr>
          <p:cNvPr id="197" name="Rectangle 389">
            <a:extLst>
              <a:ext uri="{FF2B5EF4-FFF2-40B4-BE49-F238E27FC236}">
                <a16:creationId xmlns:a16="http://schemas.microsoft.com/office/drawing/2014/main" id="{B76213F0-BDCC-2DA4-BCC4-82D1C42E897F}"/>
              </a:ext>
            </a:extLst>
          </p:cNvPr>
          <p:cNvSpPr/>
          <p:nvPr/>
        </p:nvSpPr>
        <p:spPr>
          <a:xfrm>
            <a:off x="4672666" y="2849517"/>
            <a:ext cx="981818" cy="117773"/>
          </a:xfrm>
          <a:prstGeom prst="rect">
            <a:avLst/>
          </a:prstGeom>
        </p:spPr>
        <p:txBody>
          <a:bodyPr wrap="none" lIns="0" tIns="0" rIns="0" bIns="0" anchor="ctr">
            <a:noAutofit/>
          </a:bodyPr>
          <a:lstStyle/>
          <a:p>
            <a:pPr defTabSz="685800">
              <a:defRPr/>
            </a:pPr>
            <a:r>
              <a:rPr kumimoji="0" lang="ja-JP" altLang="en-US" sz="788" b="1">
                <a:solidFill>
                  <a:srgbClr val="000000"/>
                </a:solidFill>
                <a:latin typeface="Meiryo UI" panose="020B0604030504040204" pitchFamily="50" charset="-128"/>
                <a:ea typeface="Meiryo UI" panose="020B0604030504040204" pitchFamily="50" charset="-128"/>
              </a:rPr>
              <a:t>コーポレートバンキング・国際業務</a:t>
            </a:r>
            <a:endParaRPr kumimoji="0" lang="en-US" sz="788" b="1">
              <a:solidFill>
                <a:srgbClr val="000000"/>
              </a:solidFill>
              <a:latin typeface="Meiryo UI" panose="020B0604030504040204" pitchFamily="50" charset="-128"/>
              <a:ea typeface="Meiryo UI" panose="020B0604030504040204" pitchFamily="50" charset="-128"/>
            </a:endParaRPr>
          </a:p>
        </p:txBody>
      </p:sp>
      <p:sp>
        <p:nvSpPr>
          <p:cNvPr id="198" name="Oval 401">
            <a:extLst>
              <a:ext uri="{FF2B5EF4-FFF2-40B4-BE49-F238E27FC236}">
                <a16:creationId xmlns:a16="http://schemas.microsoft.com/office/drawing/2014/main" id="{A0CBE0F3-707F-9723-EBD8-F5A7C9E6ED32}"/>
              </a:ext>
            </a:extLst>
          </p:cNvPr>
          <p:cNvSpPr/>
          <p:nvPr/>
        </p:nvSpPr>
        <p:spPr>
          <a:xfrm>
            <a:off x="6812880" y="2376723"/>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199" name="Rectangle 389">
            <a:extLst>
              <a:ext uri="{FF2B5EF4-FFF2-40B4-BE49-F238E27FC236}">
                <a16:creationId xmlns:a16="http://schemas.microsoft.com/office/drawing/2014/main" id="{6177845E-47C7-3928-0A67-F53B5D528E0D}"/>
              </a:ext>
            </a:extLst>
          </p:cNvPr>
          <p:cNvSpPr/>
          <p:nvPr/>
        </p:nvSpPr>
        <p:spPr>
          <a:xfrm>
            <a:off x="6928659" y="2362001"/>
            <a:ext cx="1701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財務企画部</a:t>
            </a:r>
            <a:r>
              <a:rPr kumimoji="0" lang="en-US" altLang="ja-JP" sz="788">
                <a:solidFill>
                  <a:srgbClr val="000000"/>
                </a:solidFill>
                <a:latin typeface="Meiryo UI" panose="020B0604030504040204" pitchFamily="50" charset="-128"/>
                <a:ea typeface="Meiryo UI" panose="020B0604030504040204" pitchFamily="50" charset="-128"/>
              </a:rPr>
              <a:t>BPR</a:t>
            </a:r>
          </a:p>
        </p:txBody>
      </p:sp>
      <p:sp>
        <p:nvSpPr>
          <p:cNvPr id="200" name="Rectangle 389">
            <a:extLst>
              <a:ext uri="{FF2B5EF4-FFF2-40B4-BE49-F238E27FC236}">
                <a16:creationId xmlns:a16="http://schemas.microsoft.com/office/drawing/2014/main" id="{CC1A3147-CF77-8748-6958-F64E5C91C45C}"/>
              </a:ext>
            </a:extLst>
          </p:cNvPr>
          <p:cNvSpPr/>
          <p:nvPr/>
        </p:nvSpPr>
        <p:spPr>
          <a:xfrm>
            <a:off x="6776783" y="2219563"/>
            <a:ext cx="981818" cy="117773"/>
          </a:xfrm>
          <a:prstGeom prst="rect">
            <a:avLst/>
          </a:prstGeom>
        </p:spPr>
        <p:txBody>
          <a:bodyPr wrap="none" lIns="0" tIns="0" rIns="0" bIns="0" anchor="ctr">
            <a:noAutofit/>
          </a:bodyPr>
          <a:lstStyle/>
          <a:p>
            <a:pPr defTabSz="685800">
              <a:defRPr/>
            </a:pPr>
            <a:r>
              <a:rPr kumimoji="0" lang="ja-JP" altLang="en-US" sz="788" b="1">
                <a:solidFill>
                  <a:srgbClr val="000000"/>
                </a:solidFill>
                <a:latin typeface="Meiryo UI" panose="020B0604030504040204" pitchFamily="50" charset="-128"/>
                <a:ea typeface="Meiryo UI" panose="020B0604030504040204" pitchFamily="50" charset="-128"/>
              </a:rPr>
              <a:t>財務・コンプライアンス・リスク</a:t>
            </a:r>
            <a:endParaRPr kumimoji="0" lang="en-US" sz="788" b="1">
              <a:solidFill>
                <a:srgbClr val="000000"/>
              </a:solidFill>
              <a:latin typeface="Meiryo UI" panose="020B0604030504040204" pitchFamily="50" charset="-128"/>
              <a:ea typeface="Meiryo UI" panose="020B0604030504040204" pitchFamily="50" charset="-128"/>
            </a:endParaRPr>
          </a:p>
        </p:txBody>
      </p:sp>
      <p:sp>
        <p:nvSpPr>
          <p:cNvPr id="201" name="Oval 401">
            <a:extLst>
              <a:ext uri="{FF2B5EF4-FFF2-40B4-BE49-F238E27FC236}">
                <a16:creationId xmlns:a16="http://schemas.microsoft.com/office/drawing/2014/main" id="{76D72504-B954-A512-B617-C42BD2DCBD8A}"/>
              </a:ext>
            </a:extLst>
          </p:cNvPr>
          <p:cNvSpPr/>
          <p:nvPr/>
        </p:nvSpPr>
        <p:spPr>
          <a:xfrm>
            <a:off x="6812880" y="2519452"/>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202" name="Rectangle 389">
            <a:extLst>
              <a:ext uri="{FF2B5EF4-FFF2-40B4-BE49-F238E27FC236}">
                <a16:creationId xmlns:a16="http://schemas.microsoft.com/office/drawing/2014/main" id="{67901102-1192-BC4E-7CEC-10EE3C35690C}"/>
              </a:ext>
            </a:extLst>
          </p:cNvPr>
          <p:cNvSpPr/>
          <p:nvPr/>
        </p:nvSpPr>
        <p:spPr>
          <a:xfrm>
            <a:off x="6928659" y="2504731"/>
            <a:ext cx="1701000" cy="117773"/>
          </a:xfrm>
          <a:prstGeom prst="rect">
            <a:avLst/>
          </a:prstGeom>
        </p:spPr>
        <p:txBody>
          <a:bodyPr wrap="none" lIns="0" tIns="0" rIns="0" bIns="0" anchor="ctr">
            <a:noAutofit/>
          </a:bodyPr>
          <a:lstStyle/>
          <a:p>
            <a:pPr defTabSz="685800">
              <a:defRPr/>
            </a:pPr>
            <a:r>
              <a:rPr kumimoji="0" lang="en-US" altLang="ja-JP" sz="788">
                <a:solidFill>
                  <a:srgbClr val="000000"/>
                </a:solidFill>
                <a:latin typeface="Meiryo UI" panose="020B0604030504040204" pitchFamily="50" charset="-128"/>
                <a:ea typeface="Meiryo UI" panose="020B0604030504040204" pitchFamily="50" charset="-128"/>
              </a:rPr>
              <a:t>AML</a:t>
            </a:r>
            <a:r>
              <a:rPr kumimoji="0" lang="ja-JP" altLang="en-US" sz="788">
                <a:solidFill>
                  <a:srgbClr val="000000"/>
                </a:solidFill>
                <a:latin typeface="Meiryo UI" panose="020B0604030504040204" pitchFamily="50" charset="-128"/>
                <a:ea typeface="Meiryo UI" panose="020B0604030504040204" pitchFamily="50" charset="-128"/>
              </a:rPr>
              <a:t>全行アセスメント対応</a:t>
            </a:r>
          </a:p>
        </p:txBody>
      </p:sp>
      <p:sp>
        <p:nvSpPr>
          <p:cNvPr id="203" name="Oval 401">
            <a:extLst>
              <a:ext uri="{FF2B5EF4-FFF2-40B4-BE49-F238E27FC236}">
                <a16:creationId xmlns:a16="http://schemas.microsoft.com/office/drawing/2014/main" id="{8CBA3A55-25D4-2E36-4A3E-24F95467F578}"/>
              </a:ext>
            </a:extLst>
          </p:cNvPr>
          <p:cNvSpPr/>
          <p:nvPr/>
        </p:nvSpPr>
        <p:spPr>
          <a:xfrm>
            <a:off x="6812880" y="2662182"/>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204" name="Rectangle 389">
            <a:extLst>
              <a:ext uri="{FF2B5EF4-FFF2-40B4-BE49-F238E27FC236}">
                <a16:creationId xmlns:a16="http://schemas.microsoft.com/office/drawing/2014/main" id="{CB13FB36-78C2-3D7B-8B46-C42F85B5C759}"/>
              </a:ext>
            </a:extLst>
          </p:cNvPr>
          <p:cNvSpPr/>
          <p:nvPr/>
        </p:nvSpPr>
        <p:spPr>
          <a:xfrm>
            <a:off x="6928659" y="2647461"/>
            <a:ext cx="1701000" cy="117773"/>
          </a:xfrm>
          <a:prstGeom prst="rect">
            <a:avLst/>
          </a:prstGeom>
        </p:spPr>
        <p:txBody>
          <a:bodyPr wrap="none" lIns="0" tIns="0" rIns="0" bIns="0" anchor="ctr">
            <a:noAutofit/>
          </a:bodyPr>
          <a:lstStyle/>
          <a:p>
            <a:pPr defTabSz="685800">
              <a:defRPr/>
            </a:pPr>
            <a:r>
              <a:rPr kumimoji="0" lang="en-US" altLang="ja-JP" sz="788">
                <a:solidFill>
                  <a:srgbClr val="000000"/>
                </a:solidFill>
                <a:latin typeface="Meiryo UI" panose="020B0604030504040204" pitchFamily="50" charset="-128"/>
                <a:ea typeface="Meiryo UI" panose="020B0604030504040204" pitchFamily="50" charset="-128"/>
              </a:rPr>
              <a:t>FCC</a:t>
            </a:r>
            <a:r>
              <a:rPr kumimoji="0" lang="ja-JP" altLang="en-US" sz="788">
                <a:solidFill>
                  <a:srgbClr val="000000"/>
                </a:solidFill>
                <a:latin typeface="Meiryo UI" panose="020B0604030504040204" pitchFamily="50" charset="-128"/>
                <a:ea typeface="Meiryo UI" panose="020B0604030504040204" pitchFamily="50" charset="-128"/>
              </a:rPr>
              <a:t>データガバナンスプロジェクト</a:t>
            </a:r>
          </a:p>
        </p:txBody>
      </p:sp>
      <p:sp>
        <p:nvSpPr>
          <p:cNvPr id="205" name="Oval 401">
            <a:extLst>
              <a:ext uri="{FF2B5EF4-FFF2-40B4-BE49-F238E27FC236}">
                <a16:creationId xmlns:a16="http://schemas.microsoft.com/office/drawing/2014/main" id="{246B44FB-544D-394E-BAF7-8E7942EE831F}"/>
              </a:ext>
            </a:extLst>
          </p:cNvPr>
          <p:cNvSpPr/>
          <p:nvPr/>
        </p:nvSpPr>
        <p:spPr>
          <a:xfrm>
            <a:off x="4702307" y="4048285"/>
            <a:ext cx="81000" cy="803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206" name="Rectangle 389">
            <a:extLst>
              <a:ext uri="{FF2B5EF4-FFF2-40B4-BE49-F238E27FC236}">
                <a16:creationId xmlns:a16="http://schemas.microsoft.com/office/drawing/2014/main" id="{59F8FD10-3F13-E1C0-D214-E3D9DADB2D6E}"/>
              </a:ext>
            </a:extLst>
          </p:cNvPr>
          <p:cNvSpPr/>
          <p:nvPr/>
        </p:nvSpPr>
        <p:spPr>
          <a:xfrm>
            <a:off x="4825786" y="4037303"/>
            <a:ext cx="1566000" cy="107066"/>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市場系</a:t>
            </a:r>
            <a:r>
              <a:rPr kumimoji="0" lang="en-US" altLang="ja-JP" sz="788">
                <a:solidFill>
                  <a:srgbClr val="000000"/>
                </a:solidFill>
                <a:latin typeface="Meiryo UI" panose="020B0604030504040204" pitchFamily="50" charset="-128"/>
                <a:ea typeface="Meiryo UI" panose="020B0604030504040204" pitchFamily="50" charset="-128"/>
              </a:rPr>
              <a:t>MiFID2</a:t>
            </a:r>
            <a:r>
              <a:rPr kumimoji="0" lang="ja-JP" altLang="en-US" sz="788">
                <a:solidFill>
                  <a:srgbClr val="000000"/>
                </a:solidFill>
                <a:latin typeface="Meiryo UI" panose="020B0604030504040204" pitchFamily="50" charset="-128"/>
                <a:ea typeface="Meiryo UI" panose="020B0604030504040204" pitchFamily="50" charset="-128"/>
              </a:rPr>
              <a:t>対応プロジェクト</a:t>
            </a:r>
          </a:p>
        </p:txBody>
      </p:sp>
      <p:sp>
        <p:nvSpPr>
          <p:cNvPr id="207" name="Rectangle 389">
            <a:extLst>
              <a:ext uri="{FF2B5EF4-FFF2-40B4-BE49-F238E27FC236}">
                <a16:creationId xmlns:a16="http://schemas.microsoft.com/office/drawing/2014/main" id="{DEA9268B-3507-3FE4-C1EB-76BBFB3A9BEF}"/>
              </a:ext>
            </a:extLst>
          </p:cNvPr>
          <p:cNvSpPr/>
          <p:nvPr/>
        </p:nvSpPr>
        <p:spPr>
          <a:xfrm>
            <a:off x="4669523" y="3749450"/>
            <a:ext cx="1080000" cy="107066"/>
          </a:xfrm>
          <a:prstGeom prst="rect">
            <a:avLst/>
          </a:prstGeom>
        </p:spPr>
        <p:txBody>
          <a:bodyPr wrap="none" lIns="0" tIns="0" rIns="0" bIns="0" anchor="ctr">
            <a:noAutofit/>
          </a:bodyPr>
          <a:lstStyle/>
          <a:p>
            <a:pPr defTabSz="685800">
              <a:defRPr/>
            </a:pPr>
            <a:r>
              <a:rPr kumimoji="0" lang="ja-JP" altLang="en-US" sz="788" b="1">
                <a:solidFill>
                  <a:srgbClr val="000000"/>
                </a:solidFill>
                <a:latin typeface="Meiryo UI" panose="020B0604030504040204" pitchFamily="50" charset="-128"/>
                <a:ea typeface="Meiryo UI" panose="020B0604030504040204" pitchFamily="50" charset="-128"/>
              </a:rPr>
              <a:t>市場</a:t>
            </a:r>
            <a:endParaRPr kumimoji="0" lang="en-US" sz="788" b="1">
              <a:solidFill>
                <a:srgbClr val="000000"/>
              </a:solidFill>
              <a:latin typeface="Meiryo UI" panose="020B0604030504040204" pitchFamily="50" charset="-128"/>
              <a:ea typeface="Meiryo UI" panose="020B0604030504040204" pitchFamily="50" charset="-128"/>
            </a:endParaRPr>
          </a:p>
        </p:txBody>
      </p:sp>
      <p:sp>
        <p:nvSpPr>
          <p:cNvPr id="208" name="Oval 401">
            <a:extLst>
              <a:ext uri="{FF2B5EF4-FFF2-40B4-BE49-F238E27FC236}">
                <a16:creationId xmlns:a16="http://schemas.microsoft.com/office/drawing/2014/main" id="{6417781B-9ECB-6F63-1D0B-09BE0C502F17}"/>
              </a:ext>
            </a:extLst>
          </p:cNvPr>
          <p:cNvSpPr/>
          <p:nvPr/>
        </p:nvSpPr>
        <p:spPr>
          <a:xfrm>
            <a:off x="6812880" y="2936388"/>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209" name="Rectangle 389">
            <a:extLst>
              <a:ext uri="{FF2B5EF4-FFF2-40B4-BE49-F238E27FC236}">
                <a16:creationId xmlns:a16="http://schemas.microsoft.com/office/drawing/2014/main" id="{BC02DDE1-25F7-5965-86FD-7EA478C0C162}"/>
              </a:ext>
            </a:extLst>
          </p:cNvPr>
          <p:cNvSpPr/>
          <p:nvPr/>
        </p:nvSpPr>
        <p:spPr>
          <a:xfrm>
            <a:off x="6930988" y="2921666"/>
            <a:ext cx="1701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システム本部中計戦略策定</a:t>
            </a:r>
            <a:endParaRPr kumimoji="0" lang="en-US" altLang="ja-JP" sz="788">
              <a:solidFill>
                <a:srgbClr val="000000"/>
              </a:solidFill>
              <a:latin typeface="Meiryo UI" panose="020B0604030504040204" pitchFamily="50" charset="-128"/>
              <a:ea typeface="Meiryo UI" panose="020B0604030504040204" pitchFamily="50" charset="-128"/>
            </a:endParaRPr>
          </a:p>
        </p:txBody>
      </p:sp>
      <p:sp>
        <p:nvSpPr>
          <p:cNvPr id="210" name="Rectangle 389">
            <a:extLst>
              <a:ext uri="{FF2B5EF4-FFF2-40B4-BE49-F238E27FC236}">
                <a16:creationId xmlns:a16="http://schemas.microsoft.com/office/drawing/2014/main" id="{669DFDAD-56F8-1344-3E1E-AA956F1BE513}"/>
              </a:ext>
            </a:extLst>
          </p:cNvPr>
          <p:cNvSpPr/>
          <p:nvPr/>
        </p:nvSpPr>
        <p:spPr>
          <a:xfrm>
            <a:off x="6763924" y="2770617"/>
            <a:ext cx="1080000" cy="117773"/>
          </a:xfrm>
          <a:prstGeom prst="rect">
            <a:avLst/>
          </a:prstGeom>
        </p:spPr>
        <p:txBody>
          <a:bodyPr wrap="none" lIns="0" tIns="0" rIns="0" bIns="0" anchor="ctr">
            <a:noAutofit/>
          </a:bodyPr>
          <a:lstStyle/>
          <a:p>
            <a:pPr defTabSz="685800">
              <a:defRPr/>
            </a:pPr>
            <a:r>
              <a:rPr kumimoji="0" lang="ja-JP" altLang="en-US" sz="788" b="1">
                <a:solidFill>
                  <a:srgbClr val="000000"/>
                </a:solidFill>
                <a:latin typeface="Meiryo UI" panose="020B0604030504040204" pitchFamily="50" charset="-128"/>
                <a:ea typeface="Meiryo UI" panose="020B0604030504040204" pitchFamily="50" charset="-128"/>
              </a:rPr>
              <a:t>システム</a:t>
            </a:r>
            <a:endParaRPr kumimoji="0" lang="en-US" sz="788" b="1">
              <a:solidFill>
                <a:srgbClr val="000000"/>
              </a:solidFill>
              <a:latin typeface="Meiryo UI" panose="020B0604030504040204" pitchFamily="50" charset="-128"/>
              <a:ea typeface="Meiryo UI" panose="020B0604030504040204" pitchFamily="50" charset="-128"/>
            </a:endParaRPr>
          </a:p>
        </p:txBody>
      </p:sp>
      <p:sp>
        <p:nvSpPr>
          <p:cNvPr id="297" name="Oval 401">
            <a:extLst>
              <a:ext uri="{FF2B5EF4-FFF2-40B4-BE49-F238E27FC236}">
                <a16:creationId xmlns:a16="http://schemas.microsoft.com/office/drawing/2014/main" id="{F6128E27-A210-FE25-A76B-AD8EEC75D667}"/>
              </a:ext>
            </a:extLst>
          </p:cNvPr>
          <p:cNvSpPr/>
          <p:nvPr/>
        </p:nvSpPr>
        <p:spPr>
          <a:xfrm>
            <a:off x="6812880" y="3098389"/>
            <a:ext cx="81000" cy="8833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298" name="Rectangle 389">
            <a:extLst>
              <a:ext uri="{FF2B5EF4-FFF2-40B4-BE49-F238E27FC236}">
                <a16:creationId xmlns:a16="http://schemas.microsoft.com/office/drawing/2014/main" id="{CBB87441-BDF7-1CCB-B010-40A5B51AFD6A}"/>
              </a:ext>
            </a:extLst>
          </p:cNvPr>
          <p:cNvSpPr/>
          <p:nvPr/>
        </p:nvSpPr>
        <p:spPr>
          <a:xfrm>
            <a:off x="6930988" y="3080899"/>
            <a:ext cx="1701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海外コアバンキングシステム導入（</a:t>
            </a:r>
            <a:r>
              <a:rPr kumimoji="0" lang="en-US" altLang="ja-JP" sz="788">
                <a:solidFill>
                  <a:srgbClr val="000000"/>
                </a:solidFill>
                <a:latin typeface="Meiryo UI" panose="020B0604030504040204" pitchFamily="50" charset="-128"/>
                <a:ea typeface="Meiryo UI" panose="020B0604030504040204" pitchFamily="50" charset="-128"/>
              </a:rPr>
              <a:t>T24</a:t>
            </a:r>
            <a:r>
              <a:rPr kumimoji="0" lang="ja-JP" altLang="en-US" sz="788">
                <a:solidFill>
                  <a:srgbClr val="000000"/>
                </a:solidFill>
                <a:latin typeface="Meiryo UI" panose="020B0604030504040204" pitchFamily="50" charset="-128"/>
                <a:ea typeface="Meiryo UI" panose="020B0604030504040204" pitchFamily="50" charset="-128"/>
              </a:rPr>
              <a:t>、インド</a:t>
            </a:r>
            <a:r>
              <a:rPr kumimoji="0" lang="en-US" altLang="ja-JP" sz="788">
                <a:solidFill>
                  <a:srgbClr val="000000"/>
                </a:solidFill>
                <a:latin typeface="Meiryo UI" panose="020B0604030504040204" pitchFamily="50" charset="-128"/>
                <a:ea typeface="Meiryo UI" panose="020B0604030504040204" pitchFamily="50" charset="-128"/>
              </a:rPr>
              <a:t>/</a:t>
            </a:r>
            <a:r>
              <a:rPr kumimoji="0" lang="ja-JP" altLang="en-US" sz="788">
                <a:solidFill>
                  <a:srgbClr val="000000"/>
                </a:solidFill>
                <a:latin typeface="Meiryo UI" panose="020B0604030504040204" pitchFamily="50" charset="-128"/>
                <a:ea typeface="Meiryo UI" panose="020B0604030504040204" pitchFamily="50" charset="-128"/>
              </a:rPr>
              <a:t>香港）</a:t>
            </a:r>
            <a:endParaRPr kumimoji="0" lang="en-US" altLang="ja-JP" sz="788">
              <a:solidFill>
                <a:srgbClr val="000000"/>
              </a:solidFill>
              <a:latin typeface="Meiryo UI" panose="020B0604030504040204" pitchFamily="50" charset="-128"/>
              <a:ea typeface="Meiryo UI" panose="020B0604030504040204" pitchFamily="50" charset="-128"/>
            </a:endParaRPr>
          </a:p>
        </p:txBody>
      </p:sp>
      <p:sp>
        <p:nvSpPr>
          <p:cNvPr id="299" name="Oval 401">
            <a:extLst>
              <a:ext uri="{FF2B5EF4-FFF2-40B4-BE49-F238E27FC236}">
                <a16:creationId xmlns:a16="http://schemas.microsoft.com/office/drawing/2014/main" id="{E607B8DA-E60B-36D4-876B-F2A7E5F5107A}"/>
              </a:ext>
            </a:extLst>
          </p:cNvPr>
          <p:cNvSpPr/>
          <p:nvPr/>
        </p:nvSpPr>
        <p:spPr>
          <a:xfrm>
            <a:off x="6812880" y="3260391"/>
            <a:ext cx="81000" cy="8833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00" name="Rectangle 389">
            <a:extLst>
              <a:ext uri="{FF2B5EF4-FFF2-40B4-BE49-F238E27FC236}">
                <a16:creationId xmlns:a16="http://schemas.microsoft.com/office/drawing/2014/main" id="{819A054F-C761-6716-266C-3A65486120D1}"/>
              </a:ext>
            </a:extLst>
          </p:cNvPr>
          <p:cNvSpPr/>
          <p:nvPr/>
        </p:nvSpPr>
        <p:spPr>
          <a:xfrm>
            <a:off x="6930988" y="3240133"/>
            <a:ext cx="1701000" cy="117773"/>
          </a:xfrm>
          <a:prstGeom prst="rect">
            <a:avLst/>
          </a:prstGeom>
        </p:spPr>
        <p:txBody>
          <a:bodyPr wrap="none" lIns="0" tIns="0" rIns="0" bIns="0" anchor="ctr">
            <a:noAutofit/>
          </a:bodyPr>
          <a:lstStyle/>
          <a:p>
            <a:pPr defTabSz="685800">
              <a:defRPr/>
            </a:pPr>
            <a:r>
              <a:rPr kumimoji="0" lang="en-US" altLang="ja-JP" sz="788">
                <a:solidFill>
                  <a:srgbClr val="000000"/>
                </a:solidFill>
                <a:latin typeface="Meiryo UI" panose="020B0604030504040204" pitchFamily="50" charset="-128"/>
                <a:ea typeface="Meiryo UI" panose="020B0604030504040204" pitchFamily="50" charset="-128"/>
              </a:rPr>
              <a:t>DI</a:t>
            </a:r>
            <a:r>
              <a:rPr kumimoji="0" lang="ja-JP" altLang="en-US" sz="788">
                <a:solidFill>
                  <a:srgbClr val="000000"/>
                </a:solidFill>
                <a:latin typeface="Meiryo UI" panose="020B0604030504040204" pitchFamily="50" charset="-128"/>
                <a:ea typeface="Meiryo UI" panose="020B0604030504040204" pitchFamily="50" charset="-128"/>
              </a:rPr>
              <a:t>推進部支援（</a:t>
            </a:r>
            <a:r>
              <a:rPr kumimoji="0" lang="en-US" altLang="ja-JP" sz="788">
                <a:solidFill>
                  <a:srgbClr val="000000"/>
                </a:solidFill>
                <a:latin typeface="Meiryo UI" panose="020B0604030504040204" pitchFamily="50" charset="-128"/>
                <a:ea typeface="Meiryo UI" panose="020B0604030504040204" pitchFamily="50" charset="-128"/>
              </a:rPr>
              <a:t>RPA/Blockchain</a:t>
            </a:r>
            <a:r>
              <a:rPr kumimoji="0" lang="ja-JP" altLang="en-US" sz="788">
                <a:solidFill>
                  <a:srgbClr val="000000"/>
                </a:solidFill>
                <a:latin typeface="Meiryo UI" panose="020B0604030504040204" pitchFamily="50" charset="-128"/>
                <a:ea typeface="Meiryo UI" panose="020B0604030504040204" pitchFamily="50" charset="-128"/>
              </a:rPr>
              <a:t>等</a:t>
            </a:r>
            <a:r>
              <a:rPr kumimoji="0" lang="en-US" altLang="ja-JP" sz="788">
                <a:solidFill>
                  <a:srgbClr val="000000"/>
                </a:solidFill>
                <a:latin typeface="Meiryo UI" panose="020B0604030504040204" pitchFamily="50" charset="-128"/>
                <a:ea typeface="Meiryo UI" panose="020B0604030504040204" pitchFamily="50" charset="-128"/>
              </a:rPr>
              <a:t>)</a:t>
            </a:r>
          </a:p>
        </p:txBody>
      </p:sp>
      <p:sp>
        <p:nvSpPr>
          <p:cNvPr id="301" name="Oval 401">
            <a:extLst>
              <a:ext uri="{FF2B5EF4-FFF2-40B4-BE49-F238E27FC236}">
                <a16:creationId xmlns:a16="http://schemas.microsoft.com/office/drawing/2014/main" id="{4E5257CA-3EDA-8381-0322-DA1494E85E22}"/>
              </a:ext>
            </a:extLst>
          </p:cNvPr>
          <p:cNvSpPr/>
          <p:nvPr/>
        </p:nvSpPr>
        <p:spPr>
          <a:xfrm>
            <a:off x="6812880" y="3422394"/>
            <a:ext cx="81000" cy="8833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02" name="Rectangle 389">
            <a:extLst>
              <a:ext uri="{FF2B5EF4-FFF2-40B4-BE49-F238E27FC236}">
                <a16:creationId xmlns:a16="http://schemas.microsoft.com/office/drawing/2014/main" id="{47EF0320-650C-40CB-EC45-CF2C789720D2}"/>
              </a:ext>
            </a:extLst>
          </p:cNvPr>
          <p:cNvSpPr/>
          <p:nvPr/>
        </p:nvSpPr>
        <p:spPr>
          <a:xfrm>
            <a:off x="6930988" y="3399366"/>
            <a:ext cx="1701000" cy="117773"/>
          </a:xfrm>
          <a:prstGeom prst="rect">
            <a:avLst/>
          </a:prstGeom>
        </p:spPr>
        <p:txBody>
          <a:bodyPr wrap="none" lIns="0" tIns="0" rIns="0" bIns="0" anchor="ctr">
            <a:noAutofit/>
          </a:bodyPr>
          <a:lstStyle/>
          <a:p>
            <a:pPr defTabSz="685800">
              <a:defRPr/>
            </a:pPr>
            <a:r>
              <a:rPr kumimoji="0" lang="en-US" altLang="ja-JP" sz="788">
                <a:solidFill>
                  <a:srgbClr val="000000"/>
                </a:solidFill>
                <a:latin typeface="Meiryo UI" panose="020B0604030504040204" pitchFamily="50" charset="-128"/>
                <a:ea typeface="Meiryo UI" panose="020B0604030504040204" pitchFamily="50" charset="-128"/>
              </a:rPr>
              <a:t>AML</a:t>
            </a:r>
            <a:r>
              <a:rPr kumimoji="0" lang="ja-JP" altLang="en-US" sz="788">
                <a:solidFill>
                  <a:srgbClr val="000000"/>
                </a:solidFill>
                <a:latin typeface="Meiryo UI" panose="020B0604030504040204" pitchFamily="50" charset="-128"/>
                <a:ea typeface="Meiryo UI" panose="020B0604030504040204" pitchFamily="50" charset="-128"/>
              </a:rPr>
              <a:t>システム開発（</a:t>
            </a:r>
            <a:r>
              <a:rPr kumimoji="0" lang="en-US" altLang="ja-JP" sz="788">
                <a:solidFill>
                  <a:srgbClr val="000000"/>
                </a:solidFill>
                <a:latin typeface="Meiryo UI" panose="020B0604030504040204" pitchFamily="50" charset="-128"/>
                <a:ea typeface="Meiryo UI" panose="020B0604030504040204" pitchFamily="50" charset="-128"/>
              </a:rPr>
              <a:t>OTUS</a:t>
            </a:r>
            <a:r>
              <a:rPr kumimoji="0" lang="ja-JP" altLang="en-US" sz="788">
                <a:solidFill>
                  <a:srgbClr val="000000"/>
                </a:solidFill>
                <a:latin typeface="Meiryo UI" panose="020B0604030504040204" pitchFamily="50" charset="-128"/>
                <a:ea typeface="Meiryo UI" panose="020B0604030504040204" pitchFamily="50" charset="-128"/>
              </a:rPr>
              <a:t>、</a:t>
            </a:r>
            <a:r>
              <a:rPr kumimoji="0" lang="en-US" altLang="ja-JP" sz="788">
                <a:solidFill>
                  <a:srgbClr val="000000"/>
                </a:solidFill>
                <a:latin typeface="Meiryo UI" panose="020B0604030504040204" pitchFamily="50" charset="-128"/>
                <a:ea typeface="Meiryo UI" panose="020B0604030504040204" pitchFamily="50" charset="-128"/>
              </a:rPr>
              <a:t>Actimize</a:t>
            </a:r>
            <a:r>
              <a:rPr kumimoji="0" lang="ja-JP" altLang="en-US" sz="788">
                <a:solidFill>
                  <a:srgbClr val="000000"/>
                </a:solidFill>
                <a:latin typeface="Meiryo UI" panose="020B0604030504040204" pitchFamily="50" charset="-128"/>
                <a:ea typeface="Meiryo UI" panose="020B0604030504040204" pitchFamily="50" charset="-128"/>
              </a:rPr>
              <a:t>）</a:t>
            </a:r>
          </a:p>
        </p:txBody>
      </p:sp>
      <p:sp>
        <p:nvSpPr>
          <p:cNvPr id="303" name="Oval 401">
            <a:extLst>
              <a:ext uri="{FF2B5EF4-FFF2-40B4-BE49-F238E27FC236}">
                <a16:creationId xmlns:a16="http://schemas.microsoft.com/office/drawing/2014/main" id="{683AB313-62C0-7561-7107-DF6F84A6B574}"/>
              </a:ext>
            </a:extLst>
          </p:cNvPr>
          <p:cNvSpPr/>
          <p:nvPr/>
        </p:nvSpPr>
        <p:spPr>
          <a:xfrm>
            <a:off x="6812880" y="3584396"/>
            <a:ext cx="81000" cy="8833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04" name="Rectangle 389">
            <a:extLst>
              <a:ext uri="{FF2B5EF4-FFF2-40B4-BE49-F238E27FC236}">
                <a16:creationId xmlns:a16="http://schemas.microsoft.com/office/drawing/2014/main" id="{8133EEE0-22F8-7851-C163-4972470C3661}"/>
              </a:ext>
            </a:extLst>
          </p:cNvPr>
          <p:cNvSpPr/>
          <p:nvPr/>
        </p:nvSpPr>
        <p:spPr>
          <a:xfrm>
            <a:off x="6930988" y="3558601"/>
            <a:ext cx="1701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住宅ローン業務自動化（</a:t>
            </a:r>
            <a:r>
              <a:rPr kumimoji="0" lang="en-US" altLang="ja-JP" sz="788">
                <a:solidFill>
                  <a:srgbClr val="000000"/>
                </a:solidFill>
                <a:latin typeface="Meiryo UI" panose="020B0604030504040204" pitchFamily="50" charset="-128"/>
                <a:ea typeface="Meiryo UI" panose="020B0604030504040204" pitchFamily="50" charset="-128"/>
              </a:rPr>
              <a:t>PEGA</a:t>
            </a:r>
            <a:r>
              <a:rPr kumimoji="0" lang="ja-JP" altLang="en-US" sz="788">
                <a:solidFill>
                  <a:srgbClr val="000000"/>
                </a:solidFill>
                <a:latin typeface="Meiryo UI" panose="020B0604030504040204" pitchFamily="50" charset="-128"/>
                <a:ea typeface="Meiryo UI" panose="020B0604030504040204" pitchFamily="50" charset="-128"/>
              </a:rPr>
              <a:t>）</a:t>
            </a:r>
            <a:endParaRPr kumimoji="0" lang="en-US" altLang="ja-JP" sz="788">
              <a:solidFill>
                <a:srgbClr val="000000"/>
              </a:solidFill>
              <a:latin typeface="Meiryo UI" panose="020B0604030504040204" pitchFamily="50" charset="-128"/>
              <a:ea typeface="Meiryo UI" panose="020B0604030504040204" pitchFamily="50" charset="-128"/>
            </a:endParaRPr>
          </a:p>
        </p:txBody>
      </p:sp>
      <p:sp>
        <p:nvSpPr>
          <p:cNvPr id="305" name="Oval 401">
            <a:extLst>
              <a:ext uri="{FF2B5EF4-FFF2-40B4-BE49-F238E27FC236}">
                <a16:creationId xmlns:a16="http://schemas.microsoft.com/office/drawing/2014/main" id="{0EFF0C0E-7302-C8F1-843F-81B77AED9850}"/>
              </a:ext>
            </a:extLst>
          </p:cNvPr>
          <p:cNvSpPr/>
          <p:nvPr/>
        </p:nvSpPr>
        <p:spPr>
          <a:xfrm>
            <a:off x="6812880" y="3746398"/>
            <a:ext cx="81000" cy="8833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06" name="Rectangle 389">
            <a:extLst>
              <a:ext uri="{FF2B5EF4-FFF2-40B4-BE49-F238E27FC236}">
                <a16:creationId xmlns:a16="http://schemas.microsoft.com/office/drawing/2014/main" id="{400783B2-FCA1-0741-B54C-2E1EB304729B}"/>
              </a:ext>
            </a:extLst>
          </p:cNvPr>
          <p:cNvSpPr/>
          <p:nvPr/>
        </p:nvSpPr>
        <p:spPr>
          <a:xfrm>
            <a:off x="6930988" y="3717834"/>
            <a:ext cx="1701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事務センター間連携システム導入（</a:t>
            </a:r>
            <a:r>
              <a:rPr kumimoji="0" lang="en-US" altLang="ja-JP" sz="788">
                <a:solidFill>
                  <a:srgbClr val="000000"/>
                </a:solidFill>
                <a:latin typeface="Meiryo UI" panose="020B0604030504040204" pitchFamily="50" charset="-128"/>
                <a:ea typeface="Meiryo UI" panose="020B0604030504040204" pitchFamily="50" charset="-128"/>
              </a:rPr>
              <a:t>PEGA</a:t>
            </a:r>
            <a:r>
              <a:rPr kumimoji="0" lang="ja-JP" altLang="en-US" sz="788">
                <a:solidFill>
                  <a:srgbClr val="000000"/>
                </a:solidFill>
                <a:latin typeface="Meiryo UI" panose="020B0604030504040204" pitchFamily="50" charset="-128"/>
                <a:ea typeface="Meiryo UI" panose="020B0604030504040204" pitchFamily="50" charset="-128"/>
              </a:rPr>
              <a:t>）</a:t>
            </a:r>
            <a:endParaRPr kumimoji="0" lang="en-US" altLang="ja-JP" sz="788">
              <a:solidFill>
                <a:srgbClr val="000000"/>
              </a:solidFill>
              <a:latin typeface="Meiryo UI" panose="020B0604030504040204" pitchFamily="50" charset="-128"/>
              <a:ea typeface="Meiryo UI" panose="020B0604030504040204" pitchFamily="50" charset="-128"/>
            </a:endParaRPr>
          </a:p>
        </p:txBody>
      </p:sp>
      <p:sp>
        <p:nvSpPr>
          <p:cNvPr id="307" name="Rectangle 389">
            <a:extLst>
              <a:ext uri="{FF2B5EF4-FFF2-40B4-BE49-F238E27FC236}">
                <a16:creationId xmlns:a16="http://schemas.microsoft.com/office/drawing/2014/main" id="{B10003F4-A0D8-06CE-08A7-21B0DD84BA98}"/>
              </a:ext>
            </a:extLst>
          </p:cNvPr>
          <p:cNvSpPr/>
          <p:nvPr/>
        </p:nvSpPr>
        <p:spPr>
          <a:xfrm>
            <a:off x="2930175" y="2074583"/>
            <a:ext cx="1890000" cy="117773"/>
          </a:xfrm>
          <a:prstGeom prst="rect">
            <a:avLst/>
          </a:prstGeom>
        </p:spPr>
        <p:txBody>
          <a:bodyPr wrap="none" lIns="0" tIns="0" rIns="0" bIns="0" anchor="ctr">
            <a:noAutofit/>
          </a:bodyPr>
          <a:lstStyle/>
          <a:p>
            <a:pPr defTabSz="685800">
              <a:defRPr/>
            </a:pPr>
            <a:r>
              <a:rPr kumimoji="0" lang="en-US" altLang="ja-JP" sz="788">
                <a:solidFill>
                  <a:srgbClr val="000000"/>
                </a:solidFill>
                <a:latin typeface="Meiryo UI" panose="020B0604030504040204" pitchFamily="50" charset="-128"/>
                <a:ea typeface="Meiryo UI" panose="020B0604030504040204" pitchFamily="50" charset="-128"/>
              </a:rPr>
              <a:t>GFCD</a:t>
            </a:r>
            <a:r>
              <a:rPr kumimoji="0" lang="ja-JP" altLang="en-US" sz="788">
                <a:solidFill>
                  <a:srgbClr val="000000"/>
                </a:solidFill>
                <a:latin typeface="Meiryo UI" panose="020B0604030504040204" pitchFamily="50" charset="-128"/>
                <a:ea typeface="Meiryo UI" panose="020B0604030504040204" pitchFamily="50" charset="-128"/>
              </a:rPr>
              <a:t>テクノロジープログラム（</a:t>
            </a:r>
            <a:r>
              <a:rPr kumimoji="0" lang="en-US" altLang="ja-JP" sz="788">
                <a:solidFill>
                  <a:srgbClr val="000000"/>
                </a:solidFill>
                <a:latin typeface="Meiryo UI" panose="020B0604030504040204" pitchFamily="50" charset="-128"/>
                <a:ea typeface="Meiryo UI" panose="020B0604030504040204" pitchFamily="50" charset="-128"/>
              </a:rPr>
              <a:t>G-COP</a:t>
            </a:r>
            <a:r>
              <a:rPr kumimoji="0" lang="ja-JP" altLang="en-US" sz="788">
                <a:solidFill>
                  <a:srgbClr val="000000"/>
                </a:solidFill>
                <a:latin typeface="Meiryo UI" panose="020B0604030504040204" pitchFamily="50" charset="-128"/>
                <a:ea typeface="Meiryo UI" panose="020B0604030504040204" pitchFamily="50" charset="-128"/>
              </a:rPr>
              <a:t>導入）</a:t>
            </a:r>
          </a:p>
        </p:txBody>
      </p:sp>
      <p:sp>
        <p:nvSpPr>
          <p:cNvPr id="319" name="Rectangle 389">
            <a:extLst>
              <a:ext uri="{FF2B5EF4-FFF2-40B4-BE49-F238E27FC236}">
                <a16:creationId xmlns:a16="http://schemas.microsoft.com/office/drawing/2014/main" id="{1FDE9509-D3E5-126E-AC15-127DBF229132}"/>
              </a:ext>
            </a:extLst>
          </p:cNvPr>
          <p:cNvSpPr/>
          <p:nvPr/>
        </p:nvSpPr>
        <p:spPr>
          <a:xfrm>
            <a:off x="2709398" y="1932922"/>
            <a:ext cx="1080000" cy="117773"/>
          </a:xfrm>
          <a:prstGeom prst="rect">
            <a:avLst/>
          </a:prstGeom>
        </p:spPr>
        <p:txBody>
          <a:bodyPr wrap="none" lIns="0" tIns="0" rIns="0" bIns="0" anchor="ctr">
            <a:noAutofit/>
          </a:bodyPr>
          <a:lstStyle/>
          <a:p>
            <a:pPr defTabSz="685800">
              <a:defRPr/>
            </a:pPr>
            <a:r>
              <a:rPr kumimoji="0" lang="ja-JP" altLang="en-US" sz="788" b="1">
                <a:solidFill>
                  <a:srgbClr val="000000"/>
                </a:solidFill>
                <a:latin typeface="Meiryo UI" panose="020B0604030504040204" pitchFamily="50" charset="-128"/>
                <a:ea typeface="Meiryo UI" panose="020B0604030504040204" pitchFamily="50" charset="-128"/>
              </a:rPr>
              <a:t>コンプライアンス</a:t>
            </a:r>
            <a:endParaRPr kumimoji="0" lang="en-US" sz="788" b="1">
              <a:solidFill>
                <a:srgbClr val="000000"/>
              </a:solidFill>
              <a:latin typeface="Meiryo UI" panose="020B0604030504040204" pitchFamily="50" charset="-128"/>
              <a:ea typeface="Meiryo UI" panose="020B0604030504040204" pitchFamily="50" charset="-128"/>
            </a:endParaRPr>
          </a:p>
        </p:txBody>
      </p:sp>
      <p:sp>
        <p:nvSpPr>
          <p:cNvPr id="320" name="Oval 401">
            <a:extLst>
              <a:ext uri="{FF2B5EF4-FFF2-40B4-BE49-F238E27FC236}">
                <a16:creationId xmlns:a16="http://schemas.microsoft.com/office/drawing/2014/main" id="{0CB857F7-C3B0-4DEA-8A0C-E2D1AA168EAD}"/>
              </a:ext>
            </a:extLst>
          </p:cNvPr>
          <p:cNvSpPr/>
          <p:nvPr/>
        </p:nvSpPr>
        <p:spPr>
          <a:xfrm>
            <a:off x="2829290" y="2097146"/>
            <a:ext cx="81000" cy="8833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21" name="Oval 401">
            <a:extLst>
              <a:ext uri="{FF2B5EF4-FFF2-40B4-BE49-F238E27FC236}">
                <a16:creationId xmlns:a16="http://schemas.microsoft.com/office/drawing/2014/main" id="{2015182A-BD5C-5844-44F3-0B42E1B93423}"/>
              </a:ext>
            </a:extLst>
          </p:cNvPr>
          <p:cNvSpPr/>
          <p:nvPr/>
        </p:nvSpPr>
        <p:spPr>
          <a:xfrm>
            <a:off x="2725091" y="2097146"/>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22" name="Oval 401">
            <a:extLst>
              <a:ext uri="{FF2B5EF4-FFF2-40B4-BE49-F238E27FC236}">
                <a16:creationId xmlns:a16="http://schemas.microsoft.com/office/drawing/2014/main" id="{392ED453-C4F6-35A6-9056-23D36A3A3B10}"/>
              </a:ext>
            </a:extLst>
          </p:cNvPr>
          <p:cNvSpPr/>
          <p:nvPr/>
        </p:nvSpPr>
        <p:spPr>
          <a:xfrm>
            <a:off x="543178" y="2101940"/>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23" name="Rectangle 389">
            <a:extLst>
              <a:ext uri="{FF2B5EF4-FFF2-40B4-BE49-F238E27FC236}">
                <a16:creationId xmlns:a16="http://schemas.microsoft.com/office/drawing/2014/main" id="{FD7EFE78-E551-E258-93C4-DACDE161F1A3}"/>
              </a:ext>
            </a:extLst>
          </p:cNvPr>
          <p:cNvSpPr/>
          <p:nvPr/>
        </p:nvSpPr>
        <p:spPr>
          <a:xfrm>
            <a:off x="652219" y="2078608"/>
            <a:ext cx="1890000" cy="201042"/>
          </a:xfrm>
          <a:prstGeom prst="rect">
            <a:avLst/>
          </a:prstGeom>
        </p:spPr>
        <p:txBody>
          <a:bodyPr wrap="none" lIns="0" tIns="0" rIns="0" bIns="0" anchor="t">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全行アーキテクチャ戦略推進</a:t>
            </a:r>
            <a:endParaRPr kumimoji="0" lang="en-US" altLang="ja-JP" sz="788">
              <a:solidFill>
                <a:srgbClr val="000000"/>
              </a:solidFill>
              <a:latin typeface="Meiryo UI" panose="020B0604030504040204" pitchFamily="50" charset="-128"/>
              <a:ea typeface="Meiryo UI" panose="020B0604030504040204" pitchFamily="50" charset="-128"/>
            </a:endParaRPr>
          </a:p>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a:t>
            </a:r>
            <a:r>
              <a:rPr kumimoji="0" lang="en-US" altLang="ja-JP" sz="788">
                <a:solidFill>
                  <a:srgbClr val="000000"/>
                </a:solidFill>
                <a:latin typeface="Meiryo UI" panose="020B0604030504040204" pitchFamily="50" charset="-128"/>
                <a:ea typeface="Meiryo UI" panose="020B0604030504040204" pitchFamily="50" charset="-128"/>
              </a:rPr>
              <a:t>CRM</a:t>
            </a:r>
            <a:r>
              <a:rPr kumimoji="0" lang="ja-JP" altLang="en-US" sz="788">
                <a:solidFill>
                  <a:srgbClr val="000000"/>
                </a:solidFill>
                <a:latin typeface="Meiryo UI" panose="020B0604030504040204" pitchFamily="50" charset="-128"/>
                <a:ea typeface="Meiryo UI" panose="020B0604030504040204" pitchFamily="50" charset="-128"/>
              </a:rPr>
              <a:t>・商品改廃・事務・データ標準化等）</a:t>
            </a:r>
            <a:endParaRPr kumimoji="0" lang="en-US" altLang="ja-JP" sz="788">
              <a:solidFill>
                <a:srgbClr val="000000"/>
              </a:solidFill>
              <a:latin typeface="Meiryo UI" panose="020B0604030504040204" pitchFamily="50" charset="-128"/>
              <a:ea typeface="Meiryo UI" panose="020B0604030504040204" pitchFamily="50" charset="-128"/>
            </a:endParaRPr>
          </a:p>
        </p:txBody>
      </p:sp>
      <p:sp>
        <p:nvSpPr>
          <p:cNvPr id="324" name="Rectangle 389">
            <a:extLst>
              <a:ext uri="{FF2B5EF4-FFF2-40B4-BE49-F238E27FC236}">
                <a16:creationId xmlns:a16="http://schemas.microsoft.com/office/drawing/2014/main" id="{301F589C-31FD-F939-4378-F9F443313A92}"/>
              </a:ext>
            </a:extLst>
          </p:cNvPr>
          <p:cNvSpPr/>
          <p:nvPr/>
        </p:nvSpPr>
        <p:spPr>
          <a:xfrm>
            <a:off x="514303" y="1936170"/>
            <a:ext cx="1080000" cy="117773"/>
          </a:xfrm>
          <a:prstGeom prst="rect">
            <a:avLst/>
          </a:prstGeom>
        </p:spPr>
        <p:txBody>
          <a:bodyPr wrap="none" lIns="0" tIns="0" rIns="0" bIns="0" anchor="ctr">
            <a:noAutofit/>
          </a:bodyPr>
          <a:lstStyle/>
          <a:p>
            <a:pPr defTabSz="685800">
              <a:defRPr/>
            </a:pPr>
            <a:r>
              <a:rPr kumimoji="0" lang="ja-JP" altLang="en-US" sz="788" b="1">
                <a:solidFill>
                  <a:srgbClr val="000000"/>
                </a:solidFill>
                <a:latin typeface="Meiryo UI" panose="020B0604030504040204" pitchFamily="50" charset="-128"/>
                <a:ea typeface="Meiryo UI" panose="020B0604030504040204" pitchFamily="50" charset="-128"/>
              </a:rPr>
              <a:t>全社横断</a:t>
            </a:r>
            <a:endParaRPr kumimoji="0" lang="en-US" sz="788" b="1">
              <a:solidFill>
                <a:srgbClr val="000000"/>
              </a:solidFill>
              <a:latin typeface="Meiryo UI" panose="020B0604030504040204" pitchFamily="50" charset="-128"/>
              <a:ea typeface="Meiryo UI" panose="020B0604030504040204" pitchFamily="50" charset="-128"/>
            </a:endParaRPr>
          </a:p>
        </p:txBody>
      </p:sp>
      <p:sp>
        <p:nvSpPr>
          <p:cNvPr id="325" name="Oval 401">
            <a:extLst>
              <a:ext uri="{FF2B5EF4-FFF2-40B4-BE49-F238E27FC236}">
                <a16:creationId xmlns:a16="http://schemas.microsoft.com/office/drawing/2014/main" id="{8DF85552-3DB6-0750-8603-9329B74E6253}"/>
              </a:ext>
            </a:extLst>
          </p:cNvPr>
          <p:cNvSpPr/>
          <p:nvPr/>
        </p:nvSpPr>
        <p:spPr>
          <a:xfrm>
            <a:off x="4702307" y="3898046"/>
            <a:ext cx="81000" cy="803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26" name="Rectangle 389">
            <a:extLst>
              <a:ext uri="{FF2B5EF4-FFF2-40B4-BE49-F238E27FC236}">
                <a16:creationId xmlns:a16="http://schemas.microsoft.com/office/drawing/2014/main" id="{55426A84-196B-8D03-67A3-D8020BA60AA9}"/>
              </a:ext>
            </a:extLst>
          </p:cNvPr>
          <p:cNvSpPr/>
          <p:nvPr/>
        </p:nvSpPr>
        <p:spPr>
          <a:xfrm>
            <a:off x="4825786" y="3884663"/>
            <a:ext cx="1890000" cy="107066"/>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市場系アーキテクチャ戦略策定</a:t>
            </a:r>
          </a:p>
        </p:txBody>
      </p:sp>
      <p:sp>
        <p:nvSpPr>
          <p:cNvPr id="327" name="Oval 401">
            <a:extLst>
              <a:ext uri="{FF2B5EF4-FFF2-40B4-BE49-F238E27FC236}">
                <a16:creationId xmlns:a16="http://schemas.microsoft.com/office/drawing/2014/main" id="{ED44744E-697D-B0AE-9131-74D2FB8FC332}"/>
              </a:ext>
            </a:extLst>
          </p:cNvPr>
          <p:cNvSpPr/>
          <p:nvPr/>
        </p:nvSpPr>
        <p:spPr>
          <a:xfrm>
            <a:off x="2725091" y="2630224"/>
            <a:ext cx="81000" cy="8833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28" name="Rectangle 389">
            <a:extLst>
              <a:ext uri="{FF2B5EF4-FFF2-40B4-BE49-F238E27FC236}">
                <a16:creationId xmlns:a16="http://schemas.microsoft.com/office/drawing/2014/main" id="{17A21C90-9853-7E66-E925-6B81605E7057}"/>
              </a:ext>
            </a:extLst>
          </p:cNvPr>
          <p:cNvSpPr/>
          <p:nvPr/>
        </p:nvSpPr>
        <p:spPr>
          <a:xfrm>
            <a:off x="2868080" y="2621530"/>
            <a:ext cx="1701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全行アーキ戦略（新</a:t>
            </a:r>
            <a:r>
              <a:rPr kumimoji="0" lang="en-US" altLang="ja-JP" sz="788">
                <a:solidFill>
                  <a:srgbClr val="000000"/>
                </a:solidFill>
                <a:latin typeface="Meiryo UI" panose="020B0604030504040204" pitchFamily="50" charset="-128"/>
                <a:ea typeface="Meiryo UI" panose="020B0604030504040204" pitchFamily="50" charset="-128"/>
              </a:rPr>
              <a:t>CRM</a:t>
            </a:r>
            <a:r>
              <a:rPr kumimoji="0" lang="ja-JP" altLang="en-US" sz="788">
                <a:solidFill>
                  <a:srgbClr val="000000"/>
                </a:solidFill>
                <a:latin typeface="Meiryo UI" panose="020B0604030504040204" pitchFamily="50" charset="-128"/>
                <a:ea typeface="Meiryo UI" panose="020B0604030504040204" pitchFamily="50" charset="-128"/>
              </a:rPr>
              <a:t>領域）</a:t>
            </a:r>
          </a:p>
        </p:txBody>
      </p:sp>
      <p:sp>
        <p:nvSpPr>
          <p:cNvPr id="329" name="Oval 401">
            <a:extLst>
              <a:ext uri="{FF2B5EF4-FFF2-40B4-BE49-F238E27FC236}">
                <a16:creationId xmlns:a16="http://schemas.microsoft.com/office/drawing/2014/main" id="{465F35C0-4F73-63B1-30D3-5EC50D661A63}"/>
              </a:ext>
            </a:extLst>
          </p:cNvPr>
          <p:cNvSpPr/>
          <p:nvPr/>
        </p:nvSpPr>
        <p:spPr>
          <a:xfrm>
            <a:off x="2725091" y="2495702"/>
            <a:ext cx="81000" cy="8833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30" name="Rectangle 389">
            <a:extLst>
              <a:ext uri="{FF2B5EF4-FFF2-40B4-BE49-F238E27FC236}">
                <a16:creationId xmlns:a16="http://schemas.microsoft.com/office/drawing/2014/main" id="{1DD7A7D2-35CB-D7A2-B9B1-8A40AF559881}"/>
              </a:ext>
            </a:extLst>
          </p:cNvPr>
          <p:cNvSpPr/>
          <p:nvPr/>
        </p:nvSpPr>
        <p:spPr>
          <a:xfrm>
            <a:off x="2868080" y="2478211"/>
            <a:ext cx="1701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全行アーキ戦略</a:t>
            </a:r>
            <a:r>
              <a:rPr kumimoji="0" lang="en-US" altLang="ja-JP" sz="788">
                <a:solidFill>
                  <a:srgbClr val="000000"/>
                </a:solidFill>
                <a:latin typeface="Meiryo UI" panose="020B0604030504040204" pitchFamily="50" charset="-128"/>
                <a:ea typeface="Meiryo UI" panose="020B0604030504040204" pitchFamily="50" charset="-128"/>
              </a:rPr>
              <a:t>PMO</a:t>
            </a:r>
            <a:r>
              <a:rPr kumimoji="0" lang="ja-JP" altLang="en-US" sz="788">
                <a:solidFill>
                  <a:srgbClr val="000000"/>
                </a:solidFill>
                <a:latin typeface="Meiryo UI" panose="020B0604030504040204" pitchFamily="50" charset="-128"/>
                <a:ea typeface="Meiryo UI" panose="020B0604030504040204" pitchFamily="50" charset="-128"/>
              </a:rPr>
              <a:t>（情報系領域）</a:t>
            </a:r>
          </a:p>
        </p:txBody>
      </p:sp>
      <p:sp>
        <p:nvSpPr>
          <p:cNvPr id="331" name="Oval 401">
            <a:extLst>
              <a:ext uri="{FF2B5EF4-FFF2-40B4-BE49-F238E27FC236}">
                <a16:creationId xmlns:a16="http://schemas.microsoft.com/office/drawing/2014/main" id="{6295F627-64EA-BDD7-374C-6D2FB282B3C9}"/>
              </a:ext>
            </a:extLst>
          </p:cNvPr>
          <p:cNvSpPr/>
          <p:nvPr/>
        </p:nvSpPr>
        <p:spPr>
          <a:xfrm>
            <a:off x="4702307" y="3326260"/>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32" name="Rectangle 389">
            <a:extLst>
              <a:ext uri="{FF2B5EF4-FFF2-40B4-BE49-F238E27FC236}">
                <a16:creationId xmlns:a16="http://schemas.microsoft.com/office/drawing/2014/main" id="{697E0641-F872-0DCD-E358-C19AF0E2731A}"/>
              </a:ext>
            </a:extLst>
          </p:cNvPr>
          <p:cNvSpPr/>
          <p:nvPr/>
        </p:nvSpPr>
        <p:spPr>
          <a:xfrm>
            <a:off x="4825786" y="2973037"/>
            <a:ext cx="1701000" cy="117773"/>
          </a:xfrm>
          <a:prstGeom prst="rect">
            <a:avLst/>
          </a:prstGeom>
        </p:spPr>
        <p:txBody>
          <a:bodyPr wrap="none" lIns="0" tIns="0" rIns="0" bIns="0" anchor="ctr">
            <a:noAutofit/>
          </a:bodyPr>
          <a:lstStyle/>
          <a:p>
            <a:pPr defTabSz="685800">
              <a:defRPr/>
            </a:pPr>
            <a:r>
              <a:rPr kumimoji="0" lang="en-US" altLang="ja-JP" sz="788">
                <a:solidFill>
                  <a:srgbClr val="000000"/>
                </a:solidFill>
                <a:latin typeface="Meiryo UI" panose="020B0604030504040204" pitchFamily="50" charset="-128"/>
                <a:ea typeface="Meiryo UI" panose="020B0604030504040204" pitchFamily="50" charset="-128"/>
              </a:rPr>
              <a:t>Food Transformation Exec Forum</a:t>
            </a:r>
            <a:endParaRPr kumimoji="0" lang="ja-JP" altLang="en-US" sz="788">
              <a:solidFill>
                <a:srgbClr val="000000"/>
              </a:solidFill>
              <a:latin typeface="Meiryo UI" panose="020B0604030504040204" pitchFamily="50" charset="-128"/>
              <a:ea typeface="Meiryo UI" panose="020B0604030504040204" pitchFamily="50" charset="-128"/>
            </a:endParaRPr>
          </a:p>
        </p:txBody>
      </p:sp>
      <p:sp>
        <p:nvSpPr>
          <p:cNvPr id="333" name="Oval 401">
            <a:extLst>
              <a:ext uri="{FF2B5EF4-FFF2-40B4-BE49-F238E27FC236}">
                <a16:creationId xmlns:a16="http://schemas.microsoft.com/office/drawing/2014/main" id="{636E1B17-B292-DF66-EE9A-72F46759112B}"/>
              </a:ext>
            </a:extLst>
          </p:cNvPr>
          <p:cNvSpPr/>
          <p:nvPr/>
        </p:nvSpPr>
        <p:spPr>
          <a:xfrm>
            <a:off x="543178" y="2365290"/>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34" name="Rectangle 389">
            <a:extLst>
              <a:ext uri="{FF2B5EF4-FFF2-40B4-BE49-F238E27FC236}">
                <a16:creationId xmlns:a16="http://schemas.microsoft.com/office/drawing/2014/main" id="{AA503749-58E6-5B4C-B769-4A5A4A9FC258}"/>
              </a:ext>
            </a:extLst>
          </p:cNvPr>
          <p:cNvSpPr/>
          <p:nvPr/>
        </p:nvSpPr>
        <p:spPr>
          <a:xfrm>
            <a:off x="652219" y="2350569"/>
            <a:ext cx="1566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データ・</a:t>
            </a:r>
            <a:r>
              <a:rPr kumimoji="0" lang="en-US" altLang="ja-JP" sz="788">
                <a:solidFill>
                  <a:srgbClr val="000000"/>
                </a:solidFill>
                <a:latin typeface="Meiryo UI" panose="020B0604030504040204" pitchFamily="50" charset="-128"/>
                <a:ea typeface="Meiryo UI" panose="020B0604030504040204" pitchFamily="50" charset="-128"/>
              </a:rPr>
              <a:t>AI</a:t>
            </a:r>
            <a:r>
              <a:rPr kumimoji="0" lang="ja-JP" altLang="en-US" sz="788">
                <a:solidFill>
                  <a:srgbClr val="000000"/>
                </a:solidFill>
                <a:latin typeface="Meiryo UI" panose="020B0604030504040204" pitchFamily="50" charset="-128"/>
                <a:ea typeface="Meiryo UI" panose="020B0604030504040204" pitchFamily="50" charset="-128"/>
              </a:rPr>
              <a:t>戦略検討</a:t>
            </a:r>
          </a:p>
        </p:txBody>
      </p:sp>
      <p:sp>
        <p:nvSpPr>
          <p:cNvPr id="335" name="Rectangle 389">
            <a:extLst>
              <a:ext uri="{FF2B5EF4-FFF2-40B4-BE49-F238E27FC236}">
                <a16:creationId xmlns:a16="http://schemas.microsoft.com/office/drawing/2014/main" id="{ACC74F24-55F9-2F23-A047-67566CC7AC5A}"/>
              </a:ext>
            </a:extLst>
          </p:cNvPr>
          <p:cNvSpPr/>
          <p:nvPr/>
        </p:nvSpPr>
        <p:spPr>
          <a:xfrm>
            <a:off x="478210" y="3474466"/>
            <a:ext cx="981818" cy="117773"/>
          </a:xfrm>
          <a:prstGeom prst="rect">
            <a:avLst/>
          </a:prstGeom>
        </p:spPr>
        <p:txBody>
          <a:bodyPr wrap="none" lIns="0" tIns="0" rIns="0" bIns="0" anchor="ctr">
            <a:noAutofit/>
          </a:bodyPr>
          <a:lstStyle/>
          <a:p>
            <a:pPr defTabSz="685800">
              <a:defRPr/>
            </a:pPr>
            <a:r>
              <a:rPr kumimoji="0" lang="ja-JP" altLang="en-US" sz="788" b="1">
                <a:solidFill>
                  <a:srgbClr val="000000"/>
                </a:solidFill>
                <a:latin typeface="Meiryo UI" panose="020B0604030504040204" pitchFamily="50" charset="-128"/>
                <a:ea typeface="Meiryo UI" panose="020B0604030504040204" pitchFamily="50" charset="-128"/>
              </a:rPr>
              <a:t>コーポレートバンキング・国際業務</a:t>
            </a:r>
            <a:endParaRPr kumimoji="0" lang="en-US" sz="788" b="1">
              <a:solidFill>
                <a:srgbClr val="000000"/>
              </a:solidFill>
              <a:latin typeface="Meiryo UI" panose="020B0604030504040204" pitchFamily="50" charset="-128"/>
              <a:ea typeface="Meiryo UI" panose="020B0604030504040204" pitchFamily="50" charset="-128"/>
            </a:endParaRPr>
          </a:p>
        </p:txBody>
      </p:sp>
      <p:sp>
        <p:nvSpPr>
          <p:cNvPr id="336" name="Oval 401">
            <a:extLst>
              <a:ext uri="{FF2B5EF4-FFF2-40B4-BE49-F238E27FC236}">
                <a16:creationId xmlns:a16="http://schemas.microsoft.com/office/drawing/2014/main" id="{3804072E-BCE8-3D3A-664F-304E7926F016}"/>
              </a:ext>
            </a:extLst>
          </p:cNvPr>
          <p:cNvSpPr/>
          <p:nvPr/>
        </p:nvSpPr>
        <p:spPr>
          <a:xfrm>
            <a:off x="543178" y="3621693"/>
            <a:ext cx="81000" cy="8833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37" name="Rectangle 389">
            <a:extLst>
              <a:ext uri="{FF2B5EF4-FFF2-40B4-BE49-F238E27FC236}">
                <a16:creationId xmlns:a16="http://schemas.microsoft.com/office/drawing/2014/main" id="{3DF6ACD8-5305-7433-7029-62A9F152915A}"/>
              </a:ext>
            </a:extLst>
          </p:cNvPr>
          <p:cNvSpPr/>
          <p:nvPr/>
        </p:nvSpPr>
        <p:spPr>
          <a:xfrm>
            <a:off x="652219" y="3606049"/>
            <a:ext cx="1701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海外コアバンキングシステム導入（中国）</a:t>
            </a:r>
            <a:endParaRPr kumimoji="0" lang="en-US" altLang="ja-JP" sz="788">
              <a:solidFill>
                <a:srgbClr val="000000"/>
              </a:solidFill>
              <a:latin typeface="Meiryo UI" panose="020B0604030504040204" pitchFamily="50" charset="-128"/>
              <a:ea typeface="Meiryo UI" panose="020B0604030504040204" pitchFamily="50" charset="-128"/>
            </a:endParaRPr>
          </a:p>
        </p:txBody>
      </p:sp>
      <p:sp>
        <p:nvSpPr>
          <p:cNvPr id="338" name="Oval 401">
            <a:extLst>
              <a:ext uri="{FF2B5EF4-FFF2-40B4-BE49-F238E27FC236}">
                <a16:creationId xmlns:a16="http://schemas.microsoft.com/office/drawing/2014/main" id="{8A9B9977-29D9-7F6F-359E-DA7B99056AC8}"/>
              </a:ext>
            </a:extLst>
          </p:cNvPr>
          <p:cNvSpPr/>
          <p:nvPr/>
        </p:nvSpPr>
        <p:spPr>
          <a:xfrm>
            <a:off x="6812880" y="4039635"/>
            <a:ext cx="81000" cy="8833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39" name="Rectangle 389">
            <a:extLst>
              <a:ext uri="{FF2B5EF4-FFF2-40B4-BE49-F238E27FC236}">
                <a16:creationId xmlns:a16="http://schemas.microsoft.com/office/drawing/2014/main" id="{C141399C-514D-D5E0-B7B5-362B7B05E1BC}"/>
              </a:ext>
            </a:extLst>
          </p:cNvPr>
          <p:cNvSpPr/>
          <p:nvPr/>
        </p:nvSpPr>
        <p:spPr>
          <a:xfrm>
            <a:off x="6930988" y="4014273"/>
            <a:ext cx="1701000" cy="117773"/>
          </a:xfrm>
          <a:prstGeom prst="rect">
            <a:avLst/>
          </a:prstGeom>
        </p:spPr>
        <p:txBody>
          <a:bodyPr wrap="none" lIns="0" tIns="0" rIns="0" bIns="0" anchor="ctr">
            <a:noAutofit/>
          </a:bodyPr>
          <a:lstStyle/>
          <a:p>
            <a:pPr defTabSz="685800">
              <a:defRPr/>
            </a:pPr>
            <a:r>
              <a:rPr kumimoji="0" lang="en-US" altLang="ja-JP" sz="788">
                <a:solidFill>
                  <a:srgbClr val="000000"/>
                </a:solidFill>
                <a:latin typeface="Meiryo UI" panose="020B0604030504040204" pitchFamily="50" charset="-128"/>
                <a:ea typeface="Meiryo UI" panose="020B0604030504040204" pitchFamily="50" charset="-128"/>
              </a:rPr>
              <a:t>Microsoft Office365</a:t>
            </a:r>
            <a:r>
              <a:rPr kumimoji="0" lang="ja-JP" altLang="en-US" sz="788">
                <a:solidFill>
                  <a:srgbClr val="000000"/>
                </a:solidFill>
                <a:latin typeface="Meiryo UI" panose="020B0604030504040204" pitchFamily="50" charset="-128"/>
                <a:ea typeface="Meiryo UI" panose="020B0604030504040204" pitchFamily="50" charset="-128"/>
              </a:rPr>
              <a:t>導入拡大</a:t>
            </a:r>
          </a:p>
        </p:txBody>
      </p:sp>
      <p:sp>
        <p:nvSpPr>
          <p:cNvPr id="340" name="Rectangle 389">
            <a:extLst>
              <a:ext uri="{FF2B5EF4-FFF2-40B4-BE49-F238E27FC236}">
                <a16:creationId xmlns:a16="http://schemas.microsoft.com/office/drawing/2014/main" id="{FAC9A589-8887-B1EF-F1A9-9038AF10F21E}"/>
              </a:ext>
            </a:extLst>
          </p:cNvPr>
          <p:cNvSpPr/>
          <p:nvPr/>
        </p:nvSpPr>
        <p:spPr>
          <a:xfrm>
            <a:off x="2606012" y="3655916"/>
            <a:ext cx="1080000" cy="117773"/>
          </a:xfrm>
          <a:prstGeom prst="rect">
            <a:avLst/>
          </a:prstGeom>
        </p:spPr>
        <p:txBody>
          <a:bodyPr wrap="none" lIns="0" tIns="0" rIns="0" bIns="0" anchor="ctr">
            <a:noAutofit/>
          </a:bodyPr>
          <a:lstStyle/>
          <a:p>
            <a:pPr defTabSz="685800">
              <a:defRPr/>
            </a:pPr>
            <a:r>
              <a:rPr kumimoji="0" lang="ja-JP" altLang="en-US" sz="825" b="1">
                <a:solidFill>
                  <a:srgbClr val="C00000"/>
                </a:solidFill>
                <a:latin typeface="Meiryo UI" panose="020B0604030504040204" pitchFamily="50" charset="-128"/>
                <a:ea typeface="Meiryo UI" panose="020B0604030504040204" pitchFamily="50" charset="-128"/>
              </a:rPr>
              <a:t>ご支援実績</a:t>
            </a:r>
            <a:endParaRPr kumimoji="0" lang="en-US" sz="825" b="1">
              <a:solidFill>
                <a:srgbClr val="C00000"/>
              </a:solidFill>
              <a:latin typeface="Meiryo UI" panose="020B0604030504040204" pitchFamily="50" charset="-128"/>
              <a:ea typeface="Meiryo UI" panose="020B0604030504040204" pitchFamily="50" charset="-128"/>
            </a:endParaRPr>
          </a:p>
        </p:txBody>
      </p:sp>
      <p:sp>
        <p:nvSpPr>
          <p:cNvPr id="341" name="Rectangle 389">
            <a:extLst>
              <a:ext uri="{FF2B5EF4-FFF2-40B4-BE49-F238E27FC236}">
                <a16:creationId xmlns:a16="http://schemas.microsoft.com/office/drawing/2014/main" id="{6F60F226-94FB-8C4C-BC08-4A975681F0E3}"/>
              </a:ext>
            </a:extLst>
          </p:cNvPr>
          <p:cNvSpPr/>
          <p:nvPr/>
        </p:nvSpPr>
        <p:spPr>
          <a:xfrm>
            <a:off x="4825786" y="2401369"/>
            <a:ext cx="1566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法人チャネル移行対応</a:t>
            </a:r>
          </a:p>
        </p:txBody>
      </p:sp>
      <p:sp>
        <p:nvSpPr>
          <p:cNvPr id="342" name="Rectangle 389">
            <a:extLst>
              <a:ext uri="{FF2B5EF4-FFF2-40B4-BE49-F238E27FC236}">
                <a16:creationId xmlns:a16="http://schemas.microsoft.com/office/drawing/2014/main" id="{EA110CC5-6F7F-0FFD-CAE1-DD2195F9FEA4}"/>
              </a:ext>
            </a:extLst>
          </p:cNvPr>
          <p:cNvSpPr/>
          <p:nvPr/>
        </p:nvSpPr>
        <p:spPr>
          <a:xfrm>
            <a:off x="4672666" y="2258930"/>
            <a:ext cx="1080000" cy="117773"/>
          </a:xfrm>
          <a:prstGeom prst="rect">
            <a:avLst/>
          </a:prstGeom>
        </p:spPr>
        <p:txBody>
          <a:bodyPr wrap="none" lIns="0" tIns="0" rIns="0" bIns="0" anchor="ctr">
            <a:noAutofit/>
          </a:bodyPr>
          <a:lstStyle/>
          <a:p>
            <a:pPr defTabSz="685800">
              <a:defRPr/>
            </a:pPr>
            <a:r>
              <a:rPr kumimoji="0" lang="ja-JP" altLang="en-US" sz="788" b="1">
                <a:solidFill>
                  <a:srgbClr val="000000"/>
                </a:solidFill>
                <a:latin typeface="Meiryo UI" panose="020B0604030504040204" pitchFamily="50" charset="-128"/>
                <a:ea typeface="Meiryo UI" panose="020B0604030504040204" pitchFamily="50" charset="-128"/>
              </a:rPr>
              <a:t>法人・リテール</a:t>
            </a:r>
            <a:endParaRPr kumimoji="0" lang="en-US" sz="788" b="1">
              <a:solidFill>
                <a:srgbClr val="000000"/>
              </a:solidFill>
              <a:latin typeface="Meiryo UI" panose="020B0604030504040204" pitchFamily="50" charset="-128"/>
              <a:ea typeface="Meiryo UI" panose="020B0604030504040204" pitchFamily="50" charset="-128"/>
            </a:endParaRPr>
          </a:p>
        </p:txBody>
      </p:sp>
      <p:sp>
        <p:nvSpPr>
          <p:cNvPr id="343" name="Oval 401">
            <a:extLst>
              <a:ext uri="{FF2B5EF4-FFF2-40B4-BE49-F238E27FC236}">
                <a16:creationId xmlns:a16="http://schemas.microsoft.com/office/drawing/2014/main" id="{6F456151-9AFC-50BC-293D-3B2D39C6EB0F}"/>
              </a:ext>
            </a:extLst>
          </p:cNvPr>
          <p:cNvSpPr/>
          <p:nvPr/>
        </p:nvSpPr>
        <p:spPr>
          <a:xfrm>
            <a:off x="4702307" y="2568342"/>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44" name="Rectangle 389">
            <a:extLst>
              <a:ext uri="{FF2B5EF4-FFF2-40B4-BE49-F238E27FC236}">
                <a16:creationId xmlns:a16="http://schemas.microsoft.com/office/drawing/2014/main" id="{753220F4-5E37-D974-CC03-143962C43F1C}"/>
              </a:ext>
            </a:extLst>
          </p:cNvPr>
          <p:cNvSpPr/>
          <p:nvPr/>
        </p:nvSpPr>
        <p:spPr>
          <a:xfrm>
            <a:off x="4825786" y="2553621"/>
            <a:ext cx="1566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住宅ローン</a:t>
            </a:r>
            <a:r>
              <a:rPr kumimoji="0" lang="en-US" altLang="ja-JP" sz="788">
                <a:solidFill>
                  <a:srgbClr val="000000"/>
                </a:solidFill>
                <a:latin typeface="Meiryo UI" panose="020B0604030504040204" pitchFamily="50" charset="-128"/>
                <a:ea typeface="Meiryo UI" panose="020B0604030504040204" pitchFamily="50" charset="-128"/>
              </a:rPr>
              <a:t>BPR</a:t>
            </a:r>
          </a:p>
        </p:txBody>
      </p:sp>
      <p:sp>
        <p:nvSpPr>
          <p:cNvPr id="345" name="Oval 401">
            <a:extLst>
              <a:ext uri="{FF2B5EF4-FFF2-40B4-BE49-F238E27FC236}">
                <a16:creationId xmlns:a16="http://schemas.microsoft.com/office/drawing/2014/main" id="{79A9BD57-25BD-D181-5953-ED6C0C0AEDB4}"/>
              </a:ext>
            </a:extLst>
          </p:cNvPr>
          <p:cNvSpPr/>
          <p:nvPr/>
        </p:nvSpPr>
        <p:spPr>
          <a:xfrm>
            <a:off x="4702307" y="2707901"/>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46" name="Rectangle 389">
            <a:extLst>
              <a:ext uri="{FF2B5EF4-FFF2-40B4-BE49-F238E27FC236}">
                <a16:creationId xmlns:a16="http://schemas.microsoft.com/office/drawing/2014/main" id="{566EC3C7-36A6-8971-E288-62CD91DBECFB}"/>
              </a:ext>
            </a:extLst>
          </p:cNvPr>
          <p:cNvSpPr/>
          <p:nvPr/>
        </p:nvSpPr>
        <p:spPr>
          <a:xfrm>
            <a:off x="4825786" y="2693179"/>
            <a:ext cx="1566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次期カスタマーセンター計画策定</a:t>
            </a:r>
          </a:p>
        </p:txBody>
      </p:sp>
      <p:sp>
        <p:nvSpPr>
          <p:cNvPr id="347" name="Oval 401">
            <a:extLst>
              <a:ext uri="{FF2B5EF4-FFF2-40B4-BE49-F238E27FC236}">
                <a16:creationId xmlns:a16="http://schemas.microsoft.com/office/drawing/2014/main" id="{9A02908A-0400-EEB8-57E1-A37CD8DFD9A3}"/>
              </a:ext>
            </a:extLst>
          </p:cNvPr>
          <p:cNvSpPr/>
          <p:nvPr/>
        </p:nvSpPr>
        <p:spPr>
          <a:xfrm>
            <a:off x="2725091" y="3999478"/>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48" name="Rectangle 389">
            <a:extLst>
              <a:ext uri="{FF2B5EF4-FFF2-40B4-BE49-F238E27FC236}">
                <a16:creationId xmlns:a16="http://schemas.microsoft.com/office/drawing/2014/main" id="{3A8BCB10-5DCF-D421-F5A6-413DF698FED9}"/>
              </a:ext>
            </a:extLst>
          </p:cNvPr>
          <p:cNvSpPr/>
          <p:nvPr/>
        </p:nvSpPr>
        <p:spPr>
          <a:xfrm>
            <a:off x="2854655" y="3969013"/>
            <a:ext cx="1701000" cy="117773"/>
          </a:xfrm>
          <a:prstGeom prst="rect">
            <a:avLst/>
          </a:prstGeom>
        </p:spPr>
        <p:txBody>
          <a:bodyPr wrap="none" lIns="0" tIns="0" rIns="0" bIns="0" anchor="ctr">
            <a:noAutofit/>
          </a:bodyPr>
          <a:lstStyle/>
          <a:p>
            <a:pPr defTabSz="685800">
              <a:defRPr/>
            </a:pPr>
            <a:r>
              <a:rPr kumimoji="0" lang="en-US" altLang="ja-JP" sz="788">
                <a:solidFill>
                  <a:srgbClr val="000000"/>
                </a:solidFill>
                <a:latin typeface="Meiryo UI" panose="020B0604030504040204" pitchFamily="50" charset="-128"/>
                <a:ea typeface="Meiryo UI" panose="020B0604030504040204" pitchFamily="50" charset="-128"/>
              </a:rPr>
              <a:t>BaaS</a:t>
            </a:r>
            <a:r>
              <a:rPr kumimoji="0" lang="ja-JP" altLang="en-US" sz="788">
                <a:solidFill>
                  <a:srgbClr val="000000"/>
                </a:solidFill>
                <a:latin typeface="Meiryo UI" panose="020B0604030504040204" pitchFamily="50" charset="-128"/>
                <a:ea typeface="Meiryo UI" panose="020B0604030504040204" pitchFamily="50" charset="-128"/>
              </a:rPr>
              <a:t>プラットフォーム構築</a:t>
            </a:r>
          </a:p>
        </p:txBody>
      </p:sp>
      <p:sp>
        <p:nvSpPr>
          <p:cNvPr id="349" name="Rectangle 389">
            <a:extLst>
              <a:ext uri="{FF2B5EF4-FFF2-40B4-BE49-F238E27FC236}">
                <a16:creationId xmlns:a16="http://schemas.microsoft.com/office/drawing/2014/main" id="{7A3F4FB3-4448-EC74-3091-4C79094EA796}"/>
              </a:ext>
            </a:extLst>
          </p:cNvPr>
          <p:cNvSpPr/>
          <p:nvPr/>
        </p:nvSpPr>
        <p:spPr>
          <a:xfrm>
            <a:off x="2673305" y="3831222"/>
            <a:ext cx="1080000" cy="117773"/>
          </a:xfrm>
          <a:prstGeom prst="rect">
            <a:avLst/>
          </a:prstGeom>
        </p:spPr>
        <p:txBody>
          <a:bodyPr wrap="none" lIns="0" tIns="0" rIns="0" bIns="0" anchor="ctr">
            <a:noAutofit/>
          </a:bodyPr>
          <a:lstStyle/>
          <a:p>
            <a:pPr defTabSz="685800">
              <a:defRPr/>
            </a:pPr>
            <a:r>
              <a:rPr kumimoji="0" lang="ja-JP" altLang="en-US" sz="788" b="1">
                <a:solidFill>
                  <a:srgbClr val="000000"/>
                </a:solidFill>
                <a:latin typeface="Meiryo UI" panose="020B0604030504040204" pitchFamily="50" charset="-128"/>
                <a:ea typeface="Meiryo UI" panose="020B0604030504040204" pitchFamily="50" charset="-128"/>
              </a:rPr>
              <a:t>デジタルサービス</a:t>
            </a:r>
            <a:endParaRPr kumimoji="0" lang="en-US" sz="788" b="1">
              <a:solidFill>
                <a:srgbClr val="000000"/>
              </a:solidFill>
              <a:latin typeface="Meiryo UI" panose="020B0604030504040204" pitchFamily="50" charset="-128"/>
              <a:ea typeface="Meiryo UI" panose="020B0604030504040204" pitchFamily="50" charset="-128"/>
            </a:endParaRPr>
          </a:p>
        </p:txBody>
      </p:sp>
      <p:sp>
        <p:nvSpPr>
          <p:cNvPr id="350" name="Oval 401">
            <a:extLst>
              <a:ext uri="{FF2B5EF4-FFF2-40B4-BE49-F238E27FC236}">
                <a16:creationId xmlns:a16="http://schemas.microsoft.com/office/drawing/2014/main" id="{1E8DF700-A085-CF00-808E-2AA814DC6B44}"/>
              </a:ext>
            </a:extLst>
          </p:cNvPr>
          <p:cNvSpPr/>
          <p:nvPr/>
        </p:nvSpPr>
        <p:spPr>
          <a:xfrm>
            <a:off x="2725091" y="4138654"/>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51" name="Rectangle 389">
            <a:extLst>
              <a:ext uri="{FF2B5EF4-FFF2-40B4-BE49-F238E27FC236}">
                <a16:creationId xmlns:a16="http://schemas.microsoft.com/office/drawing/2014/main" id="{642CEEC9-EAFC-D69C-291F-6A1CCE97D6EE}"/>
              </a:ext>
            </a:extLst>
          </p:cNvPr>
          <p:cNvSpPr/>
          <p:nvPr/>
        </p:nvSpPr>
        <p:spPr>
          <a:xfrm>
            <a:off x="2848254" y="4108188"/>
            <a:ext cx="1701000" cy="117773"/>
          </a:xfrm>
          <a:prstGeom prst="rect">
            <a:avLst/>
          </a:prstGeom>
        </p:spPr>
        <p:txBody>
          <a:bodyPr wrap="none" lIns="0" tIns="0" rIns="0" bIns="0" anchor="ctr">
            <a:noAutofit/>
          </a:bodyPr>
          <a:lstStyle/>
          <a:p>
            <a:pPr defTabSz="685800">
              <a:defRPr/>
            </a:pPr>
            <a:r>
              <a:rPr kumimoji="0" lang="en-US" altLang="zh-TW" sz="788">
                <a:solidFill>
                  <a:srgbClr val="000000"/>
                </a:solidFill>
                <a:latin typeface="Meiryo UI" panose="020B0604030504040204" pitchFamily="50" charset="-128"/>
                <a:ea typeface="Meiryo UI" panose="020B0604030504040204" pitchFamily="50" charset="-128"/>
              </a:rPr>
              <a:t>AI</a:t>
            </a:r>
            <a:r>
              <a:rPr kumimoji="0" lang="zh-TW" altLang="en-US" sz="788">
                <a:solidFill>
                  <a:srgbClr val="000000"/>
                </a:solidFill>
                <a:latin typeface="Meiryo UI" panose="020B0604030504040204" pitchFamily="50" charset="-128"/>
                <a:ea typeface="Meiryo UI" panose="020B0604030504040204" pitchFamily="50" charset="-128"/>
              </a:rPr>
              <a:t>業務適用技術</a:t>
            </a:r>
            <a:r>
              <a:rPr kumimoji="0" lang="en-US" altLang="zh-TW" sz="788">
                <a:solidFill>
                  <a:srgbClr val="000000"/>
                </a:solidFill>
                <a:latin typeface="Meiryo UI" panose="020B0604030504040204" pitchFamily="50" charset="-128"/>
                <a:ea typeface="Meiryo UI" panose="020B0604030504040204" pitchFamily="50" charset="-128"/>
              </a:rPr>
              <a:t>POC</a:t>
            </a:r>
            <a:r>
              <a:rPr kumimoji="0" lang="zh-TW" altLang="en-US" sz="788">
                <a:solidFill>
                  <a:srgbClr val="000000"/>
                </a:solidFill>
                <a:latin typeface="Meiryo UI" panose="020B0604030504040204" pitchFamily="50" charset="-128"/>
                <a:ea typeface="Meiryo UI" panose="020B0604030504040204" pitchFamily="50" charset="-128"/>
              </a:rPr>
              <a:t>等推進</a:t>
            </a:r>
          </a:p>
        </p:txBody>
      </p:sp>
      <p:sp>
        <p:nvSpPr>
          <p:cNvPr id="352" name="Oval 401">
            <a:extLst>
              <a:ext uri="{FF2B5EF4-FFF2-40B4-BE49-F238E27FC236}">
                <a16:creationId xmlns:a16="http://schemas.microsoft.com/office/drawing/2014/main" id="{B2BC134F-1F48-617F-7ADA-A1037787E0AA}"/>
              </a:ext>
            </a:extLst>
          </p:cNvPr>
          <p:cNvSpPr/>
          <p:nvPr/>
        </p:nvSpPr>
        <p:spPr>
          <a:xfrm>
            <a:off x="4702307" y="2132435"/>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53" name="Rectangle 389">
            <a:extLst>
              <a:ext uri="{FF2B5EF4-FFF2-40B4-BE49-F238E27FC236}">
                <a16:creationId xmlns:a16="http://schemas.microsoft.com/office/drawing/2014/main" id="{488D6DC0-9525-11B0-33FA-3C04E903D832}"/>
              </a:ext>
            </a:extLst>
          </p:cNvPr>
          <p:cNvSpPr/>
          <p:nvPr/>
        </p:nvSpPr>
        <p:spPr>
          <a:xfrm>
            <a:off x="4825786" y="2094098"/>
            <a:ext cx="1701000" cy="117773"/>
          </a:xfrm>
          <a:prstGeom prst="rect">
            <a:avLst/>
          </a:prstGeom>
        </p:spPr>
        <p:txBody>
          <a:bodyPr wrap="none" lIns="0" tIns="0" rIns="0" bIns="0" anchor="ctr">
            <a:noAutofit/>
          </a:bodyPr>
          <a:lstStyle/>
          <a:p>
            <a:pPr defTabSz="685800">
              <a:defRPr/>
            </a:pPr>
            <a:r>
              <a:rPr kumimoji="0" lang="en-US" altLang="ja-JP" sz="788" err="1">
                <a:solidFill>
                  <a:srgbClr val="000000"/>
                </a:solidFill>
                <a:latin typeface="Meiryo UI" panose="020B0604030504040204" pitchFamily="50" charset="-128"/>
                <a:ea typeface="Meiryo UI" panose="020B0604030504040204" pitchFamily="50" charset="-128"/>
              </a:rPr>
              <a:t>CoE</a:t>
            </a:r>
            <a:r>
              <a:rPr kumimoji="0" lang="ja-JP" altLang="en-US" sz="788">
                <a:solidFill>
                  <a:srgbClr val="000000"/>
                </a:solidFill>
                <a:latin typeface="Meiryo UI" panose="020B0604030504040204" pitchFamily="50" charset="-128"/>
                <a:ea typeface="Meiryo UI" panose="020B0604030504040204" pitchFamily="50" charset="-128"/>
              </a:rPr>
              <a:t>計画策定・推進（</a:t>
            </a:r>
            <a:r>
              <a:rPr kumimoji="0" lang="en-US" altLang="ja-JP" sz="788">
                <a:solidFill>
                  <a:srgbClr val="000000"/>
                </a:solidFill>
                <a:latin typeface="Meiryo UI" panose="020B0604030504040204" pitchFamily="50" charset="-128"/>
                <a:ea typeface="Meiryo UI" panose="020B0604030504040204" pitchFamily="50" charset="-128"/>
              </a:rPr>
              <a:t>PEGA/RPA</a:t>
            </a:r>
            <a:r>
              <a:rPr kumimoji="0" lang="ja-JP" altLang="en-US" sz="788">
                <a:solidFill>
                  <a:srgbClr val="000000"/>
                </a:solidFill>
                <a:latin typeface="Meiryo UI" panose="020B0604030504040204" pitchFamily="50" charset="-128"/>
                <a:ea typeface="Meiryo UI" panose="020B0604030504040204" pitchFamily="50" charset="-128"/>
              </a:rPr>
              <a:t>）</a:t>
            </a:r>
            <a:endParaRPr kumimoji="0" lang="en-US" altLang="ja-JP" sz="788">
              <a:solidFill>
                <a:srgbClr val="000000"/>
              </a:solidFill>
              <a:latin typeface="Meiryo UI" panose="020B0604030504040204" pitchFamily="50" charset="-128"/>
              <a:ea typeface="Meiryo UI" panose="020B0604030504040204" pitchFamily="50" charset="-128"/>
            </a:endParaRPr>
          </a:p>
        </p:txBody>
      </p:sp>
      <p:sp>
        <p:nvSpPr>
          <p:cNvPr id="354" name="Oval 401">
            <a:extLst>
              <a:ext uri="{FF2B5EF4-FFF2-40B4-BE49-F238E27FC236}">
                <a16:creationId xmlns:a16="http://schemas.microsoft.com/office/drawing/2014/main" id="{2CF6F3EF-C3C9-D0FF-B056-93FB458F5F34}"/>
              </a:ext>
            </a:extLst>
          </p:cNvPr>
          <p:cNvSpPr/>
          <p:nvPr/>
        </p:nvSpPr>
        <p:spPr>
          <a:xfrm>
            <a:off x="6812880" y="4170499"/>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55" name="Rectangle 389">
            <a:extLst>
              <a:ext uri="{FF2B5EF4-FFF2-40B4-BE49-F238E27FC236}">
                <a16:creationId xmlns:a16="http://schemas.microsoft.com/office/drawing/2014/main" id="{CD84E8A2-6DA8-8694-A8F2-0581095A518A}"/>
              </a:ext>
            </a:extLst>
          </p:cNvPr>
          <p:cNvSpPr/>
          <p:nvPr/>
        </p:nvSpPr>
        <p:spPr>
          <a:xfrm>
            <a:off x="6957403" y="4155777"/>
            <a:ext cx="1566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システム人材中途採用強化</a:t>
            </a:r>
          </a:p>
        </p:txBody>
      </p:sp>
      <p:sp>
        <p:nvSpPr>
          <p:cNvPr id="356" name="Oval 401">
            <a:extLst>
              <a:ext uri="{FF2B5EF4-FFF2-40B4-BE49-F238E27FC236}">
                <a16:creationId xmlns:a16="http://schemas.microsoft.com/office/drawing/2014/main" id="{F8DCF774-7F76-5062-3D4F-3F183086F103}"/>
              </a:ext>
            </a:extLst>
          </p:cNvPr>
          <p:cNvSpPr/>
          <p:nvPr/>
        </p:nvSpPr>
        <p:spPr>
          <a:xfrm>
            <a:off x="4702307" y="3141413"/>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57" name="Rectangle 389">
            <a:extLst>
              <a:ext uri="{FF2B5EF4-FFF2-40B4-BE49-F238E27FC236}">
                <a16:creationId xmlns:a16="http://schemas.microsoft.com/office/drawing/2014/main" id="{CAC17CEF-CE03-8783-6251-A9586F9B1A32}"/>
              </a:ext>
            </a:extLst>
          </p:cNvPr>
          <p:cNvSpPr/>
          <p:nvPr/>
        </p:nvSpPr>
        <p:spPr>
          <a:xfrm>
            <a:off x="4825786" y="3126691"/>
            <a:ext cx="1566000" cy="117773"/>
          </a:xfrm>
          <a:prstGeom prst="rect">
            <a:avLst/>
          </a:prstGeom>
        </p:spPr>
        <p:txBody>
          <a:bodyPr wrap="none" lIns="0" tIns="0" rIns="0" bIns="0" anchor="ctr">
            <a:noAutofit/>
          </a:bodyPr>
          <a:lstStyle/>
          <a:p>
            <a:pPr defTabSz="685800">
              <a:defRPr/>
            </a:pPr>
            <a:r>
              <a:rPr kumimoji="0" lang="en-US" altLang="ja-JP" sz="788">
                <a:solidFill>
                  <a:srgbClr val="000000"/>
                </a:solidFill>
                <a:latin typeface="Meiryo UI" panose="020B0604030504040204" pitchFamily="50" charset="-128"/>
                <a:ea typeface="Meiryo UI" panose="020B0604030504040204" pitchFamily="50" charset="-128"/>
              </a:rPr>
              <a:t>SDG/ESG</a:t>
            </a:r>
            <a:r>
              <a:rPr kumimoji="0" lang="ja-JP" altLang="en-US" sz="788">
                <a:solidFill>
                  <a:srgbClr val="000000"/>
                </a:solidFill>
                <a:latin typeface="Meiryo UI" panose="020B0604030504040204" pitchFamily="50" charset="-128"/>
                <a:ea typeface="Meiryo UI" panose="020B0604030504040204" pitchFamily="50" charset="-128"/>
              </a:rPr>
              <a:t>関連新規事業創出</a:t>
            </a:r>
          </a:p>
        </p:txBody>
      </p:sp>
      <p:sp>
        <p:nvSpPr>
          <p:cNvPr id="358" name="Oval 401">
            <a:extLst>
              <a:ext uri="{FF2B5EF4-FFF2-40B4-BE49-F238E27FC236}">
                <a16:creationId xmlns:a16="http://schemas.microsoft.com/office/drawing/2014/main" id="{E99345DB-4DB4-B873-C25D-781A12578A86}"/>
              </a:ext>
            </a:extLst>
          </p:cNvPr>
          <p:cNvSpPr/>
          <p:nvPr/>
        </p:nvSpPr>
        <p:spPr>
          <a:xfrm>
            <a:off x="4702307" y="3595147"/>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59" name="Rectangle 389">
            <a:extLst>
              <a:ext uri="{FF2B5EF4-FFF2-40B4-BE49-F238E27FC236}">
                <a16:creationId xmlns:a16="http://schemas.microsoft.com/office/drawing/2014/main" id="{B167459D-BB40-682F-66D0-37F59B63B6D9}"/>
              </a:ext>
            </a:extLst>
          </p:cNvPr>
          <p:cNvSpPr/>
          <p:nvPr/>
        </p:nvSpPr>
        <p:spPr>
          <a:xfrm>
            <a:off x="4825786" y="3580426"/>
            <a:ext cx="1566000" cy="117773"/>
          </a:xfrm>
          <a:prstGeom prst="rect">
            <a:avLst/>
          </a:prstGeom>
        </p:spPr>
        <p:txBody>
          <a:bodyPr wrap="none" lIns="0" tIns="0" rIns="0" bIns="0" anchor="ctr">
            <a:noAutofit/>
          </a:bodyPr>
          <a:lstStyle/>
          <a:p>
            <a:pPr defTabSz="685800">
              <a:defRPr/>
            </a:pPr>
            <a:r>
              <a:rPr kumimoji="0" lang="en-US" altLang="ja-JP" sz="788">
                <a:solidFill>
                  <a:srgbClr val="000000"/>
                </a:solidFill>
                <a:latin typeface="Meiryo UI" panose="020B0604030504040204" pitchFamily="50" charset="-128"/>
                <a:ea typeface="Meiryo UI" panose="020B0604030504040204" pitchFamily="50" charset="-128"/>
              </a:rPr>
              <a:t>PJ Symphony</a:t>
            </a:r>
            <a:r>
              <a:rPr kumimoji="0" lang="ja-JP" altLang="en-US" sz="788">
                <a:solidFill>
                  <a:srgbClr val="000000"/>
                </a:solidFill>
                <a:latin typeface="Meiryo UI" panose="020B0604030504040204" pitchFamily="50" charset="-128"/>
                <a:ea typeface="Meiryo UI" panose="020B0604030504040204" pitchFamily="50" charset="-128"/>
              </a:rPr>
              <a:t>対応（米国）</a:t>
            </a:r>
          </a:p>
        </p:txBody>
      </p:sp>
      <p:sp>
        <p:nvSpPr>
          <p:cNvPr id="360" name="Oval 401">
            <a:extLst>
              <a:ext uri="{FF2B5EF4-FFF2-40B4-BE49-F238E27FC236}">
                <a16:creationId xmlns:a16="http://schemas.microsoft.com/office/drawing/2014/main" id="{F0B473C5-EEE0-FD06-FE0F-96851F3E6920}"/>
              </a:ext>
            </a:extLst>
          </p:cNvPr>
          <p:cNvSpPr/>
          <p:nvPr/>
        </p:nvSpPr>
        <p:spPr>
          <a:xfrm>
            <a:off x="2725091" y="2379486"/>
            <a:ext cx="81000" cy="8833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61" name="Rectangle 389">
            <a:extLst>
              <a:ext uri="{FF2B5EF4-FFF2-40B4-BE49-F238E27FC236}">
                <a16:creationId xmlns:a16="http://schemas.microsoft.com/office/drawing/2014/main" id="{0E660540-259E-A41A-1CB8-138B6CD5EA9E}"/>
              </a:ext>
            </a:extLst>
          </p:cNvPr>
          <p:cNvSpPr/>
          <p:nvPr/>
        </p:nvSpPr>
        <p:spPr>
          <a:xfrm>
            <a:off x="2868080" y="2361988"/>
            <a:ext cx="1890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デジタルファクトリー（</a:t>
            </a:r>
            <a:r>
              <a:rPr kumimoji="0" lang="en-US" altLang="ja-JP" sz="788">
                <a:solidFill>
                  <a:srgbClr val="000000"/>
                </a:solidFill>
                <a:latin typeface="Meiryo UI" panose="020B0604030504040204" pitchFamily="50" charset="-128"/>
                <a:ea typeface="Meiryo UI" panose="020B0604030504040204" pitchFamily="50" charset="-128"/>
              </a:rPr>
              <a:t>SFDC</a:t>
            </a:r>
            <a:r>
              <a:rPr kumimoji="0" lang="ja-JP" altLang="en-US" sz="788">
                <a:solidFill>
                  <a:srgbClr val="000000"/>
                </a:solidFill>
                <a:latin typeface="Meiryo UI" panose="020B0604030504040204" pitchFamily="50" charset="-128"/>
                <a:ea typeface="Meiryo UI" panose="020B0604030504040204" pitchFamily="50" charset="-128"/>
              </a:rPr>
              <a:t>）</a:t>
            </a:r>
          </a:p>
        </p:txBody>
      </p:sp>
      <p:sp>
        <p:nvSpPr>
          <p:cNvPr id="362" name="Rectangle 389">
            <a:extLst>
              <a:ext uri="{FF2B5EF4-FFF2-40B4-BE49-F238E27FC236}">
                <a16:creationId xmlns:a16="http://schemas.microsoft.com/office/drawing/2014/main" id="{20785E26-7D3B-965C-39EB-6E38AC790B0C}"/>
              </a:ext>
            </a:extLst>
          </p:cNvPr>
          <p:cNvSpPr/>
          <p:nvPr/>
        </p:nvSpPr>
        <p:spPr>
          <a:xfrm>
            <a:off x="4825786" y="3280345"/>
            <a:ext cx="1566000" cy="117773"/>
          </a:xfrm>
          <a:prstGeom prst="rect">
            <a:avLst/>
          </a:prstGeom>
        </p:spPr>
        <p:txBody>
          <a:bodyPr wrap="none" lIns="0" tIns="0" rIns="0" bIns="0" anchor="ctr">
            <a:noAutofit/>
          </a:bodyPr>
          <a:lstStyle/>
          <a:p>
            <a:pPr defTabSz="685800">
              <a:defRPr/>
            </a:pPr>
            <a:r>
              <a:rPr kumimoji="0" lang="en-US" altLang="ja-JP" sz="788">
                <a:solidFill>
                  <a:srgbClr val="000000"/>
                </a:solidFill>
                <a:latin typeface="Meiryo UI" panose="020B0604030504040204" pitchFamily="50" charset="-128"/>
                <a:ea typeface="Meiryo UI" panose="020B0604030504040204" pitchFamily="50" charset="-128"/>
              </a:rPr>
              <a:t>AI Powered Enterprise Value Cockpit</a:t>
            </a:r>
            <a:r>
              <a:rPr kumimoji="0" lang="ja-JP" altLang="en-US" sz="788">
                <a:solidFill>
                  <a:srgbClr val="000000"/>
                </a:solidFill>
                <a:latin typeface="Meiryo UI" panose="020B0604030504040204" pitchFamily="50" charset="-128"/>
                <a:ea typeface="Meiryo UI" panose="020B0604030504040204" pitchFamily="50" charset="-128"/>
              </a:rPr>
              <a:t>導入</a:t>
            </a:r>
          </a:p>
        </p:txBody>
      </p:sp>
      <p:sp>
        <p:nvSpPr>
          <p:cNvPr id="363" name="Oval 401">
            <a:extLst>
              <a:ext uri="{FF2B5EF4-FFF2-40B4-BE49-F238E27FC236}">
                <a16:creationId xmlns:a16="http://schemas.microsoft.com/office/drawing/2014/main" id="{B420D045-3409-5BCA-332F-2BCD61633B55}"/>
              </a:ext>
            </a:extLst>
          </p:cNvPr>
          <p:cNvSpPr/>
          <p:nvPr/>
        </p:nvSpPr>
        <p:spPr>
          <a:xfrm>
            <a:off x="2725091" y="2781559"/>
            <a:ext cx="81000" cy="8833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64" name="Rectangle 389">
            <a:extLst>
              <a:ext uri="{FF2B5EF4-FFF2-40B4-BE49-F238E27FC236}">
                <a16:creationId xmlns:a16="http://schemas.microsoft.com/office/drawing/2014/main" id="{23F7827F-172B-FDDB-6DA6-E02C8FB865A4}"/>
              </a:ext>
            </a:extLst>
          </p:cNvPr>
          <p:cNvSpPr/>
          <p:nvPr/>
        </p:nvSpPr>
        <p:spPr>
          <a:xfrm>
            <a:off x="2868080" y="2764992"/>
            <a:ext cx="1701000" cy="117773"/>
          </a:xfrm>
          <a:prstGeom prst="rect">
            <a:avLst/>
          </a:prstGeom>
        </p:spPr>
        <p:txBody>
          <a:bodyPr wrap="none" lIns="0" tIns="0" rIns="0" bIns="0" anchor="ctr">
            <a:noAutofit/>
          </a:bodyPr>
          <a:lstStyle/>
          <a:p>
            <a:pPr defTabSz="685800">
              <a:defRPr/>
            </a:pPr>
            <a:r>
              <a:rPr kumimoji="0" lang="en-US" altLang="ja-JP" sz="788">
                <a:solidFill>
                  <a:srgbClr val="000000"/>
                </a:solidFill>
                <a:latin typeface="Meiryo UI" panose="020B0604030504040204" pitchFamily="50" charset="-128"/>
                <a:ea typeface="Meiryo UI" panose="020B0604030504040204" pitchFamily="50" charset="-128"/>
              </a:rPr>
              <a:t>ITSM</a:t>
            </a:r>
            <a:r>
              <a:rPr kumimoji="0" lang="ja-JP" altLang="en-US" sz="788">
                <a:solidFill>
                  <a:srgbClr val="000000"/>
                </a:solidFill>
                <a:latin typeface="Meiryo UI" panose="020B0604030504040204" pitchFamily="50" charset="-128"/>
                <a:ea typeface="Meiryo UI" panose="020B0604030504040204" pitchFamily="50" charset="-128"/>
              </a:rPr>
              <a:t>導入拡大（</a:t>
            </a:r>
            <a:r>
              <a:rPr kumimoji="0" lang="en-US" altLang="ja-JP" sz="788">
                <a:solidFill>
                  <a:srgbClr val="000000"/>
                </a:solidFill>
                <a:latin typeface="Meiryo UI" panose="020B0604030504040204" pitchFamily="50" charset="-128"/>
                <a:ea typeface="Meiryo UI" panose="020B0604030504040204" pitchFamily="50" charset="-128"/>
              </a:rPr>
              <a:t>ServiceNow</a:t>
            </a:r>
            <a:r>
              <a:rPr kumimoji="0" lang="ja-JP" altLang="en-US" sz="788">
                <a:solidFill>
                  <a:srgbClr val="000000"/>
                </a:solidFill>
                <a:latin typeface="Meiryo UI" panose="020B0604030504040204" pitchFamily="50" charset="-128"/>
                <a:ea typeface="Meiryo UI" panose="020B0604030504040204" pitchFamily="50" charset="-128"/>
              </a:rPr>
              <a:t>）</a:t>
            </a:r>
          </a:p>
        </p:txBody>
      </p:sp>
      <p:sp>
        <p:nvSpPr>
          <p:cNvPr id="365" name="Oval 401">
            <a:extLst>
              <a:ext uri="{FF2B5EF4-FFF2-40B4-BE49-F238E27FC236}">
                <a16:creationId xmlns:a16="http://schemas.microsoft.com/office/drawing/2014/main" id="{0C4626A0-4A6F-CC87-E287-6C4732C1037B}"/>
              </a:ext>
            </a:extLst>
          </p:cNvPr>
          <p:cNvSpPr/>
          <p:nvPr/>
        </p:nvSpPr>
        <p:spPr>
          <a:xfrm>
            <a:off x="2829290" y="2912729"/>
            <a:ext cx="81000" cy="8833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66" name="Rectangle 389">
            <a:extLst>
              <a:ext uri="{FF2B5EF4-FFF2-40B4-BE49-F238E27FC236}">
                <a16:creationId xmlns:a16="http://schemas.microsoft.com/office/drawing/2014/main" id="{91DF334C-80C9-7A7C-677A-DF651D58A717}"/>
              </a:ext>
            </a:extLst>
          </p:cNvPr>
          <p:cNvSpPr/>
          <p:nvPr/>
        </p:nvSpPr>
        <p:spPr>
          <a:xfrm>
            <a:off x="2942872" y="2898008"/>
            <a:ext cx="1890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生成</a:t>
            </a:r>
            <a:r>
              <a:rPr kumimoji="0" lang="en-US" altLang="ja-JP" sz="788">
                <a:solidFill>
                  <a:srgbClr val="000000"/>
                </a:solidFill>
                <a:latin typeface="Meiryo UI" panose="020B0604030504040204" pitchFamily="50" charset="-128"/>
                <a:ea typeface="Meiryo UI" panose="020B0604030504040204" pitchFamily="50" charset="-128"/>
              </a:rPr>
              <a:t>AI</a:t>
            </a:r>
            <a:r>
              <a:rPr kumimoji="0" lang="ja-JP" altLang="en-US" sz="788">
                <a:solidFill>
                  <a:srgbClr val="000000"/>
                </a:solidFill>
                <a:latin typeface="Meiryo UI" panose="020B0604030504040204" pitchFamily="50" charset="-128"/>
                <a:ea typeface="Meiryo UI" panose="020B0604030504040204" pitchFamily="50" charset="-128"/>
              </a:rPr>
              <a:t>推進</a:t>
            </a:r>
            <a:r>
              <a:rPr kumimoji="0" lang="en-US" altLang="ja-JP" sz="788">
                <a:solidFill>
                  <a:srgbClr val="000000"/>
                </a:solidFill>
                <a:latin typeface="Meiryo UI" panose="020B0604030504040204" pitchFamily="50" charset="-128"/>
                <a:ea typeface="Meiryo UI" panose="020B0604030504040204" pitchFamily="50" charset="-128"/>
              </a:rPr>
              <a:t>PT</a:t>
            </a:r>
            <a:endParaRPr kumimoji="0" lang="ja-JP" altLang="en-US" sz="788">
              <a:solidFill>
                <a:srgbClr val="000000"/>
              </a:solidFill>
              <a:latin typeface="Meiryo UI" panose="020B0604030504040204" pitchFamily="50" charset="-128"/>
              <a:ea typeface="Meiryo UI" panose="020B0604030504040204" pitchFamily="50" charset="-128"/>
            </a:endParaRPr>
          </a:p>
        </p:txBody>
      </p:sp>
      <p:sp>
        <p:nvSpPr>
          <p:cNvPr id="367" name="Oval 401">
            <a:extLst>
              <a:ext uri="{FF2B5EF4-FFF2-40B4-BE49-F238E27FC236}">
                <a16:creationId xmlns:a16="http://schemas.microsoft.com/office/drawing/2014/main" id="{CA3CA571-7ADD-D10B-04D9-AF9E220C6DFA}"/>
              </a:ext>
            </a:extLst>
          </p:cNvPr>
          <p:cNvSpPr/>
          <p:nvPr/>
        </p:nvSpPr>
        <p:spPr>
          <a:xfrm>
            <a:off x="2725091" y="2912729"/>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68" name="Oval 401">
            <a:extLst>
              <a:ext uri="{FF2B5EF4-FFF2-40B4-BE49-F238E27FC236}">
                <a16:creationId xmlns:a16="http://schemas.microsoft.com/office/drawing/2014/main" id="{18863B79-60BD-EE8F-F348-7DD972027223}"/>
              </a:ext>
            </a:extLst>
          </p:cNvPr>
          <p:cNvSpPr/>
          <p:nvPr/>
        </p:nvSpPr>
        <p:spPr>
          <a:xfrm>
            <a:off x="543178" y="2497982"/>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69" name="Rectangle 389">
            <a:extLst>
              <a:ext uri="{FF2B5EF4-FFF2-40B4-BE49-F238E27FC236}">
                <a16:creationId xmlns:a16="http://schemas.microsoft.com/office/drawing/2014/main" id="{D20581CB-ED62-C80E-557D-49CC5EA70AC2}"/>
              </a:ext>
            </a:extLst>
          </p:cNvPr>
          <p:cNvSpPr/>
          <p:nvPr/>
        </p:nvSpPr>
        <p:spPr>
          <a:xfrm>
            <a:off x="652219" y="2483260"/>
            <a:ext cx="1566000" cy="117773"/>
          </a:xfrm>
          <a:prstGeom prst="rect">
            <a:avLst/>
          </a:prstGeom>
        </p:spPr>
        <p:txBody>
          <a:bodyPr wrap="none" lIns="0" tIns="0" rIns="0" bIns="0" anchor="ctr">
            <a:noAutofit/>
          </a:bodyPr>
          <a:lstStyle/>
          <a:p>
            <a:pPr defTabSz="685800">
              <a:defRPr/>
            </a:pPr>
            <a:r>
              <a:rPr kumimoji="0" lang="zh-TW" altLang="en-US" sz="788">
                <a:solidFill>
                  <a:srgbClr val="000000"/>
                </a:solidFill>
                <a:latin typeface="Meiryo UI" panose="020B0604030504040204" pitchFamily="50" charset="-128"/>
                <a:ea typeface="Meiryo UI" panose="020B0604030504040204" pitchFamily="50" charset="-128"/>
              </a:rPr>
              <a:t>貴行次期</a:t>
            </a:r>
            <a:r>
              <a:rPr kumimoji="0" lang="en-US" altLang="zh-TW" sz="788">
                <a:solidFill>
                  <a:srgbClr val="000000"/>
                </a:solidFill>
                <a:latin typeface="Meiryo UI" panose="020B0604030504040204" pitchFamily="50" charset="-128"/>
                <a:ea typeface="Meiryo UI" panose="020B0604030504040204" pitchFamily="50" charset="-128"/>
              </a:rPr>
              <a:t>CMS</a:t>
            </a:r>
            <a:r>
              <a:rPr kumimoji="0" lang="zh-TW" altLang="en-US" sz="788">
                <a:solidFill>
                  <a:srgbClr val="000000"/>
                </a:solidFill>
                <a:latin typeface="Meiryo UI" panose="020B0604030504040204" pitchFamily="50" charset="-128"/>
                <a:ea typeface="Meiryo UI" panose="020B0604030504040204" pitchFamily="50" charset="-128"/>
              </a:rPr>
              <a:t>選定支援</a:t>
            </a:r>
            <a:endParaRPr kumimoji="0" lang="ja-JP" altLang="en-US" sz="788">
              <a:solidFill>
                <a:srgbClr val="000000"/>
              </a:solidFill>
              <a:latin typeface="Meiryo UI" panose="020B0604030504040204" pitchFamily="50" charset="-128"/>
              <a:ea typeface="Meiryo UI" panose="020B0604030504040204" pitchFamily="50" charset="-128"/>
            </a:endParaRPr>
          </a:p>
        </p:txBody>
      </p:sp>
      <p:sp>
        <p:nvSpPr>
          <p:cNvPr id="370" name="Rectangle 389">
            <a:extLst>
              <a:ext uri="{FF2B5EF4-FFF2-40B4-BE49-F238E27FC236}">
                <a16:creationId xmlns:a16="http://schemas.microsoft.com/office/drawing/2014/main" id="{F64EADA9-3B2E-BC96-1942-9F5F930F0ADE}"/>
              </a:ext>
            </a:extLst>
          </p:cNvPr>
          <p:cNvSpPr/>
          <p:nvPr/>
        </p:nvSpPr>
        <p:spPr>
          <a:xfrm>
            <a:off x="2955264" y="3498231"/>
            <a:ext cx="1890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サイバーセキュリティ領域における行員支援</a:t>
            </a:r>
          </a:p>
        </p:txBody>
      </p:sp>
      <p:sp>
        <p:nvSpPr>
          <p:cNvPr id="371" name="Oval 401">
            <a:extLst>
              <a:ext uri="{FF2B5EF4-FFF2-40B4-BE49-F238E27FC236}">
                <a16:creationId xmlns:a16="http://schemas.microsoft.com/office/drawing/2014/main" id="{5C174659-3028-7F1F-A89D-37BB1CD8DFFC}"/>
              </a:ext>
            </a:extLst>
          </p:cNvPr>
          <p:cNvSpPr/>
          <p:nvPr/>
        </p:nvSpPr>
        <p:spPr>
          <a:xfrm>
            <a:off x="2829290" y="3512953"/>
            <a:ext cx="81000" cy="8833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72" name="Oval 401">
            <a:extLst>
              <a:ext uri="{FF2B5EF4-FFF2-40B4-BE49-F238E27FC236}">
                <a16:creationId xmlns:a16="http://schemas.microsoft.com/office/drawing/2014/main" id="{954C32A5-85FA-62D1-CBFB-FDCBDBFCF8CE}"/>
              </a:ext>
            </a:extLst>
          </p:cNvPr>
          <p:cNvSpPr/>
          <p:nvPr/>
        </p:nvSpPr>
        <p:spPr>
          <a:xfrm>
            <a:off x="2725091" y="3512953"/>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73" name="Oval 401">
            <a:extLst>
              <a:ext uri="{FF2B5EF4-FFF2-40B4-BE49-F238E27FC236}">
                <a16:creationId xmlns:a16="http://schemas.microsoft.com/office/drawing/2014/main" id="{345F06CC-19E8-27CC-8B8F-7261C1195AD0}"/>
              </a:ext>
            </a:extLst>
          </p:cNvPr>
          <p:cNvSpPr/>
          <p:nvPr/>
        </p:nvSpPr>
        <p:spPr>
          <a:xfrm>
            <a:off x="543178" y="3316302"/>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74" name="Rectangle 389">
            <a:extLst>
              <a:ext uri="{FF2B5EF4-FFF2-40B4-BE49-F238E27FC236}">
                <a16:creationId xmlns:a16="http://schemas.microsoft.com/office/drawing/2014/main" id="{A30D16C9-83BB-4420-529B-94DBE69BA1D5}"/>
              </a:ext>
            </a:extLst>
          </p:cNvPr>
          <p:cNvSpPr/>
          <p:nvPr/>
        </p:nvSpPr>
        <p:spPr>
          <a:xfrm>
            <a:off x="782156" y="3301580"/>
            <a:ext cx="1566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新</a:t>
            </a:r>
            <a:r>
              <a:rPr kumimoji="0" lang="en-US" altLang="ja-JP" sz="788">
                <a:solidFill>
                  <a:srgbClr val="000000"/>
                </a:solidFill>
                <a:latin typeface="Meiryo UI" panose="020B0604030504040204" pitchFamily="50" charset="-128"/>
                <a:ea typeface="Meiryo UI" panose="020B0604030504040204" pitchFamily="50" charset="-128"/>
              </a:rPr>
              <a:t>MUFG</a:t>
            </a:r>
            <a:r>
              <a:rPr kumimoji="0" lang="ja-JP" altLang="en-US" sz="788">
                <a:solidFill>
                  <a:srgbClr val="000000"/>
                </a:solidFill>
                <a:latin typeface="Meiryo UI" panose="020B0604030504040204" pitchFamily="50" charset="-128"/>
                <a:ea typeface="Meiryo UI" panose="020B0604030504040204" pitchFamily="50" charset="-128"/>
              </a:rPr>
              <a:t>相続総合サービス</a:t>
            </a:r>
            <a:endParaRPr kumimoji="0" lang="en-US" altLang="ja-JP" sz="788">
              <a:solidFill>
                <a:srgbClr val="000000"/>
              </a:solidFill>
              <a:latin typeface="Meiryo UI" panose="020B0604030504040204" pitchFamily="50" charset="-128"/>
              <a:ea typeface="Meiryo UI" panose="020B0604030504040204" pitchFamily="50" charset="-128"/>
            </a:endParaRPr>
          </a:p>
        </p:txBody>
      </p:sp>
      <p:sp>
        <p:nvSpPr>
          <p:cNvPr id="375" name="Oval 401">
            <a:extLst>
              <a:ext uri="{FF2B5EF4-FFF2-40B4-BE49-F238E27FC236}">
                <a16:creationId xmlns:a16="http://schemas.microsoft.com/office/drawing/2014/main" id="{5564EFDA-A4A7-0267-C72C-7F402D007E53}"/>
              </a:ext>
            </a:extLst>
          </p:cNvPr>
          <p:cNvSpPr/>
          <p:nvPr/>
        </p:nvSpPr>
        <p:spPr>
          <a:xfrm>
            <a:off x="656207" y="3317421"/>
            <a:ext cx="81000" cy="8833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76" name="Oval 401">
            <a:extLst>
              <a:ext uri="{FF2B5EF4-FFF2-40B4-BE49-F238E27FC236}">
                <a16:creationId xmlns:a16="http://schemas.microsoft.com/office/drawing/2014/main" id="{32304A03-3DA0-CFAE-E838-B85085A752B8}"/>
              </a:ext>
            </a:extLst>
          </p:cNvPr>
          <p:cNvSpPr/>
          <p:nvPr/>
        </p:nvSpPr>
        <p:spPr>
          <a:xfrm>
            <a:off x="543178" y="2922808"/>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77" name="Rectangle 389">
            <a:extLst>
              <a:ext uri="{FF2B5EF4-FFF2-40B4-BE49-F238E27FC236}">
                <a16:creationId xmlns:a16="http://schemas.microsoft.com/office/drawing/2014/main" id="{50E7C032-424D-21AC-7CAB-A24E2582CCE0}"/>
              </a:ext>
            </a:extLst>
          </p:cNvPr>
          <p:cNvSpPr/>
          <p:nvPr/>
        </p:nvSpPr>
        <p:spPr>
          <a:xfrm>
            <a:off x="652219" y="2908086"/>
            <a:ext cx="1566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営業力強化プログラム</a:t>
            </a:r>
          </a:p>
        </p:txBody>
      </p:sp>
      <p:sp>
        <p:nvSpPr>
          <p:cNvPr id="378" name="Oval 401">
            <a:extLst>
              <a:ext uri="{FF2B5EF4-FFF2-40B4-BE49-F238E27FC236}">
                <a16:creationId xmlns:a16="http://schemas.microsoft.com/office/drawing/2014/main" id="{2D17183E-485F-07E1-8A03-E826641DD6AF}"/>
              </a:ext>
            </a:extLst>
          </p:cNvPr>
          <p:cNvSpPr/>
          <p:nvPr/>
        </p:nvSpPr>
        <p:spPr>
          <a:xfrm>
            <a:off x="543178" y="3196409"/>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79" name="Rectangle 389">
            <a:extLst>
              <a:ext uri="{FF2B5EF4-FFF2-40B4-BE49-F238E27FC236}">
                <a16:creationId xmlns:a16="http://schemas.microsoft.com/office/drawing/2014/main" id="{8FB48A8C-F77C-72BF-B35E-38F80015601A}"/>
              </a:ext>
            </a:extLst>
          </p:cNvPr>
          <p:cNvSpPr/>
          <p:nvPr/>
        </p:nvSpPr>
        <p:spPr>
          <a:xfrm>
            <a:off x="652219" y="3181688"/>
            <a:ext cx="1566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市場システムアーキプロセス実行支援及び運営支援</a:t>
            </a:r>
          </a:p>
        </p:txBody>
      </p:sp>
      <p:sp>
        <p:nvSpPr>
          <p:cNvPr id="380" name="Oval 401">
            <a:extLst>
              <a:ext uri="{FF2B5EF4-FFF2-40B4-BE49-F238E27FC236}">
                <a16:creationId xmlns:a16="http://schemas.microsoft.com/office/drawing/2014/main" id="{5240EC78-6EEF-D365-FB71-5DD73192F443}"/>
              </a:ext>
            </a:extLst>
          </p:cNvPr>
          <p:cNvSpPr/>
          <p:nvPr/>
        </p:nvSpPr>
        <p:spPr>
          <a:xfrm>
            <a:off x="4702307" y="2431265"/>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81" name="Oval 401">
            <a:extLst>
              <a:ext uri="{FF2B5EF4-FFF2-40B4-BE49-F238E27FC236}">
                <a16:creationId xmlns:a16="http://schemas.microsoft.com/office/drawing/2014/main" id="{AB0A99DA-EBAE-F3B4-CF7F-42A1543472CE}"/>
              </a:ext>
            </a:extLst>
          </p:cNvPr>
          <p:cNvSpPr/>
          <p:nvPr/>
        </p:nvSpPr>
        <p:spPr>
          <a:xfrm>
            <a:off x="4702307" y="2990407"/>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82" name="Rectangle 389">
            <a:extLst>
              <a:ext uri="{FF2B5EF4-FFF2-40B4-BE49-F238E27FC236}">
                <a16:creationId xmlns:a16="http://schemas.microsoft.com/office/drawing/2014/main" id="{DE5C013A-E254-AA98-D489-F45B0481EA9A}"/>
              </a:ext>
            </a:extLst>
          </p:cNvPr>
          <p:cNvSpPr/>
          <p:nvPr/>
        </p:nvSpPr>
        <p:spPr>
          <a:xfrm>
            <a:off x="2868080" y="3015437"/>
            <a:ext cx="1701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セキュリティアーキテクチャ検討</a:t>
            </a:r>
          </a:p>
        </p:txBody>
      </p:sp>
      <p:sp>
        <p:nvSpPr>
          <p:cNvPr id="383" name="Oval 401">
            <a:extLst>
              <a:ext uri="{FF2B5EF4-FFF2-40B4-BE49-F238E27FC236}">
                <a16:creationId xmlns:a16="http://schemas.microsoft.com/office/drawing/2014/main" id="{070732FE-1AB8-51C9-A2C6-1BE663D91C37}"/>
              </a:ext>
            </a:extLst>
          </p:cNvPr>
          <p:cNvSpPr/>
          <p:nvPr/>
        </p:nvSpPr>
        <p:spPr>
          <a:xfrm>
            <a:off x="2725091" y="3172466"/>
            <a:ext cx="81000" cy="8833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84" name="Rectangle 389">
            <a:extLst>
              <a:ext uri="{FF2B5EF4-FFF2-40B4-BE49-F238E27FC236}">
                <a16:creationId xmlns:a16="http://schemas.microsoft.com/office/drawing/2014/main" id="{DD7C14C0-3E52-49FE-DEDB-CE22F116AFCC}"/>
              </a:ext>
            </a:extLst>
          </p:cNvPr>
          <p:cNvSpPr/>
          <p:nvPr/>
        </p:nvSpPr>
        <p:spPr>
          <a:xfrm>
            <a:off x="2868080" y="3155900"/>
            <a:ext cx="1701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日銀決済支援</a:t>
            </a:r>
          </a:p>
        </p:txBody>
      </p:sp>
      <p:sp>
        <p:nvSpPr>
          <p:cNvPr id="385" name="Oval 401">
            <a:extLst>
              <a:ext uri="{FF2B5EF4-FFF2-40B4-BE49-F238E27FC236}">
                <a16:creationId xmlns:a16="http://schemas.microsoft.com/office/drawing/2014/main" id="{23C90EAF-2B8E-98EA-40DC-CB7D94A93B85}"/>
              </a:ext>
            </a:extLst>
          </p:cNvPr>
          <p:cNvSpPr/>
          <p:nvPr/>
        </p:nvSpPr>
        <p:spPr>
          <a:xfrm>
            <a:off x="543178" y="3071066"/>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86" name="Rectangle 389">
            <a:extLst>
              <a:ext uri="{FF2B5EF4-FFF2-40B4-BE49-F238E27FC236}">
                <a16:creationId xmlns:a16="http://schemas.microsoft.com/office/drawing/2014/main" id="{7BF62D8F-D17D-57FA-19D6-DB739A43668B}"/>
              </a:ext>
            </a:extLst>
          </p:cNvPr>
          <p:cNvSpPr/>
          <p:nvPr/>
        </p:nvSpPr>
        <p:spPr>
          <a:xfrm>
            <a:off x="652219" y="3056345"/>
            <a:ext cx="1566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法人営業力強化プログラムグランドデザイン支援</a:t>
            </a:r>
          </a:p>
        </p:txBody>
      </p:sp>
      <p:sp>
        <p:nvSpPr>
          <p:cNvPr id="387" name="Oval 401">
            <a:extLst>
              <a:ext uri="{FF2B5EF4-FFF2-40B4-BE49-F238E27FC236}">
                <a16:creationId xmlns:a16="http://schemas.microsoft.com/office/drawing/2014/main" id="{70A72F6F-8FB0-9A50-07C8-FBDCDBBE6111}"/>
              </a:ext>
            </a:extLst>
          </p:cNvPr>
          <p:cNvSpPr/>
          <p:nvPr/>
        </p:nvSpPr>
        <p:spPr>
          <a:xfrm>
            <a:off x="543178" y="3762027"/>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88" name="Rectangle 389">
            <a:extLst>
              <a:ext uri="{FF2B5EF4-FFF2-40B4-BE49-F238E27FC236}">
                <a16:creationId xmlns:a16="http://schemas.microsoft.com/office/drawing/2014/main" id="{731F88E4-C33A-96E5-70D7-052DEB760F91}"/>
              </a:ext>
            </a:extLst>
          </p:cNvPr>
          <p:cNvSpPr/>
          <p:nvPr/>
        </p:nvSpPr>
        <p:spPr>
          <a:xfrm>
            <a:off x="652219" y="3747305"/>
            <a:ext cx="1566000" cy="117773"/>
          </a:xfrm>
          <a:prstGeom prst="rect">
            <a:avLst/>
          </a:prstGeom>
        </p:spPr>
        <p:txBody>
          <a:bodyPr wrap="none" lIns="0" tIns="0" rIns="0" bIns="0" anchor="ctr">
            <a:noAutofit/>
          </a:bodyPr>
          <a:lstStyle/>
          <a:p>
            <a:pPr defTabSz="685800">
              <a:defRPr/>
            </a:pPr>
            <a:r>
              <a:rPr kumimoji="0" lang="en-US" altLang="ja-JP" sz="788">
                <a:solidFill>
                  <a:srgbClr val="000000"/>
                </a:solidFill>
                <a:latin typeface="Meiryo UI" panose="020B0604030504040204" pitchFamily="50" charset="-128"/>
                <a:ea typeface="Meiryo UI" panose="020B0604030504040204" pitchFamily="50" charset="-128"/>
              </a:rPr>
              <a:t>GFCD</a:t>
            </a:r>
            <a:r>
              <a:rPr kumimoji="0" lang="ja-JP" altLang="en-US" sz="788">
                <a:solidFill>
                  <a:srgbClr val="000000"/>
                </a:solidFill>
                <a:latin typeface="Meiryo UI" panose="020B0604030504040204" pitchFamily="50" charset="-128"/>
                <a:ea typeface="Meiryo UI" panose="020B0604030504040204" pitchFamily="50" charset="-128"/>
              </a:rPr>
              <a:t>テクノロジープログラム</a:t>
            </a:r>
          </a:p>
        </p:txBody>
      </p:sp>
      <p:sp>
        <p:nvSpPr>
          <p:cNvPr id="389" name="Oval 401">
            <a:extLst>
              <a:ext uri="{FF2B5EF4-FFF2-40B4-BE49-F238E27FC236}">
                <a16:creationId xmlns:a16="http://schemas.microsoft.com/office/drawing/2014/main" id="{085D6D01-3B8D-2686-F39C-0CF67BA41979}"/>
              </a:ext>
            </a:extLst>
          </p:cNvPr>
          <p:cNvSpPr/>
          <p:nvPr/>
        </p:nvSpPr>
        <p:spPr>
          <a:xfrm>
            <a:off x="543178" y="3894635"/>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90" name="Rectangle 389">
            <a:extLst>
              <a:ext uri="{FF2B5EF4-FFF2-40B4-BE49-F238E27FC236}">
                <a16:creationId xmlns:a16="http://schemas.microsoft.com/office/drawing/2014/main" id="{3C56FDAC-7570-D1A0-C3A7-2EC6C74CE53D}"/>
              </a:ext>
            </a:extLst>
          </p:cNvPr>
          <p:cNvSpPr/>
          <p:nvPr/>
        </p:nvSpPr>
        <p:spPr>
          <a:xfrm>
            <a:off x="652219" y="3879913"/>
            <a:ext cx="1566000" cy="117773"/>
          </a:xfrm>
          <a:prstGeom prst="rect">
            <a:avLst/>
          </a:prstGeom>
        </p:spPr>
        <p:txBody>
          <a:bodyPr wrap="none" lIns="0" tIns="0" rIns="0" bIns="0" anchor="ctr">
            <a:noAutofit/>
          </a:bodyPr>
          <a:lstStyle/>
          <a:p>
            <a:pPr defTabSz="685800">
              <a:defRPr/>
            </a:pPr>
            <a:r>
              <a:rPr kumimoji="0" lang="en-US" altLang="ja-JP" sz="788">
                <a:solidFill>
                  <a:srgbClr val="000000"/>
                </a:solidFill>
                <a:latin typeface="Meiryo UI" panose="020B0604030504040204" pitchFamily="50" charset="-128"/>
                <a:ea typeface="Meiryo UI" panose="020B0604030504040204" pitchFamily="50" charset="-128"/>
              </a:rPr>
              <a:t>ISO20022</a:t>
            </a:r>
            <a:r>
              <a:rPr kumimoji="0" lang="ja-JP" altLang="en-US" sz="788">
                <a:solidFill>
                  <a:srgbClr val="000000"/>
                </a:solidFill>
                <a:latin typeface="Meiryo UI" panose="020B0604030504040204" pitchFamily="50" charset="-128"/>
                <a:ea typeface="Meiryo UI" panose="020B0604030504040204" pitchFamily="50" charset="-128"/>
              </a:rPr>
              <a:t>顧客移行支援</a:t>
            </a:r>
          </a:p>
        </p:txBody>
      </p:sp>
      <p:sp>
        <p:nvSpPr>
          <p:cNvPr id="391" name="Oval 401">
            <a:extLst>
              <a:ext uri="{FF2B5EF4-FFF2-40B4-BE49-F238E27FC236}">
                <a16:creationId xmlns:a16="http://schemas.microsoft.com/office/drawing/2014/main" id="{790114F2-29E4-2383-2A5E-25C4581A1030}"/>
              </a:ext>
            </a:extLst>
          </p:cNvPr>
          <p:cNvSpPr/>
          <p:nvPr/>
        </p:nvSpPr>
        <p:spPr>
          <a:xfrm>
            <a:off x="2725091" y="3051043"/>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92" name="Rectangle 389">
            <a:extLst>
              <a:ext uri="{FF2B5EF4-FFF2-40B4-BE49-F238E27FC236}">
                <a16:creationId xmlns:a16="http://schemas.microsoft.com/office/drawing/2014/main" id="{6A29E4DD-AE02-2FF5-FC8D-9BB079DC865F}"/>
              </a:ext>
            </a:extLst>
          </p:cNvPr>
          <p:cNvSpPr/>
          <p:nvPr/>
        </p:nvSpPr>
        <p:spPr>
          <a:xfrm>
            <a:off x="6776783" y="1926556"/>
            <a:ext cx="1080000" cy="107066"/>
          </a:xfrm>
          <a:prstGeom prst="rect">
            <a:avLst/>
          </a:prstGeom>
        </p:spPr>
        <p:txBody>
          <a:bodyPr wrap="none" lIns="0" tIns="0" rIns="0" bIns="0" anchor="ctr">
            <a:noAutofit/>
          </a:bodyPr>
          <a:lstStyle/>
          <a:p>
            <a:pPr defTabSz="685800">
              <a:defRPr/>
            </a:pPr>
            <a:r>
              <a:rPr kumimoji="0" lang="ja-JP" altLang="en-US" sz="788" b="1">
                <a:solidFill>
                  <a:srgbClr val="000000"/>
                </a:solidFill>
                <a:latin typeface="Meiryo UI" panose="020B0604030504040204" pitchFamily="50" charset="-128"/>
                <a:ea typeface="Meiryo UI" panose="020B0604030504040204" pitchFamily="50" charset="-128"/>
              </a:rPr>
              <a:t>市場</a:t>
            </a:r>
            <a:endParaRPr kumimoji="0" lang="en-US" sz="788" b="1">
              <a:solidFill>
                <a:srgbClr val="000000"/>
              </a:solidFill>
              <a:latin typeface="Meiryo UI" panose="020B0604030504040204" pitchFamily="50" charset="-128"/>
              <a:ea typeface="Meiryo UI" panose="020B0604030504040204" pitchFamily="50" charset="-128"/>
            </a:endParaRPr>
          </a:p>
        </p:txBody>
      </p:sp>
      <p:sp>
        <p:nvSpPr>
          <p:cNvPr id="393" name="Oval 401">
            <a:extLst>
              <a:ext uri="{FF2B5EF4-FFF2-40B4-BE49-F238E27FC236}">
                <a16:creationId xmlns:a16="http://schemas.microsoft.com/office/drawing/2014/main" id="{A22F09DC-D762-D22C-0C0D-12E2DAA40869}"/>
              </a:ext>
            </a:extLst>
          </p:cNvPr>
          <p:cNvSpPr/>
          <p:nvPr/>
        </p:nvSpPr>
        <p:spPr>
          <a:xfrm>
            <a:off x="6812880" y="2097535"/>
            <a:ext cx="81000" cy="883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68580" bIns="68580" rtlCol="0" anchor="ctr"/>
          <a:lstStyle/>
          <a:p>
            <a:pPr algn="ctr" defTabSz="685800">
              <a:defRPr/>
            </a:pPr>
            <a:endParaRPr kumimoji="0" lang="en-US" sz="788" err="1">
              <a:solidFill>
                <a:srgbClr val="FFFFFF"/>
              </a:solidFill>
              <a:latin typeface="Meiryo UI" panose="020B0604030504040204" pitchFamily="50" charset="-128"/>
              <a:ea typeface="Meiryo UI" panose="020B0604030504040204" pitchFamily="50" charset="-128"/>
            </a:endParaRPr>
          </a:p>
        </p:txBody>
      </p:sp>
      <p:sp>
        <p:nvSpPr>
          <p:cNvPr id="394" name="Rectangle 389">
            <a:extLst>
              <a:ext uri="{FF2B5EF4-FFF2-40B4-BE49-F238E27FC236}">
                <a16:creationId xmlns:a16="http://schemas.microsoft.com/office/drawing/2014/main" id="{59491524-A890-701D-61C8-55D8E8BF80A5}"/>
              </a:ext>
            </a:extLst>
          </p:cNvPr>
          <p:cNvSpPr/>
          <p:nvPr/>
        </p:nvSpPr>
        <p:spPr>
          <a:xfrm>
            <a:off x="6940498" y="2082813"/>
            <a:ext cx="1566000" cy="117773"/>
          </a:xfrm>
          <a:prstGeom prst="rect">
            <a:avLst/>
          </a:prstGeom>
        </p:spPr>
        <p:txBody>
          <a:bodyPr wrap="none" lIns="0" tIns="0" rIns="0" bIns="0" anchor="ctr">
            <a:noAutofit/>
          </a:bodyPr>
          <a:lstStyle/>
          <a:p>
            <a:pPr defTabSz="685800">
              <a:defRPr/>
            </a:pPr>
            <a:r>
              <a:rPr kumimoji="0" lang="ja-JP" altLang="en-US" sz="788">
                <a:solidFill>
                  <a:srgbClr val="000000"/>
                </a:solidFill>
                <a:latin typeface="Meiryo UI" panose="020B0604030504040204" pitchFamily="50" charset="-128"/>
                <a:ea typeface="Meiryo UI" panose="020B0604030504040204" pitchFamily="50" charset="-128"/>
              </a:rPr>
              <a:t>グローバシステムグランドデザイン策定</a:t>
            </a:r>
          </a:p>
        </p:txBody>
      </p:sp>
      <p:sp>
        <p:nvSpPr>
          <p:cNvPr id="395" name="Rectangle 389">
            <a:extLst>
              <a:ext uri="{FF2B5EF4-FFF2-40B4-BE49-F238E27FC236}">
                <a16:creationId xmlns:a16="http://schemas.microsoft.com/office/drawing/2014/main" id="{94851279-8902-17C3-9414-6442146FF1C8}"/>
              </a:ext>
            </a:extLst>
          </p:cNvPr>
          <p:cNvSpPr/>
          <p:nvPr/>
        </p:nvSpPr>
        <p:spPr>
          <a:xfrm>
            <a:off x="2702180" y="3349195"/>
            <a:ext cx="1080000" cy="117773"/>
          </a:xfrm>
          <a:prstGeom prst="rect">
            <a:avLst/>
          </a:prstGeom>
        </p:spPr>
        <p:txBody>
          <a:bodyPr wrap="none" lIns="0" tIns="0" rIns="0" bIns="0" anchor="ctr">
            <a:noAutofit/>
          </a:bodyPr>
          <a:lstStyle/>
          <a:p>
            <a:pPr defTabSz="685800">
              <a:defRPr/>
            </a:pPr>
            <a:r>
              <a:rPr kumimoji="0" lang="ja-JP" altLang="en-US" sz="788" b="1">
                <a:solidFill>
                  <a:srgbClr val="000000"/>
                </a:solidFill>
                <a:latin typeface="Meiryo UI" panose="020B0604030504040204" pitchFamily="50" charset="-128"/>
                <a:ea typeface="Meiryo UI" panose="020B0604030504040204" pitchFamily="50" charset="-128"/>
              </a:rPr>
              <a:t>サイバーセキュリティ推進</a:t>
            </a:r>
            <a:endParaRPr kumimoji="0" lang="en-US" sz="788" b="1">
              <a:solidFill>
                <a:srgbClr val="000000"/>
              </a:solidFill>
              <a:latin typeface="Meiryo UI" panose="020B0604030504040204" pitchFamily="50" charset="-128"/>
              <a:ea typeface="Meiryo UI" panose="020B0604030504040204" pitchFamily="50" charset="-128"/>
            </a:endParaRPr>
          </a:p>
        </p:txBody>
      </p:sp>
      <p:sp>
        <p:nvSpPr>
          <p:cNvPr id="396" name="Rectangle 389">
            <a:extLst>
              <a:ext uri="{FF2B5EF4-FFF2-40B4-BE49-F238E27FC236}">
                <a16:creationId xmlns:a16="http://schemas.microsoft.com/office/drawing/2014/main" id="{2B734F76-7AEA-0C12-1F26-4E5458473655}"/>
              </a:ext>
            </a:extLst>
          </p:cNvPr>
          <p:cNvSpPr/>
          <p:nvPr/>
        </p:nvSpPr>
        <p:spPr>
          <a:xfrm>
            <a:off x="4666280" y="1939943"/>
            <a:ext cx="1080000" cy="117773"/>
          </a:xfrm>
          <a:prstGeom prst="rect">
            <a:avLst/>
          </a:prstGeom>
        </p:spPr>
        <p:txBody>
          <a:bodyPr wrap="none" lIns="0" tIns="0" rIns="0" bIns="0" anchor="ctr">
            <a:noAutofit/>
          </a:bodyPr>
          <a:lstStyle/>
          <a:p>
            <a:pPr defTabSz="685800">
              <a:defRPr/>
            </a:pPr>
            <a:r>
              <a:rPr kumimoji="0" lang="ja-JP" altLang="en-US" sz="788" b="1">
                <a:solidFill>
                  <a:srgbClr val="000000"/>
                </a:solidFill>
                <a:latin typeface="Meiryo UI" panose="020B0604030504040204" pitchFamily="50" charset="-128"/>
                <a:ea typeface="Meiryo UI" panose="020B0604030504040204" pitchFamily="50" charset="-128"/>
              </a:rPr>
              <a:t>デジタルサービス</a:t>
            </a:r>
            <a:endParaRPr kumimoji="0" lang="en-US" sz="788" b="1">
              <a:solidFill>
                <a:srgbClr val="000000"/>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62EB4A1B-D2FE-5A7B-0C8E-86BD82FDFF74}"/>
              </a:ext>
            </a:extLst>
          </p:cNvPr>
          <p:cNvSpPr/>
          <p:nvPr/>
        </p:nvSpPr>
        <p:spPr>
          <a:xfrm>
            <a:off x="8318500" y="152400"/>
            <a:ext cx="615608" cy="324000"/>
          </a:xfrm>
          <a:prstGeom prst="rect">
            <a:avLst/>
          </a:prstGeom>
          <a:solidFill>
            <a:srgbClr val="FFFFCC"/>
          </a:solidFill>
          <a:ln w="6350">
            <a:solidFill>
              <a:schemeClr val="tx1"/>
            </a:solidFill>
          </a:ln>
          <a:effectLst/>
        </p:spPr>
        <p:style>
          <a:lnRef idx="1">
            <a:schemeClr val="accent1"/>
          </a:lnRef>
          <a:fillRef idx="3">
            <a:schemeClr val="accent1"/>
          </a:fillRef>
          <a:effectRef idx="2">
            <a:schemeClr val="accent1"/>
          </a:effectRef>
          <a:fontRef idx="minor">
            <a:schemeClr val="lt1"/>
          </a:fontRef>
        </p:style>
        <p:txBody>
          <a:bodyPr vert="horz" wrap="none" lIns="36000" rIns="36000" rtlCol="0" anchor="ctr">
            <a:noAutofit/>
          </a:bodyPr>
          <a:lstStyle/>
          <a:p>
            <a:pPr marL="0" marR="0" lvl="0" indent="0" algn="ctr" defTabSz="278600" rtl="0" eaLnBrk="1" fontAlgn="base" latinLnBrk="0" hangingPunct="1">
              <a:lnSpc>
                <a:spcPct val="100000"/>
              </a:lnSpc>
              <a:spcBef>
                <a:spcPct val="0"/>
              </a:spcBef>
              <a:spcAft>
                <a:spcPct val="0"/>
              </a:spcAft>
              <a:buClrTx/>
              <a:buSzTx/>
              <a:buFontTx/>
              <a:buNone/>
              <a:tabLst/>
              <a:defRPr/>
            </a:pPr>
            <a:r>
              <a:rPr lang="ja-JP" altLang="en-US" sz="1000" dirty="0">
                <a:solidFill>
                  <a:prstClr val="black"/>
                </a:solidFill>
                <a:latin typeface="Meiryo UI"/>
                <a:ea typeface="Meiryo UI"/>
                <a:cs typeface="Calibri" panose="020F0502020204030204" pitchFamily="34" charset="0"/>
              </a:rPr>
              <a:t>不変</a:t>
            </a:r>
            <a:endParaRPr kumimoji="1" lang="ja-JP" altLang="en-US" sz="1000" i="0" u="none" strike="noStrike" kern="1200" cap="none" spc="0" normalizeH="0" baseline="0" noProof="0" dirty="0">
              <a:ln>
                <a:noFill/>
              </a:ln>
              <a:solidFill>
                <a:prstClr val="black"/>
              </a:solidFill>
              <a:effectLst/>
              <a:uLnTx/>
              <a:uFillTx/>
              <a:latin typeface="Meiryo UI"/>
              <a:ea typeface="Meiryo UI"/>
              <a:cs typeface="Calibri" panose="020F0502020204030204" pitchFamily="34" charset="0"/>
            </a:endParaRPr>
          </a:p>
        </p:txBody>
      </p:sp>
    </p:spTree>
    <p:extLst>
      <p:ext uri="{BB962C8B-B14F-4D97-AF65-F5344CB8AC3E}">
        <p14:creationId xmlns:p14="http://schemas.microsoft.com/office/powerpoint/2010/main" val="27825484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251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yearfmt&gt;&lt;begin val=&quot;0&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WpODuZIoQK.hr2jMuwJyH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OHEIGHT" val="10.13268"/>
  <p:tag name="OLEFT" val="214.252"/>
  <p:tag name="OTOP" val="-15.93512"/>
  <p:tag name="OWIDTH" val="17.58937"/>
</p:tagLst>
</file>

<file path=ppt/tags/tag24.xml><?xml version="1.0" encoding="utf-8"?>
<p:tagLst xmlns:a="http://schemas.openxmlformats.org/drawingml/2006/main" xmlns:r="http://schemas.openxmlformats.org/officeDocument/2006/relationships" xmlns:p="http://schemas.openxmlformats.org/presentationml/2006/main">
  <p:tag name="OHEIGHT" val="10.13268"/>
  <p:tag name="OLEFT" val="32.83464"/>
  <p:tag name="OTOP" val="-15.93512"/>
  <p:tag name="OWIDTH" val="20.9974"/>
</p:tagLst>
</file>

<file path=ppt/tags/tag25.xml><?xml version="1.0" encoding="utf-8"?>
<p:tagLst xmlns:a="http://schemas.openxmlformats.org/drawingml/2006/main" xmlns:r="http://schemas.openxmlformats.org/officeDocument/2006/relationships" xmlns:p="http://schemas.openxmlformats.org/presentationml/2006/main">
  <p:tag name="OHEIGHT" val="10.13268"/>
  <p:tag name="OLEFT" val="395.6693"/>
  <p:tag name="OTOP" val="-15.93512"/>
  <p:tag name="OWIDTH" val="23.64803"/>
</p:tagLst>
</file>

<file path=ppt/tags/tag26.xml><?xml version="1.0" encoding="utf-8"?>
<p:tagLst xmlns:a="http://schemas.openxmlformats.org/drawingml/2006/main" xmlns:r="http://schemas.openxmlformats.org/officeDocument/2006/relationships" xmlns:p="http://schemas.openxmlformats.org/presentationml/2006/main">
  <p:tag name="OHEIGHT" val="10.13268"/>
  <p:tag name="OLEFT" val="185.324"/>
  <p:tag name="OTOP" val="-15.93512"/>
  <p:tag name="OWIDTH" val="17.58937"/>
</p:tagLst>
</file>

<file path=ppt/tags/tag27.xml><?xml version="1.0" encoding="utf-8"?>
<p:tagLst xmlns:a="http://schemas.openxmlformats.org/drawingml/2006/main" xmlns:r="http://schemas.openxmlformats.org/officeDocument/2006/relationships" xmlns:p="http://schemas.openxmlformats.org/presentationml/2006/main">
  <p:tag name="OHEIGHT" val="10.13268"/>
  <p:tag name="OLEFT" val="360.6826"/>
  <p:tag name="OTOP" val="-15.93512"/>
  <p:tag name="OWIDTH" val="23.64811"/>
</p:tagLst>
</file>

<file path=ppt/tags/tag28.xml><?xml version="1.0" encoding="utf-8"?>
<p:tagLst xmlns:a="http://schemas.openxmlformats.org/drawingml/2006/main" xmlns:r="http://schemas.openxmlformats.org/officeDocument/2006/relationships" xmlns:p="http://schemas.openxmlformats.org/presentationml/2006/main">
  <p:tag name="OHEIGHT" val="10.13268"/>
  <p:tag name="OLEFT" val="726.168"/>
  <p:tag name="OTOP" val="-15.93512"/>
  <p:tag name="OWIDTH" val="20.9974"/>
</p:tagLst>
</file>

<file path=ppt/tags/tag29.xml><?xml version="1.0" encoding="utf-8"?>
<p:tagLst xmlns:a="http://schemas.openxmlformats.org/drawingml/2006/main" xmlns:r="http://schemas.openxmlformats.org/officeDocument/2006/relationships" xmlns:p="http://schemas.openxmlformats.org/presentationml/2006/main">
  <p:tag name="OHEIGHT" val="10.13268"/>
  <p:tag name="OLEFT" val="12.21598"/>
  <p:tag name="OTOP" val="-15.93512"/>
  <p:tag name="OWIDTH" val="20.61866"/>
</p:tagLst>
</file>

<file path=ppt/tags/tag30.xml><?xml version="1.0" encoding="utf-8"?>
<p:tagLst xmlns:a="http://schemas.openxmlformats.org/drawingml/2006/main" xmlns:r="http://schemas.openxmlformats.org/officeDocument/2006/relationships" xmlns:p="http://schemas.openxmlformats.org/presentationml/2006/main">
  <p:tag name="OHEIGHT" val="12.99496"/>
  <p:tag name="OLEFT" val="-21.46126"/>
  <p:tag name="OTOP" val="103.302"/>
  <p:tag name="OWIDTH" val="14.72709"/>
</p:tagLst>
</file>

<file path=ppt/tags/tag31.xml><?xml version="1.0" encoding="utf-8"?>
<p:tagLst xmlns:a="http://schemas.openxmlformats.org/drawingml/2006/main" xmlns:r="http://schemas.openxmlformats.org/officeDocument/2006/relationships" xmlns:p="http://schemas.openxmlformats.org/presentationml/2006/main">
  <p:tag name="OHEIGHT" val="12.99496"/>
  <p:tag name="OLEFT" val="-21.46126"/>
  <p:tag name="OTOP" val="272.875"/>
  <p:tag name="OWIDTH" val="14.72709"/>
</p:tagLst>
</file>

<file path=ppt/tags/tag32.xml><?xml version="1.0" encoding="utf-8"?>
<p:tagLst xmlns:a="http://schemas.openxmlformats.org/drawingml/2006/main" xmlns:r="http://schemas.openxmlformats.org/officeDocument/2006/relationships" xmlns:p="http://schemas.openxmlformats.org/presentationml/2006/main">
  <p:tag name="OHEIGHT" val="12.99496"/>
  <p:tag name="OLEFT" val="-21.46126"/>
  <p:tag name="OTOP" val="82.91338"/>
  <p:tag name="OWIDTH" val="14.72709"/>
</p:tagLst>
</file>

<file path=ppt/tags/tag33.xml><?xml version="1.0" encoding="utf-8"?>
<p:tagLst xmlns:a="http://schemas.openxmlformats.org/drawingml/2006/main" xmlns:r="http://schemas.openxmlformats.org/officeDocument/2006/relationships" xmlns:p="http://schemas.openxmlformats.org/presentationml/2006/main">
  <p:tag name="OHEIGHT" val="12.99496"/>
  <p:tag name="OLEFT" val="-21.46126"/>
  <p:tag name="OTOP" val="488.2677"/>
  <p:tag name="OWIDTH" val="14.72709"/>
</p:tagLst>
</file>

<file path=ppt/tags/tag34.xml><?xml version="1.0" encoding="utf-8"?>
<p:tagLst xmlns:a="http://schemas.openxmlformats.org/drawingml/2006/main" xmlns:r="http://schemas.openxmlformats.org/officeDocument/2006/relationships" xmlns:p="http://schemas.openxmlformats.org/presentationml/2006/main">
  <p:tag name="OHEIGHT" val="12.99496"/>
  <p:tag name="OLEFT" val="-21.46126"/>
  <p:tag name="OTOP" val="505.2756"/>
  <p:tag name="OWIDTH" val="14.72709"/>
</p:tagLst>
</file>

<file path=ppt/tags/tag35.xml><?xml version="1.0" encoding="utf-8"?>
<p:tagLst xmlns:a="http://schemas.openxmlformats.org/drawingml/2006/main" xmlns:r="http://schemas.openxmlformats.org/officeDocument/2006/relationships" xmlns:p="http://schemas.openxmlformats.org/presentationml/2006/main">
  <p:tag name="OHEIGHT" val="12.99496"/>
  <p:tag name="OLEFT" val="-24.49055"/>
  <p:tag name="OTOP" val="69.91843"/>
  <p:tag name="OWIDTH" val="17.75638"/>
</p:tagLst>
</file>

<file path=ppt/tags/tag36.xml><?xml version="1.0" encoding="utf-8"?>
<p:tagLst xmlns:a="http://schemas.openxmlformats.org/drawingml/2006/main" xmlns:r="http://schemas.openxmlformats.org/officeDocument/2006/relationships" xmlns:p="http://schemas.openxmlformats.org/presentationml/2006/main">
  <p:tag name="OHEIGHT" val="12.99496"/>
  <p:tag name="OLEFT" val="-21.46126"/>
  <p:tag name="OTOP" val="298.3288"/>
  <p:tag name="OWIDTH" val="14.72709"/>
</p:tagLst>
</file>

<file path=ppt/tags/tag37.xml><?xml version="1.0" encoding="utf-8"?>
<p:tagLst xmlns:a="http://schemas.openxmlformats.org/drawingml/2006/main" xmlns:r="http://schemas.openxmlformats.org/officeDocument/2006/relationships" xmlns:p="http://schemas.openxmlformats.org/presentationml/2006/main">
  <p:tag name="OHEIGHT" val="12.99496"/>
  <p:tag name="OLEFT" val="-21.46126"/>
  <p:tag name="OTOP" val="318.7383"/>
  <p:tag name="OWIDTH" val="14.72709"/>
</p:tagLst>
</file>

<file path=ppt/tags/tag38.xml><?xml version="1.0" encoding="utf-8"?>
<p:tagLst xmlns:a="http://schemas.openxmlformats.org/drawingml/2006/main" xmlns:r="http://schemas.openxmlformats.org/officeDocument/2006/relationships" xmlns:p="http://schemas.openxmlformats.org/presentationml/2006/main">
  <p:tag name="OHEIGHT" val="10.13268"/>
  <p:tag name="OLEFT" val="214.252"/>
  <p:tag name="OTOP" val="-15.93512"/>
  <p:tag name="OWIDTH" val="17.58937"/>
</p:tagLst>
</file>

<file path=ppt/tags/tag39.xml><?xml version="1.0" encoding="utf-8"?>
<p:tagLst xmlns:a="http://schemas.openxmlformats.org/drawingml/2006/main" xmlns:r="http://schemas.openxmlformats.org/officeDocument/2006/relationships" xmlns:p="http://schemas.openxmlformats.org/presentationml/2006/main">
  <p:tag name="OHEIGHT" val="10.13268"/>
  <p:tag name="OLEFT" val="32.83464"/>
  <p:tag name="OTOP" val="-15.93512"/>
  <p:tag name="OWIDTH" val="20.9974"/>
</p:tagLst>
</file>

<file path=ppt/tags/tag40.xml><?xml version="1.0" encoding="utf-8"?>
<p:tagLst xmlns:a="http://schemas.openxmlformats.org/drawingml/2006/main" xmlns:r="http://schemas.openxmlformats.org/officeDocument/2006/relationships" xmlns:p="http://schemas.openxmlformats.org/presentationml/2006/main">
  <p:tag name="OHEIGHT" val="10.13268"/>
  <p:tag name="OLEFT" val="395.6693"/>
  <p:tag name="OTOP" val="-15.93512"/>
  <p:tag name="OWIDTH" val="23.64803"/>
</p:tagLst>
</file>

<file path=ppt/tags/tag41.xml><?xml version="1.0" encoding="utf-8"?>
<p:tagLst xmlns:a="http://schemas.openxmlformats.org/drawingml/2006/main" xmlns:r="http://schemas.openxmlformats.org/officeDocument/2006/relationships" xmlns:p="http://schemas.openxmlformats.org/presentationml/2006/main">
  <p:tag name="OHEIGHT" val="10.13268"/>
  <p:tag name="OLEFT" val="185.324"/>
  <p:tag name="OTOP" val="-15.93512"/>
  <p:tag name="OWIDTH" val="17.58937"/>
</p:tagLst>
</file>

<file path=ppt/tags/tag42.xml><?xml version="1.0" encoding="utf-8"?>
<p:tagLst xmlns:a="http://schemas.openxmlformats.org/drawingml/2006/main" xmlns:r="http://schemas.openxmlformats.org/officeDocument/2006/relationships" xmlns:p="http://schemas.openxmlformats.org/presentationml/2006/main">
  <p:tag name="OHEIGHT" val="10.13268"/>
  <p:tag name="OLEFT" val="360.6826"/>
  <p:tag name="OTOP" val="-15.93512"/>
  <p:tag name="OWIDTH" val="23.64811"/>
</p:tagLst>
</file>

<file path=ppt/tags/tag43.xml><?xml version="1.0" encoding="utf-8"?>
<p:tagLst xmlns:a="http://schemas.openxmlformats.org/drawingml/2006/main" xmlns:r="http://schemas.openxmlformats.org/officeDocument/2006/relationships" xmlns:p="http://schemas.openxmlformats.org/presentationml/2006/main">
  <p:tag name="OHEIGHT" val="10.13268"/>
  <p:tag name="OLEFT" val="726.168"/>
  <p:tag name="OTOP" val="-15.93512"/>
  <p:tag name="OWIDTH" val="20.9974"/>
</p:tagLst>
</file>

<file path=ppt/tags/tag44.xml><?xml version="1.0" encoding="utf-8"?>
<p:tagLst xmlns:a="http://schemas.openxmlformats.org/drawingml/2006/main" xmlns:r="http://schemas.openxmlformats.org/officeDocument/2006/relationships" xmlns:p="http://schemas.openxmlformats.org/presentationml/2006/main">
  <p:tag name="OHEIGHT" val="10.13268"/>
  <p:tag name="OLEFT" val="12.21598"/>
  <p:tag name="OTOP" val="-15.93512"/>
  <p:tag name="OWIDTH" val="20.61866"/>
</p:tagLst>
</file>

<file path=ppt/tags/tag45.xml><?xml version="1.0" encoding="utf-8"?>
<p:tagLst xmlns:a="http://schemas.openxmlformats.org/drawingml/2006/main" xmlns:r="http://schemas.openxmlformats.org/officeDocument/2006/relationships" xmlns:p="http://schemas.openxmlformats.org/presentationml/2006/main">
  <p:tag name="OHEIGHT" val="12.99496"/>
  <p:tag name="OLEFT" val="-21.46126"/>
  <p:tag name="OTOP" val="103.302"/>
  <p:tag name="OWIDTH" val="14.72709"/>
</p:tagLst>
</file>

<file path=ppt/tags/tag46.xml><?xml version="1.0" encoding="utf-8"?>
<p:tagLst xmlns:a="http://schemas.openxmlformats.org/drawingml/2006/main" xmlns:r="http://schemas.openxmlformats.org/officeDocument/2006/relationships" xmlns:p="http://schemas.openxmlformats.org/presentationml/2006/main">
  <p:tag name="OHEIGHT" val="12.99496"/>
  <p:tag name="OLEFT" val="-21.46126"/>
  <p:tag name="OTOP" val="272.875"/>
  <p:tag name="OWIDTH" val="14.72709"/>
</p:tagLst>
</file>

<file path=ppt/tags/tag47.xml><?xml version="1.0" encoding="utf-8"?>
<p:tagLst xmlns:a="http://schemas.openxmlformats.org/drawingml/2006/main" xmlns:r="http://schemas.openxmlformats.org/officeDocument/2006/relationships" xmlns:p="http://schemas.openxmlformats.org/presentationml/2006/main">
  <p:tag name="OHEIGHT" val="12.99496"/>
  <p:tag name="OLEFT" val="-21.46126"/>
  <p:tag name="OTOP" val="82.91338"/>
  <p:tag name="OWIDTH" val="14.72709"/>
</p:tagLst>
</file>

<file path=ppt/tags/tag48.xml><?xml version="1.0" encoding="utf-8"?>
<p:tagLst xmlns:a="http://schemas.openxmlformats.org/drawingml/2006/main" xmlns:r="http://schemas.openxmlformats.org/officeDocument/2006/relationships" xmlns:p="http://schemas.openxmlformats.org/presentationml/2006/main">
  <p:tag name="OHEIGHT" val="12.99496"/>
  <p:tag name="OLEFT" val="-21.46126"/>
  <p:tag name="OTOP" val="488.2677"/>
  <p:tag name="OWIDTH" val="14.72709"/>
</p:tagLst>
</file>

<file path=ppt/tags/tag49.xml><?xml version="1.0" encoding="utf-8"?>
<p:tagLst xmlns:a="http://schemas.openxmlformats.org/drawingml/2006/main" xmlns:r="http://schemas.openxmlformats.org/officeDocument/2006/relationships" xmlns:p="http://schemas.openxmlformats.org/presentationml/2006/main">
  <p:tag name="OHEIGHT" val="12.99496"/>
  <p:tag name="OLEFT" val="-21.46126"/>
  <p:tag name="OTOP" val="505.2756"/>
  <p:tag name="OWIDTH" val="14.72709"/>
</p:tagLst>
</file>

<file path=ppt/tags/tag50.xml><?xml version="1.0" encoding="utf-8"?>
<p:tagLst xmlns:a="http://schemas.openxmlformats.org/drawingml/2006/main" xmlns:r="http://schemas.openxmlformats.org/officeDocument/2006/relationships" xmlns:p="http://schemas.openxmlformats.org/presentationml/2006/main">
  <p:tag name="OHEIGHT" val="12.99496"/>
  <p:tag name="OLEFT" val="-24.49055"/>
  <p:tag name="OTOP" val="69.91843"/>
  <p:tag name="OWIDTH" val="17.75638"/>
</p:tagLst>
</file>

<file path=ppt/tags/tag51.xml><?xml version="1.0" encoding="utf-8"?>
<p:tagLst xmlns:a="http://schemas.openxmlformats.org/drawingml/2006/main" xmlns:r="http://schemas.openxmlformats.org/officeDocument/2006/relationships" xmlns:p="http://schemas.openxmlformats.org/presentationml/2006/main">
  <p:tag name="OHEIGHT" val="12.99496"/>
  <p:tag name="OLEFT" val="-21.46126"/>
  <p:tag name="OTOP" val="298.3288"/>
  <p:tag name="OWIDTH" val="14.72709"/>
</p:tagLst>
</file>

<file path=ppt/tags/tag52.xml><?xml version="1.0" encoding="utf-8"?>
<p:tagLst xmlns:a="http://schemas.openxmlformats.org/drawingml/2006/main" xmlns:r="http://schemas.openxmlformats.org/officeDocument/2006/relationships" xmlns:p="http://schemas.openxmlformats.org/presentationml/2006/main">
  <p:tag name="OHEIGHT" val="12.99496"/>
  <p:tag name="OLEFT" val="-21.46126"/>
  <p:tag name="OTOP" val="318.7383"/>
  <p:tag name="OWIDTH" val="14.72709"/>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lbIqinp6z0226i_GiuIm7w"/>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lbIqinp6z0226i_GiuIm7w"/>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lbIqinp6z0226i_GiuIm7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lbIqinp6z0226i_GiuIm7w"/>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Acc_Strategy_template 4-3">
  <a:themeElements>
    <a:clrScheme name="FSテンプレート">
      <a:dk1>
        <a:sysClr val="windowText" lastClr="000000"/>
      </a:dk1>
      <a:lt1>
        <a:sysClr val="window" lastClr="FFFFFF"/>
      </a:lt1>
      <a:dk2>
        <a:srgbClr val="44546A"/>
      </a:dk2>
      <a:lt2>
        <a:srgbClr val="D9D9D9"/>
      </a:lt2>
      <a:accent1>
        <a:srgbClr val="460073"/>
      </a:accent1>
      <a:accent2>
        <a:srgbClr val="A100FF"/>
      </a:accent2>
      <a:accent3>
        <a:srgbClr val="008EFF"/>
      </a:accent3>
      <a:accent4>
        <a:srgbClr val="8BE1FF"/>
      </a:accent4>
      <a:accent5>
        <a:srgbClr val="5A5A5A"/>
      </a:accent5>
      <a:accent6>
        <a:srgbClr val="969696"/>
      </a:accent6>
      <a:hlink>
        <a:srgbClr val="0563C1"/>
      </a:hlink>
      <a:folHlink>
        <a:srgbClr val="954F72"/>
      </a:folHlink>
    </a:clrScheme>
    <a:fontScheme name="Meiryo">
      <a:majorFont>
        <a:latin typeface="Meiryo UI"/>
        <a:ea typeface="Meiryo UI"/>
        <a:cs typeface=""/>
      </a:majorFont>
      <a:minorFont>
        <a:latin typeface="Meiryo UI"/>
        <a:ea typeface="Meiryo UI"/>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6350">
          <a:solidFill>
            <a:schemeClr val="bg1">
              <a:lumMod val="50000"/>
            </a:schemeClr>
          </a:solidFill>
        </a:ln>
      </a:spPr>
      <a:bodyPr wrap="none" rtlCol="0" anchor="ctr"/>
      <a:lstStyle>
        <a:defPPr algn="ctr">
          <a:defRPr sz="1000" dirty="0">
            <a:solidFill>
              <a:schemeClr val="tx1"/>
            </a:solidFill>
            <a:latin typeface="Meiryo UI" panose="020B0604030504040204" pitchFamily="50" charset="-128"/>
            <a:ea typeface="Meiryo UI" panose="020B0604030504040204"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72000" tIns="72000" rIns="72000" bIns="72000" rtlCol="0">
        <a:noAutofit/>
      </a:bodyPr>
      <a:lstStyle>
        <a:defPPr algn="l">
          <a:defRPr kumimoji="1" sz="1200" dirty="0" smtClean="0">
            <a:latin typeface="Meiryo UI" panose="020B0604030504040204" pitchFamily="50" charset="-128"/>
            <a:ea typeface="Meiryo UI" panose="020B0604030504040204" pitchFamily="50" charset="-128"/>
          </a:defRPr>
        </a:defPPr>
      </a:lstStyle>
    </a:txDef>
  </a:objectDefaults>
  <a:extraClrSchemeLst/>
</a:theme>
</file>

<file path=ppt/theme/theme2.xml><?xml version="1.0" encoding="utf-8"?>
<a:theme xmlns:a="http://schemas.openxmlformats.org/drawingml/2006/main" name="English">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0_English">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4_English">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xt pages_Line">
  <a:themeElements>
    <a:clrScheme name="MUFG-B">
      <a:dk1>
        <a:srgbClr val="000000"/>
      </a:dk1>
      <a:lt1>
        <a:srgbClr val="FFFFFF"/>
      </a:lt1>
      <a:dk2>
        <a:srgbClr val="5A5A5A"/>
      </a:dk2>
      <a:lt2>
        <a:srgbClr val="E60000"/>
      </a:lt2>
      <a:accent1>
        <a:srgbClr val="F3D54D"/>
      </a:accent1>
      <a:accent2>
        <a:srgbClr val="EB9041"/>
      </a:accent2>
      <a:accent3>
        <a:srgbClr val="DC595B"/>
      </a:accent3>
      <a:accent4>
        <a:srgbClr val="AA5193"/>
      </a:accent4>
      <a:accent5>
        <a:srgbClr val="337EBC"/>
      </a:accent5>
      <a:accent6>
        <a:srgbClr val="2AABA0"/>
      </a:accent6>
      <a:hlink>
        <a:srgbClr val="0000FF"/>
      </a:hlink>
      <a:folHlink>
        <a:srgbClr val="ACAC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ADADAD"/>
        </a:solidFill>
        <a:ln>
          <a:noFill/>
        </a:ln>
        <a:effectLst/>
      </a:spPr>
      <a:bodyPr lIns="0" tIns="0" rIns="0" bIns="0" rtlCol="0" anchor="t" anchorCtr="0"/>
      <a:lstStyle>
        <a:defPPr algn="ctr">
          <a:defRPr/>
        </a:defPPr>
      </a:lstStyle>
      <a:style>
        <a:lnRef idx="1">
          <a:schemeClr val="accent1"/>
        </a:lnRef>
        <a:fillRef idx="3">
          <a:schemeClr val="accent1"/>
        </a:fillRef>
        <a:effectRef idx="2">
          <a:schemeClr val="accent1"/>
        </a:effectRef>
        <a:fontRef idx="minor">
          <a:schemeClr val="lt1"/>
        </a:fontRef>
      </a:style>
    </a:spDef>
    <a:lnDef>
      <a:spPr>
        <a:ln w="9525">
          <a:solidFill>
            <a:schemeClr val="tx1"/>
          </a:solidFill>
          <a:headEnd type="triangle"/>
          <a:tailEnd type="triangl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rmAutofit/>
      </a:bodyPr>
      <a:lstStyle>
        <a:defPPr>
          <a:defRPr sz="1600" baseline="0" dirty="0" smtClean="0"/>
        </a:defPPr>
      </a:lstStyle>
    </a:txDef>
  </a:objectDefaults>
  <a:extraClrSchemeLst/>
  <a:extLst>
    <a:ext uri="{05A4C25C-085E-4340-85A3-A5531E510DB2}">
      <thm15:themeFamily xmlns:thm15="http://schemas.microsoft.com/office/thememl/2012/main" name="プレゼンテーション2" id="{38CDEBFC-4EE1-42D1-9B8C-2B82623B65A1}" vid="{C890A6E0-A6F0-4D0F-99D3-BD507DE32C0B}"/>
    </a:ext>
  </a:ext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6393B1-2CED-41A5-86C9-F455485F8A33}">
  <we:reference id="12cf32e2-483a-4204-b71b-bf2af83debf2" version="1.2.0.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9f3d041-9164-4aa3-b15a-44c96f2ac2d8">
      <Terms xmlns="http://schemas.microsoft.com/office/infopath/2007/PartnerControls"/>
    </lcf76f155ced4ddcb4097134ff3c332f>
    <TaxCatchAll xmlns="e5a7b071-8d27-4677-91ea-ffd942359a7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CAF0B4C5F3F1940BC40F561EF3F8425" ma:contentTypeVersion="14" ma:contentTypeDescription="Create a new document." ma:contentTypeScope="" ma:versionID="e433b97670804aeb1ca0455eddec37a4">
  <xsd:schema xmlns:xsd="http://www.w3.org/2001/XMLSchema" xmlns:xs="http://www.w3.org/2001/XMLSchema" xmlns:p="http://schemas.microsoft.com/office/2006/metadata/properties" xmlns:ns2="89f3d041-9164-4aa3-b15a-44c96f2ac2d8" xmlns:ns3="e5a7b071-8d27-4677-91ea-ffd942359a7a" targetNamespace="http://schemas.microsoft.com/office/2006/metadata/properties" ma:root="true" ma:fieldsID="fe98f1926c36f4aff2cd7617115270d7" ns2:_="" ns3:_="">
    <xsd:import namespace="89f3d041-9164-4aa3-b15a-44c96f2ac2d8"/>
    <xsd:import namespace="e5a7b071-8d27-4677-91ea-ffd942359a7a"/>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f3d041-9164-4aa3-b15a-44c96f2ac2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5a7b071-8d27-4677-91ea-ffd942359a7a"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e2c548c4-0bf5-4c8d-b983-43b8441c5a9f}" ma:internalName="TaxCatchAll" ma:showField="CatchAllData" ma:web="e5a7b071-8d27-4677-91ea-ffd942359a7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CBD428-2EF9-416B-9751-435BF946637F}">
  <ds:schemaRefs>
    <ds:schemaRef ds:uri="http://schemas.microsoft.com/office/infopath/2007/PartnerControls"/>
    <ds:schemaRef ds:uri="http://purl.org/dc/terms/"/>
    <ds:schemaRef ds:uri="http://www.w3.org/XML/1998/namespace"/>
    <ds:schemaRef ds:uri="http://purl.org/dc/elements/1.1/"/>
    <ds:schemaRef ds:uri="http://purl.org/dc/dcmitype/"/>
    <ds:schemaRef ds:uri="http://schemas.microsoft.com/office/2006/documentManagement/types"/>
    <ds:schemaRef ds:uri="http://schemas.openxmlformats.org/package/2006/metadata/core-properties"/>
    <ds:schemaRef ds:uri="e5a7b071-8d27-4677-91ea-ffd942359a7a"/>
    <ds:schemaRef ds:uri="89f3d041-9164-4aa3-b15a-44c96f2ac2d8"/>
    <ds:schemaRef ds:uri="http://schemas.microsoft.com/office/2006/metadata/properties"/>
  </ds:schemaRefs>
</ds:datastoreItem>
</file>

<file path=customXml/itemProps2.xml><?xml version="1.0" encoding="utf-8"?>
<ds:datastoreItem xmlns:ds="http://schemas.openxmlformats.org/officeDocument/2006/customXml" ds:itemID="{7036CCF3-6BEF-4B4F-BE5A-A9909B739EDA}">
  <ds:schemaRefs>
    <ds:schemaRef ds:uri="http://schemas.microsoft.com/sharepoint/v3/contenttype/forms"/>
  </ds:schemaRefs>
</ds:datastoreItem>
</file>

<file path=customXml/itemProps3.xml><?xml version="1.0" encoding="utf-8"?>
<ds:datastoreItem xmlns:ds="http://schemas.openxmlformats.org/officeDocument/2006/customXml" ds:itemID="{90CC9E07-3D0E-43EB-B49D-BB0CAE0A5410}">
  <ds:schemaRefs>
    <ds:schemaRef ds:uri="89f3d041-9164-4aa3-b15a-44c96f2ac2d8"/>
    <ds:schemaRef ds:uri="e5a7b071-8d27-4677-91ea-ffd942359a7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0</TotalTime>
  <Words>4106</Words>
  <Application>Microsoft Office PowerPoint</Application>
  <PresentationFormat>画面に合わせる (16:9)</PresentationFormat>
  <Paragraphs>785</Paragraphs>
  <Slides>20</Slides>
  <Notes>9</Notes>
  <HiddenSlides>0</HiddenSlides>
  <MMClips>0</MMClips>
  <ScaleCrop>false</ScaleCrop>
  <HeadingPairs>
    <vt:vector size="8" baseType="variant">
      <vt:variant>
        <vt:lpstr>使用されているフォント</vt:lpstr>
      </vt:variant>
      <vt:variant>
        <vt:i4>8</vt:i4>
      </vt:variant>
      <vt:variant>
        <vt:lpstr>テーマ</vt:lpstr>
      </vt:variant>
      <vt:variant>
        <vt:i4>5</vt:i4>
      </vt:variant>
      <vt:variant>
        <vt:lpstr>埋め込まれた OLE サーバー</vt:lpstr>
      </vt:variant>
      <vt:variant>
        <vt:i4>2</vt:i4>
      </vt:variant>
      <vt:variant>
        <vt:lpstr>スライド タイトル</vt:lpstr>
      </vt:variant>
      <vt:variant>
        <vt:i4>20</vt:i4>
      </vt:variant>
    </vt:vector>
  </HeadingPairs>
  <TitlesOfParts>
    <vt:vector size="35" baseType="lpstr">
      <vt:lpstr>Meiryo UI</vt:lpstr>
      <vt:lpstr>ＭＳ Ｐゴシック</vt:lpstr>
      <vt:lpstr>游ゴシック</vt:lpstr>
      <vt:lpstr>Arial</vt:lpstr>
      <vt:lpstr>Calibri</vt:lpstr>
      <vt:lpstr>Graphik</vt:lpstr>
      <vt:lpstr>Graphik Medium</vt:lpstr>
      <vt:lpstr>Wingdings</vt:lpstr>
      <vt:lpstr>1_Acc_Strategy_template 4-3</vt:lpstr>
      <vt:lpstr>English</vt:lpstr>
      <vt:lpstr>10_English</vt:lpstr>
      <vt:lpstr>14_English</vt:lpstr>
      <vt:lpstr>Text pages_Line</vt:lpstr>
      <vt:lpstr>think-cell Slide</vt:lpstr>
      <vt:lpstr>think-cell スライド</vt:lpstr>
      <vt:lpstr>PJ Garuda   Execution Phase Proposal (PMO/FA Additional) (May 2026 – Jul 2026)</vt:lpstr>
      <vt:lpstr>目次 (Agenda)</vt:lpstr>
      <vt:lpstr>目次 (Agenda)</vt:lpstr>
      <vt:lpstr>Our Understanding</vt:lpstr>
      <vt:lpstr>目次 (Agenda)</vt:lpstr>
      <vt:lpstr>Timeline　PMO</vt:lpstr>
      <vt:lpstr>Timeline　FA - Structure</vt:lpstr>
      <vt:lpstr>Timeline　FA – Delisting</vt:lpstr>
      <vt:lpstr>Timeline　FA – Tail Management</vt:lpstr>
      <vt:lpstr>Key Tasks and Resourcing　PMO</vt:lpstr>
      <vt:lpstr>Key Tasks and Resourcing　FA</vt:lpstr>
      <vt:lpstr>目次 (Agenda)</vt:lpstr>
      <vt:lpstr>Team Structure（案） – PMO（2026年5月～2026年7月）</vt:lpstr>
      <vt:lpstr>目次 (Agenda)</vt:lpstr>
      <vt:lpstr>Commercials – JP PMO/FA Additional</vt:lpstr>
      <vt:lpstr>目次 (Agenda)</vt:lpstr>
      <vt:lpstr>統合支援実績＜国内＞</vt:lpstr>
      <vt:lpstr>統合支援実績＜海外（アジア）＞</vt:lpstr>
      <vt:lpstr>ACCENTURE JOURNEY WITH DANAMON</vt:lpstr>
      <vt:lpstr>貴行へのご支援実績（PMO含む）</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Kohbuchi, Keishi</cp:lastModifiedBy>
  <cp:revision>1</cp:revision>
  <dcterms:modified xsi:type="dcterms:W3CDTF">2026-04-17T10:16:55Z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xd_ProgID">
    <vt:lpwstr/>
  </property>
  <property fmtid="{D5CDD505-2E9C-101B-9397-08002B2CF9AE}" pid="4" name="ContentTypeId">
    <vt:lpwstr>0x0101004CAF0B4C5F3F1940BC40F561EF3F8425</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