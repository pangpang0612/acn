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21" r:id="rId4"/>
  </p:sldMasterIdLst>
  <p:notesMasterIdLst>
    <p:notesMasterId r:id="rId23"/>
  </p:notesMasterIdLst>
  <p:handoutMasterIdLst>
    <p:handoutMasterId r:id="rId24"/>
  </p:handoutMasterIdLst>
  <p:sldIdLst>
    <p:sldId id="2147482280" r:id="rId5"/>
    <p:sldId id="2147482231" r:id="rId6"/>
    <p:sldId id="435" r:id="rId7"/>
    <p:sldId id="2147482253" r:id="rId8"/>
    <p:sldId id="2147482254" r:id="rId9"/>
    <p:sldId id="2147482268" r:id="rId10"/>
    <p:sldId id="2147482267" r:id="rId11"/>
    <p:sldId id="2147482256" r:id="rId12"/>
    <p:sldId id="2147482272" r:id="rId13"/>
    <p:sldId id="440" r:id="rId14"/>
    <p:sldId id="393" r:id="rId15"/>
    <p:sldId id="438" r:id="rId16"/>
    <p:sldId id="2147482258" r:id="rId17"/>
    <p:sldId id="2147482273" r:id="rId18"/>
    <p:sldId id="2147482284" r:id="rId19"/>
    <p:sldId id="2147482281" r:id="rId20"/>
    <p:sldId id="2147482282" r:id="rId21"/>
    <p:sldId id="2147482283" r:id="rId22"/>
  </p:sldIdLst>
  <p:sldSz cx="10079038" cy="7559675"/>
  <p:notesSz cx="9866313" cy="14295438"/>
  <p:defaultTextStyle>
    <a:defPPr>
      <a:defRPr lang="ja-JP"/>
    </a:defPPr>
    <a:lvl1pPr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1pPr>
    <a:lvl2pPr marL="496888" indent="-39688"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2pPr>
    <a:lvl3pPr marL="995363" indent="-80963"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3pPr>
    <a:lvl4pPr marL="1492250" indent="-120650"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4pPr>
    <a:lvl5pPr marL="1990725" indent="-161925" algn="l" defTabSz="995363" rtl="0" eaLnBrk="0" fontAlgn="base" hangingPunct="0">
      <a:spcBef>
        <a:spcPct val="0"/>
      </a:spcBef>
      <a:spcAft>
        <a:spcPct val="0"/>
      </a:spcAft>
      <a:defRPr kumimoji="1" sz="1900" kern="1200">
        <a:solidFill>
          <a:schemeClr val="tx1"/>
        </a:solidFill>
        <a:latin typeface="Calibri" panose="020F0502020204030204" pitchFamily="34" charset="0"/>
        <a:ea typeface="ＭＳ Ｐゴシック" panose="020B0600070205080204" pitchFamily="50" charset="-128"/>
        <a:cs typeface="+mn-cs"/>
      </a:defRPr>
    </a:lvl5pPr>
    <a:lvl6pPr marL="22860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6pPr>
    <a:lvl7pPr marL="27432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7pPr>
    <a:lvl8pPr marL="32004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8pPr>
    <a:lvl9pPr marL="3657600" algn="l" defTabSz="914400" rtl="0" eaLnBrk="1" latinLnBrk="0" hangingPunct="1">
      <a:defRPr kumimoji="1" sz="1900" kern="1200">
        <a:solidFill>
          <a:schemeClr val="tx1"/>
        </a:solidFill>
        <a:latin typeface="Calibri" panose="020F050202020403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381" userDrawn="1">
          <p15:clr>
            <a:srgbClr val="A4A3A4"/>
          </p15:clr>
        </p15:guide>
        <p15:guide id="2" pos="317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406A7A"/>
    <a:srgbClr val="E3EAEE"/>
    <a:srgbClr val="7A9EAF"/>
    <a:srgbClr val="0062FF"/>
    <a:srgbClr val="FFA899"/>
    <a:srgbClr val="FFFFCC"/>
    <a:srgbClr val="A5C3CF"/>
    <a:srgbClr val="B6CED8"/>
    <a:srgbClr val="7FABB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9" d="100"/>
          <a:sy n="99" d="100"/>
        </p:scale>
        <p:origin x="1656" y="90"/>
      </p:cViewPr>
      <p:guideLst>
        <p:guide orient="horz" pos="2381"/>
        <p:guide pos="317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ritomi Rieko/成富　理恵子" userId="S::rieko_naritomi@mastertrust.co.jp::d9f3d2d4-4fc2-4216-b94d-69faf4e9a481" providerId="AD" clId="Web-{0CE891C8-1B97-CC60-5240-7D01233A866E}"/>
    <pc:docChg chg="modSld">
      <pc:chgData name="Naritomi Rieko/成富　理恵子" userId="S::rieko_naritomi@mastertrust.co.jp::d9f3d2d4-4fc2-4216-b94d-69faf4e9a481" providerId="AD" clId="Web-{0CE891C8-1B97-CC60-5240-7D01233A866E}" dt="2025-05-22T04:20:29.002" v="1" actId="1076"/>
      <pc:docMkLst>
        <pc:docMk/>
      </pc:docMkLst>
      <pc:sldChg chg="modSp">
        <pc:chgData name="Naritomi Rieko/成富　理恵子" userId="S::rieko_naritomi@mastertrust.co.jp::d9f3d2d4-4fc2-4216-b94d-69faf4e9a481" providerId="AD" clId="Web-{0CE891C8-1B97-CC60-5240-7D01233A866E}" dt="2025-05-22T04:20:29.002" v="1" actId="1076"/>
        <pc:sldMkLst>
          <pc:docMk/>
          <pc:sldMk cId="3843485950" sldId="2147482281"/>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smtbj30\&#37096;&#32626;&#21029;\&#26989;&#21209;&#20225;&#30011;&#25512;&#36914;&#37096;\601%20&#26989;&#21209;&#20225;&#30011;G\97_&#20491;&#20154;&#29992;\&#20869;&#30000;\&#31038;&#22806;&#21462;&#32224;&#24441;&#22577;&#21578;\202404_&#26032;&#20154;&#30740;&#20462;&#36039;&#26009;&#32032;&#26448;.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MUTB</c:v>
                </c:pt>
              </c:strCache>
            </c:strRef>
          </c:tx>
          <c:spPr>
            <a:solidFill>
              <a:schemeClr val="accent4"/>
            </a:solidFill>
            <a:ln>
              <a:noFill/>
            </a:ln>
            <a:effectLst/>
          </c:spPr>
          <c:invertIfNegative val="0"/>
          <c:dLbls>
            <c:dLbl>
              <c:idx val="0"/>
              <c:layout>
                <c:manualLayout>
                  <c:x val="6.9000926351019121E-3"/>
                  <c:y val="6.020211386844948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501A-4EA7-8255-577724ECF183}"/>
                </c:ext>
              </c:extLst>
            </c:dLbl>
            <c:dLbl>
              <c:idx val="1"/>
              <c:layout>
                <c:manualLayout>
                  <c:x val="-2.4150324222856755E-2"/>
                  <c:y val="6.59356485225877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01A-4EA7-8255-577724ECF183}"/>
                </c:ext>
              </c:extLst>
            </c:dLbl>
            <c:dLbl>
              <c:idx val="2"/>
              <c:layout>
                <c:manualLayout>
                  <c:x val="0"/>
                  <c:y val="5.733534654138065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01A-4EA7-8255-577724ECF183}"/>
                </c:ext>
              </c:extLst>
            </c:dLbl>
            <c:dLbl>
              <c:idx val="3"/>
              <c:layout>
                <c:manualLayout>
                  <c:x val="0"/>
                  <c:y val="5.7335346541380658E-2"/>
                </c:manualLayout>
              </c:layout>
              <c:tx>
                <c:rich>
                  <a:bodyPr/>
                  <a:lstStyle/>
                  <a:p>
                    <a:fld id="{F79AE63F-DE72-432D-BA39-35B0AC7880DF}" type="VALUE">
                      <a:rPr lang="en-US" altLang="ja-JP" sz="900" dirty="0"/>
                      <a:pPr/>
                      <a:t>[値]</a:t>
                    </a:fld>
                    <a:endParaRPr lang="ja-JP" alt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501A-4EA7-8255-577724ECF183}"/>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lang="ja-JP" sz="900" b="0" i="0" u="none" strike="noStrike" kern="1200" baseline="0">
                    <a:solidFill>
                      <a:schemeClr val="tx1">
                        <a:lumMod val="75000"/>
                        <a:lumOff val="25000"/>
                      </a:schemeClr>
                    </a:solidFill>
                    <a:latin typeface="+mn-lt"/>
                    <a:ea typeface="+mn-ea"/>
                    <a:cs typeface="+mn-cs"/>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2005/11/1</c:v>
                </c:pt>
                <c:pt idx="1">
                  <c:v>2005/10/1</c:v>
                </c:pt>
                <c:pt idx="2">
                  <c:v>2001/3/23</c:v>
                </c:pt>
                <c:pt idx="3">
                  <c:v>2000/4/26</c:v>
                </c:pt>
              </c:strCache>
            </c:strRef>
          </c:cat>
          <c:val>
            <c:numRef>
              <c:f>Sheet1!$B$2:$B$5</c:f>
              <c:numCache>
                <c:formatCode>General</c:formatCode>
                <c:ptCount val="4"/>
                <c:pt idx="0">
                  <c:v>0.46500000000000002</c:v>
                </c:pt>
                <c:pt idx="1">
                  <c:v>0.56499999999999995</c:v>
                </c:pt>
                <c:pt idx="2">
                  <c:v>0.28999999999999998</c:v>
                </c:pt>
                <c:pt idx="3">
                  <c:v>0.435</c:v>
                </c:pt>
              </c:numCache>
            </c:numRef>
          </c:val>
          <c:extLst>
            <c:ext xmlns:c16="http://schemas.microsoft.com/office/drawing/2014/chart" uri="{C3380CC4-5D6E-409C-BE32-E72D297353CC}">
              <c16:uniqueId val="{00000004-501A-4EA7-8255-577724ECF183}"/>
            </c:ext>
          </c:extLst>
        </c:ser>
        <c:ser>
          <c:idx val="1"/>
          <c:order val="1"/>
          <c:tx>
            <c:strRef>
              <c:f>Sheet1!$C$1</c:f>
              <c:strCache>
                <c:ptCount val="1"/>
                <c:pt idx="0">
                  <c:v>日生</c:v>
                </c:pt>
              </c:strCache>
            </c:strRef>
          </c:tx>
          <c:spPr>
            <a:solidFill>
              <a:schemeClr val="accent4">
                <a:lumMod val="60000"/>
                <a:lumOff val="40000"/>
              </a:schemeClr>
            </a:solidFill>
            <a:ln>
              <a:noFill/>
            </a:ln>
            <a:effectLst/>
          </c:spPr>
          <c:invertIfNegative val="0"/>
          <c:dLbls>
            <c:dLbl>
              <c:idx val="0"/>
              <c:layout>
                <c:manualLayout>
                  <c:x val="3.450046317550956E-3"/>
                  <c:y val="6.020211386844948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01A-4EA7-8255-577724ECF183}"/>
                </c:ext>
              </c:extLst>
            </c:dLbl>
            <c:dLbl>
              <c:idx val="1"/>
              <c:layout>
                <c:manualLayout>
                  <c:x val="1.0350138952652868E-2"/>
                  <c:y val="6.593564852258775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501A-4EA7-8255-577724ECF183}"/>
                </c:ext>
              </c:extLst>
            </c:dLbl>
            <c:dLbl>
              <c:idx val="2"/>
              <c:layout>
                <c:manualLayout>
                  <c:x val="-6.3250118484334791E-17"/>
                  <c:y val="6.020211386844968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01A-4EA7-8255-577724ECF183}"/>
                </c:ext>
              </c:extLst>
            </c:dLbl>
            <c:dLbl>
              <c:idx val="3"/>
              <c:layout>
                <c:manualLayout>
                  <c:x val="-3.1050416857958604E-2"/>
                  <c:y val="5.733534654138065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501A-4EA7-8255-577724ECF183}"/>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lang="ja-JP" sz="900" b="0" i="0" u="none" strike="noStrike" kern="1200" baseline="0">
                    <a:solidFill>
                      <a:schemeClr val="tx1">
                        <a:lumMod val="75000"/>
                        <a:lumOff val="25000"/>
                      </a:schemeClr>
                    </a:solidFill>
                    <a:latin typeface="+mn-lt"/>
                    <a:ea typeface="+mn-ea"/>
                    <a:cs typeface="+mn-cs"/>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2005/11/1</c:v>
                </c:pt>
                <c:pt idx="1">
                  <c:v>2005/10/1</c:v>
                </c:pt>
                <c:pt idx="2">
                  <c:v>2001/3/23</c:v>
                </c:pt>
                <c:pt idx="3">
                  <c:v>2000/4/26</c:v>
                </c:pt>
              </c:strCache>
            </c:strRef>
          </c:cat>
          <c:val>
            <c:numRef>
              <c:f>Sheet1!$C$2:$C$5</c:f>
              <c:numCache>
                <c:formatCode>General</c:formatCode>
                <c:ptCount val="4"/>
                <c:pt idx="0">
                  <c:v>0.33500000000000002</c:v>
                </c:pt>
                <c:pt idx="1">
                  <c:v>0.33500000000000002</c:v>
                </c:pt>
                <c:pt idx="2">
                  <c:v>0.28999999999999998</c:v>
                </c:pt>
                <c:pt idx="3">
                  <c:v>0.33500000000000002</c:v>
                </c:pt>
              </c:numCache>
            </c:numRef>
          </c:val>
          <c:extLst>
            <c:ext xmlns:c16="http://schemas.microsoft.com/office/drawing/2014/chart" uri="{C3380CC4-5D6E-409C-BE32-E72D297353CC}">
              <c16:uniqueId val="{00000009-501A-4EA7-8255-577724ECF183}"/>
            </c:ext>
          </c:extLst>
        </c:ser>
        <c:ser>
          <c:idx val="2"/>
          <c:order val="2"/>
          <c:tx>
            <c:strRef>
              <c:f>Sheet1!$D$1</c:f>
              <c:strCache>
                <c:ptCount val="1"/>
                <c:pt idx="0">
                  <c:v>東洋</c:v>
                </c:pt>
              </c:strCache>
            </c:strRef>
          </c:tx>
          <c:spPr>
            <a:solidFill>
              <a:schemeClr val="accent4">
                <a:lumMod val="20000"/>
                <a:lumOff val="80000"/>
              </a:schemeClr>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A-501A-4EA7-8255-577724ECF183}"/>
                </c:ext>
              </c:extLst>
            </c:dLbl>
            <c:dLbl>
              <c:idx val="1"/>
              <c:delete val="1"/>
              <c:extLst>
                <c:ext xmlns:c15="http://schemas.microsoft.com/office/drawing/2012/chart" uri="{CE6537A1-D6FC-4f65-9D91-7224C49458BB}"/>
                <c:ext xmlns:c16="http://schemas.microsoft.com/office/drawing/2014/chart" uri="{C3380CC4-5D6E-409C-BE32-E72D297353CC}">
                  <c16:uniqueId val="{0000000B-501A-4EA7-8255-577724ECF183}"/>
                </c:ext>
              </c:extLst>
            </c:dLbl>
            <c:dLbl>
              <c:idx val="2"/>
              <c:layout>
                <c:manualLayout>
                  <c:x val="1.3800185270203824E-2"/>
                  <c:y val="5.733534654138065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501A-4EA7-8255-577724ECF183}"/>
                </c:ext>
              </c:extLst>
            </c:dLbl>
            <c:dLbl>
              <c:idx val="3"/>
              <c:layout>
                <c:manualLayout>
                  <c:x val="-4.4850602128162553E-2"/>
                  <c:y val="6.020211386844968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501A-4EA7-8255-577724ECF183}"/>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lang="ja-JP" sz="900" b="0" i="0" u="none" strike="noStrike" kern="1200" baseline="0">
                    <a:solidFill>
                      <a:schemeClr val="tx1">
                        <a:lumMod val="75000"/>
                        <a:lumOff val="25000"/>
                      </a:schemeClr>
                    </a:solidFill>
                    <a:latin typeface="+mn-lt"/>
                    <a:ea typeface="+mn-ea"/>
                    <a:cs typeface="+mn-cs"/>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2005/11/1</c:v>
                </c:pt>
                <c:pt idx="1">
                  <c:v>2005/10/1</c:v>
                </c:pt>
                <c:pt idx="2">
                  <c:v>2001/3/23</c:v>
                </c:pt>
                <c:pt idx="3">
                  <c:v>2000/4/26</c:v>
                </c:pt>
              </c:strCache>
            </c:strRef>
          </c:cat>
          <c:val>
            <c:numRef>
              <c:f>Sheet1!$D$2:$D$5</c:f>
              <c:numCache>
                <c:formatCode>General</c:formatCode>
                <c:ptCount val="4"/>
                <c:pt idx="0">
                  <c:v>0</c:v>
                </c:pt>
                <c:pt idx="1">
                  <c:v>0</c:v>
                </c:pt>
                <c:pt idx="2">
                  <c:v>0.28999999999999998</c:v>
                </c:pt>
                <c:pt idx="3">
                  <c:v>0.1</c:v>
                </c:pt>
              </c:numCache>
            </c:numRef>
          </c:val>
          <c:extLst>
            <c:ext xmlns:c16="http://schemas.microsoft.com/office/drawing/2014/chart" uri="{C3380CC4-5D6E-409C-BE32-E72D297353CC}">
              <c16:uniqueId val="{0000000E-501A-4EA7-8255-577724ECF183}"/>
            </c:ext>
          </c:extLst>
        </c:ser>
        <c:ser>
          <c:idx val="3"/>
          <c:order val="3"/>
          <c:tx>
            <c:strRef>
              <c:f>Sheet1!$E$1</c:f>
              <c:strCache>
                <c:ptCount val="1"/>
                <c:pt idx="0">
                  <c:v>明生</c:v>
                </c:pt>
              </c:strCache>
            </c:strRef>
          </c:tx>
          <c:spPr>
            <a:solidFill>
              <a:schemeClr val="tx2">
                <a:lumMod val="50000"/>
                <a:lumOff val="50000"/>
              </a:schemeClr>
            </a:solidFill>
            <a:ln>
              <a:noFill/>
            </a:ln>
            <a:effectLst/>
          </c:spPr>
          <c:invertIfNegative val="0"/>
          <c:dLbls>
            <c:dLbl>
              <c:idx val="0"/>
              <c:layout>
                <c:manualLayout>
                  <c:x val="0"/>
                  <c:y val="6.0202113868449793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F-501A-4EA7-8255-577724ECF183}"/>
                </c:ext>
              </c:extLst>
            </c:dLbl>
            <c:dLbl>
              <c:idx val="1"/>
              <c:layout>
                <c:manualLayout>
                  <c:x val="-6.9000926351019121E-3"/>
                  <c:y val="5.733534654138065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501A-4EA7-8255-577724ECF183}"/>
                </c:ext>
              </c:extLst>
            </c:dLbl>
            <c:dLbl>
              <c:idx val="2"/>
              <c:layout>
                <c:manualLayout>
                  <c:x val="-1.2650023696866958E-16"/>
                  <c:y val="5.4468579214311572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1-501A-4EA7-8255-577724ECF183}"/>
                </c:ext>
              </c:extLst>
            </c:dLbl>
            <c:dLbl>
              <c:idx val="3"/>
              <c:layout>
                <c:manualLayout>
                  <c:x val="-1.0350138952652868E-2"/>
                  <c:y val="6.0202113868449689E-2"/>
                </c:manualLayout>
              </c:layout>
              <c:tx>
                <c:rich>
                  <a:bodyPr/>
                  <a:lstStyle/>
                  <a:p>
                    <a:fld id="{F4DD957A-19E4-426B-B3AF-D45007B6C807}" type="VALUE">
                      <a:rPr lang="en-US" altLang="ja-JP" sz="900"/>
                      <a:pPr/>
                      <a:t>[値]</a:t>
                    </a:fld>
                    <a:endParaRPr lang="ja-JP" alt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12-501A-4EA7-8255-577724ECF183}"/>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lang="ja-JP" sz="900" b="0" i="0" u="none" strike="noStrike" kern="1200" baseline="0">
                    <a:solidFill>
                      <a:schemeClr val="tx1">
                        <a:lumMod val="75000"/>
                        <a:lumOff val="25000"/>
                      </a:schemeClr>
                    </a:solidFill>
                    <a:latin typeface="+mn-lt"/>
                    <a:ea typeface="+mn-ea"/>
                    <a:cs typeface="+mn-cs"/>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2005/11/1</c:v>
                </c:pt>
                <c:pt idx="1">
                  <c:v>2005/10/1</c:v>
                </c:pt>
                <c:pt idx="2">
                  <c:v>2001/3/23</c:v>
                </c:pt>
                <c:pt idx="3">
                  <c:v>2000/4/26</c:v>
                </c:pt>
              </c:strCache>
            </c:strRef>
          </c:cat>
          <c:val>
            <c:numRef>
              <c:f>Sheet1!$E$2:$E$5</c:f>
              <c:numCache>
                <c:formatCode>General</c:formatCode>
                <c:ptCount val="4"/>
                <c:pt idx="0">
                  <c:v>0.1</c:v>
                </c:pt>
                <c:pt idx="1">
                  <c:v>0.1</c:v>
                </c:pt>
                <c:pt idx="2">
                  <c:v>0.1</c:v>
                </c:pt>
                <c:pt idx="3">
                  <c:v>0.1</c:v>
                </c:pt>
              </c:numCache>
            </c:numRef>
          </c:val>
          <c:extLst>
            <c:ext xmlns:c16="http://schemas.microsoft.com/office/drawing/2014/chart" uri="{C3380CC4-5D6E-409C-BE32-E72D297353CC}">
              <c16:uniqueId val="{00000013-501A-4EA7-8255-577724ECF183}"/>
            </c:ext>
          </c:extLst>
        </c:ser>
        <c:ser>
          <c:idx val="4"/>
          <c:order val="4"/>
          <c:tx>
            <c:strRef>
              <c:f>Sheet1!$F$1</c:f>
              <c:strCache>
                <c:ptCount val="1"/>
                <c:pt idx="0">
                  <c:v>ドイツ</c:v>
                </c:pt>
              </c:strCache>
            </c:strRef>
          </c:tx>
          <c:spPr>
            <a:solidFill>
              <a:schemeClr val="tx2">
                <a:lumMod val="25000"/>
                <a:lumOff val="75000"/>
              </a:schemeClr>
            </a:solidFill>
            <a:ln>
              <a:noFill/>
            </a:ln>
            <a:effectLst/>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14-501A-4EA7-8255-577724ECF183}"/>
                </c:ext>
              </c:extLst>
            </c:dLbl>
            <c:dLbl>
              <c:idx val="1"/>
              <c:delete val="1"/>
              <c:extLst>
                <c:ext xmlns:c15="http://schemas.microsoft.com/office/drawing/2012/chart" uri="{CE6537A1-D6FC-4f65-9D91-7224C49458BB}"/>
                <c:ext xmlns:c16="http://schemas.microsoft.com/office/drawing/2014/chart" uri="{C3380CC4-5D6E-409C-BE32-E72D297353CC}">
                  <c16:uniqueId val="{00000015-501A-4EA7-8255-577724ECF183}"/>
                </c:ext>
              </c:extLst>
            </c:dLbl>
            <c:dLbl>
              <c:idx val="2"/>
              <c:layout>
                <c:manualLayout>
                  <c:x val="4.830064844571326E-2"/>
                  <c:y val="5.1601811887242589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6-501A-4EA7-8255-577724ECF183}"/>
                </c:ext>
              </c:extLst>
            </c:dLbl>
            <c:dLbl>
              <c:idx val="3"/>
              <c:layout>
                <c:manualLayout>
                  <c:x val="4.1400555810611347E-2"/>
                  <c:y val="5.7335346541380658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7-501A-4EA7-8255-577724ECF183}"/>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lang="ja-JP" sz="900" b="0" i="0" u="none" strike="noStrike" kern="1200" baseline="0">
                    <a:solidFill>
                      <a:schemeClr val="tx1">
                        <a:lumMod val="75000"/>
                        <a:lumOff val="25000"/>
                      </a:schemeClr>
                    </a:solidFill>
                    <a:latin typeface="+mn-lt"/>
                    <a:ea typeface="+mn-ea"/>
                    <a:cs typeface="+mn-cs"/>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2005/11/1</c:v>
                </c:pt>
                <c:pt idx="1">
                  <c:v>2005/10/1</c:v>
                </c:pt>
                <c:pt idx="2">
                  <c:v>2001/3/23</c:v>
                </c:pt>
                <c:pt idx="3">
                  <c:v>2000/4/26</c:v>
                </c:pt>
              </c:strCache>
            </c:strRef>
          </c:cat>
          <c:val>
            <c:numRef>
              <c:f>Sheet1!$F$2:$F$5</c:f>
              <c:numCache>
                <c:formatCode>General</c:formatCode>
                <c:ptCount val="4"/>
                <c:pt idx="0">
                  <c:v>0</c:v>
                </c:pt>
                <c:pt idx="1">
                  <c:v>0</c:v>
                </c:pt>
                <c:pt idx="2">
                  <c:v>0.03</c:v>
                </c:pt>
                <c:pt idx="3">
                  <c:v>0.03</c:v>
                </c:pt>
              </c:numCache>
            </c:numRef>
          </c:val>
          <c:extLst>
            <c:ext xmlns:c16="http://schemas.microsoft.com/office/drawing/2014/chart" uri="{C3380CC4-5D6E-409C-BE32-E72D297353CC}">
              <c16:uniqueId val="{00000018-501A-4EA7-8255-577724ECF183}"/>
            </c:ext>
          </c:extLst>
        </c:ser>
        <c:ser>
          <c:idx val="5"/>
          <c:order val="5"/>
          <c:tx>
            <c:strRef>
              <c:f>Sheet1!$G$1</c:f>
              <c:strCache>
                <c:ptCount val="1"/>
                <c:pt idx="0">
                  <c:v>農中</c:v>
                </c:pt>
              </c:strCache>
            </c:strRef>
          </c:tx>
          <c:spPr>
            <a:solidFill>
              <a:schemeClr val="accent3">
                <a:lumMod val="20000"/>
                <a:lumOff val="80000"/>
              </a:schemeClr>
            </a:solidFill>
            <a:ln>
              <a:noFill/>
            </a:ln>
            <a:effectLst/>
          </c:spPr>
          <c:invertIfNegative val="0"/>
          <c:dLbls>
            <c:dLbl>
              <c:idx val="0"/>
              <c:layout>
                <c:manualLayout>
                  <c:x val="4.1400555810611472E-2"/>
                  <c:y val="6.3068881195518831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9-501A-4EA7-8255-577724ECF183}"/>
                </c:ext>
              </c:extLst>
            </c:dLbl>
            <c:dLbl>
              <c:idx val="1"/>
              <c:delete val="1"/>
              <c:extLst>
                <c:ext xmlns:c15="http://schemas.microsoft.com/office/drawing/2012/chart" uri="{CE6537A1-D6FC-4f65-9D91-7224C49458BB}"/>
                <c:ext xmlns:c16="http://schemas.microsoft.com/office/drawing/2014/chart" uri="{C3380CC4-5D6E-409C-BE32-E72D297353CC}">
                  <c16:uniqueId val="{0000001A-501A-4EA7-8255-577724ECF183}"/>
                </c:ext>
              </c:extLst>
            </c:dLbl>
            <c:dLbl>
              <c:idx val="2"/>
              <c:delete val="1"/>
              <c:extLst>
                <c:ext xmlns:c15="http://schemas.microsoft.com/office/drawing/2012/chart" uri="{CE6537A1-D6FC-4f65-9D91-7224C49458BB}"/>
                <c:ext xmlns:c16="http://schemas.microsoft.com/office/drawing/2014/chart" uri="{C3380CC4-5D6E-409C-BE32-E72D297353CC}">
                  <c16:uniqueId val="{0000001B-501A-4EA7-8255-577724ECF183}"/>
                </c:ext>
              </c:extLst>
            </c:dLbl>
            <c:dLbl>
              <c:idx val="3"/>
              <c:delete val="1"/>
              <c:extLst>
                <c:ext xmlns:c15="http://schemas.microsoft.com/office/drawing/2012/chart" uri="{CE6537A1-D6FC-4f65-9D91-7224C49458BB}"/>
                <c:ext xmlns:c16="http://schemas.microsoft.com/office/drawing/2014/chart" uri="{C3380CC4-5D6E-409C-BE32-E72D297353CC}">
                  <c16:uniqueId val="{0000001C-501A-4EA7-8255-577724ECF183}"/>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lang="ja-JP" sz="900" b="0" i="0" u="none" strike="noStrike" kern="1200" baseline="0">
                    <a:solidFill>
                      <a:schemeClr val="tx1">
                        <a:lumMod val="75000"/>
                        <a:lumOff val="25000"/>
                      </a:schemeClr>
                    </a:solidFill>
                    <a:latin typeface="+mn-lt"/>
                    <a:ea typeface="+mn-ea"/>
                    <a:cs typeface="+mn-cs"/>
                  </a:defRPr>
                </a:pPr>
                <a:endParaRPr lang="ja-JP"/>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2005/11/1</c:v>
                </c:pt>
                <c:pt idx="1">
                  <c:v>2005/10/1</c:v>
                </c:pt>
                <c:pt idx="2">
                  <c:v>2001/3/23</c:v>
                </c:pt>
                <c:pt idx="3">
                  <c:v>2000/4/26</c:v>
                </c:pt>
              </c:strCache>
            </c:strRef>
          </c:cat>
          <c:val>
            <c:numRef>
              <c:f>Sheet1!$G$2:$G$5</c:f>
              <c:numCache>
                <c:formatCode>General</c:formatCode>
                <c:ptCount val="4"/>
                <c:pt idx="0">
                  <c:v>0.1</c:v>
                </c:pt>
                <c:pt idx="1">
                  <c:v>0</c:v>
                </c:pt>
                <c:pt idx="2">
                  <c:v>0</c:v>
                </c:pt>
                <c:pt idx="3">
                  <c:v>0</c:v>
                </c:pt>
              </c:numCache>
            </c:numRef>
          </c:val>
          <c:extLst>
            <c:ext xmlns:c16="http://schemas.microsoft.com/office/drawing/2014/chart" uri="{C3380CC4-5D6E-409C-BE32-E72D297353CC}">
              <c16:uniqueId val="{0000001D-501A-4EA7-8255-577724ECF183}"/>
            </c:ext>
          </c:extLst>
        </c:ser>
        <c:dLbls>
          <c:showLegendKey val="0"/>
          <c:showVal val="0"/>
          <c:showCatName val="0"/>
          <c:showSerName val="0"/>
          <c:showPercent val="0"/>
          <c:showBubbleSize val="0"/>
        </c:dLbls>
        <c:gapWidth val="205"/>
        <c:overlap val="100"/>
        <c:serLines>
          <c:spPr>
            <a:ln w="9525" cap="flat" cmpd="sng" algn="ctr">
              <a:solidFill>
                <a:schemeClr val="tx1">
                  <a:lumMod val="35000"/>
                  <a:lumOff val="65000"/>
                </a:schemeClr>
              </a:solidFill>
              <a:round/>
            </a:ln>
            <a:effectLst/>
          </c:spPr>
        </c:serLines>
        <c:axId val="558201016"/>
        <c:axId val="558202096"/>
      </c:barChart>
      <c:catAx>
        <c:axId val="55820101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1197" b="0" i="0" u="none" strike="noStrike" kern="1200" baseline="0">
                <a:solidFill>
                  <a:schemeClr val="tx1">
                    <a:lumMod val="65000"/>
                    <a:lumOff val="35000"/>
                  </a:schemeClr>
                </a:solidFill>
                <a:latin typeface="+mn-lt"/>
                <a:ea typeface="+mn-ea"/>
                <a:cs typeface="+mn-cs"/>
              </a:defRPr>
            </a:pPr>
            <a:endParaRPr lang="ja-JP"/>
          </a:p>
        </c:txPr>
        <c:crossAx val="558202096"/>
        <c:crosses val="autoZero"/>
        <c:auto val="1"/>
        <c:lblAlgn val="ctr"/>
        <c:lblOffset val="100"/>
        <c:noMultiLvlLbl val="0"/>
      </c:catAx>
      <c:valAx>
        <c:axId val="558202096"/>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ja-JP" sz="1197" b="0" i="0" u="none" strike="noStrike" kern="1200" baseline="0">
                <a:solidFill>
                  <a:schemeClr val="tx1">
                    <a:lumMod val="65000"/>
                    <a:lumOff val="35000"/>
                  </a:schemeClr>
                </a:solidFill>
                <a:latin typeface="+mn-lt"/>
                <a:ea typeface="+mn-ea"/>
                <a:cs typeface="+mn-cs"/>
              </a:defRPr>
            </a:pPr>
            <a:endParaRPr lang="ja-JP"/>
          </a:p>
        </c:txPr>
        <c:crossAx val="5582010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lang="ja-JP" sz="1400" b="0" i="0" u="none" strike="noStrike" kern="1200" spc="0" baseline="0">
                <a:solidFill>
                  <a:schemeClr val="tx1">
                    <a:lumMod val="65000"/>
                    <a:lumOff val="35000"/>
                  </a:schemeClr>
                </a:solidFill>
                <a:latin typeface="+mn-ea"/>
                <a:ea typeface="+mn-ea"/>
                <a:cs typeface="+mn-cs"/>
              </a:defRPr>
            </a:pPr>
            <a:r>
              <a:rPr lang="ja-JP"/>
              <a:t>資産管理残高の推移</a:t>
            </a:r>
          </a:p>
        </c:rich>
      </c:tx>
      <c:overlay val="0"/>
      <c:spPr>
        <a:noFill/>
        <a:ln>
          <a:noFill/>
        </a:ln>
        <a:effectLst/>
      </c:spPr>
      <c:txPr>
        <a:bodyPr rot="0" spcFirstLastPara="1" vertOverflow="ellipsis" vert="horz" wrap="square" anchor="ctr" anchorCtr="1"/>
        <a:lstStyle/>
        <a:p>
          <a:pPr>
            <a:defRPr lang="ja-JP" sz="1400" b="0" i="0" u="none" strike="noStrike" kern="1200" spc="0" baseline="0">
              <a:solidFill>
                <a:schemeClr val="tx1">
                  <a:lumMod val="65000"/>
                  <a:lumOff val="35000"/>
                </a:schemeClr>
              </a:solidFill>
              <a:latin typeface="+mn-ea"/>
              <a:ea typeface="+mn-ea"/>
              <a:cs typeface="+mn-cs"/>
            </a:defRPr>
          </a:pPr>
          <a:endParaRPr lang="ja-JP"/>
        </a:p>
      </c:txPr>
    </c:title>
    <c:autoTitleDeleted val="0"/>
    <c:plotArea>
      <c:layout/>
      <c:lineChart>
        <c:grouping val="standard"/>
        <c:varyColors val="0"/>
        <c:ser>
          <c:idx val="0"/>
          <c:order val="0"/>
          <c:tx>
            <c:strRef>
              <c:f>Sheet8!$B$1</c:f>
              <c:strCache>
                <c:ptCount val="1"/>
                <c:pt idx="0">
                  <c:v>資産管理残高</c:v>
                </c:pt>
              </c:strCache>
            </c:strRef>
          </c:tx>
          <c:spPr>
            <a:ln w="28575" cap="rnd">
              <a:solidFill>
                <a:schemeClr val="accent5"/>
              </a:solidFill>
              <a:round/>
            </a:ln>
            <a:effectLst/>
          </c:spPr>
          <c:marker>
            <c:symbol val="none"/>
          </c:marker>
          <c:cat>
            <c:numRef>
              <c:f>Sheet8!$A$2:$A$26</c:f>
              <c:numCache>
                <c:formatCode>yyyy</c:formatCode>
                <c:ptCount val="25"/>
                <c:pt idx="0">
                  <c:v>36526</c:v>
                </c:pt>
                <c:pt idx="1">
                  <c:v>36892</c:v>
                </c:pt>
                <c:pt idx="2">
                  <c:v>37257</c:v>
                </c:pt>
                <c:pt idx="3">
                  <c:v>37622</c:v>
                </c:pt>
                <c:pt idx="4">
                  <c:v>37987</c:v>
                </c:pt>
                <c:pt idx="5">
                  <c:v>38353</c:v>
                </c:pt>
                <c:pt idx="6">
                  <c:v>38718</c:v>
                </c:pt>
                <c:pt idx="7">
                  <c:v>39083</c:v>
                </c:pt>
                <c:pt idx="8">
                  <c:v>39448</c:v>
                </c:pt>
                <c:pt idx="9">
                  <c:v>39814</c:v>
                </c:pt>
                <c:pt idx="10">
                  <c:v>40179</c:v>
                </c:pt>
                <c:pt idx="11">
                  <c:v>40544</c:v>
                </c:pt>
                <c:pt idx="12">
                  <c:v>40909</c:v>
                </c:pt>
                <c:pt idx="13">
                  <c:v>41275</c:v>
                </c:pt>
                <c:pt idx="14">
                  <c:v>41640</c:v>
                </c:pt>
                <c:pt idx="15">
                  <c:v>42005</c:v>
                </c:pt>
                <c:pt idx="16">
                  <c:v>42370</c:v>
                </c:pt>
                <c:pt idx="17">
                  <c:v>42736</c:v>
                </c:pt>
                <c:pt idx="18">
                  <c:v>43101</c:v>
                </c:pt>
                <c:pt idx="19">
                  <c:v>43466</c:v>
                </c:pt>
                <c:pt idx="20">
                  <c:v>43831</c:v>
                </c:pt>
                <c:pt idx="21">
                  <c:v>44287</c:v>
                </c:pt>
                <c:pt idx="22">
                  <c:v>44652</c:v>
                </c:pt>
                <c:pt idx="23">
                  <c:v>45125</c:v>
                </c:pt>
                <c:pt idx="24">
                  <c:v>45489</c:v>
                </c:pt>
              </c:numCache>
            </c:numRef>
          </c:cat>
          <c:val>
            <c:numRef>
              <c:f>Sheet8!$B$2:$B$26</c:f>
              <c:numCache>
                <c:formatCode>General</c:formatCode>
                <c:ptCount val="25"/>
                <c:pt idx="3" formatCode="#,##0_);[Red]\(#,##0\)">
                  <c:v>63.143000000000001</c:v>
                </c:pt>
                <c:pt idx="4" formatCode="#,##0_);[Red]\(#,##0\)">
                  <c:v>90.4298</c:v>
                </c:pt>
                <c:pt idx="5" formatCode="#,##0_);[Red]\(#,##0\)">
                  <c:v>114.07470000000001</c:v>
                </c:pt>
                <c:pt idx="6" formatCode="#,##0_);[Red]\(#,##0\)">
                  <c:v>156.24359999999999</c:v>
                </c:pt>
                <c:pt idx="7" formatCode="#,##0_);[Red]\(#,##0\)">
                  <c:v>172.15090000000001</c:v>
                </c:pt>
                <c:pt idx="8" formatCode="#,##0_);[Red]\(#,##0\)">
                  <c:v>195.40190000000001</c:v>
                </c:pt>
                <c:pt idx="9" formatCode="#,##0_);[Red]\(#,##0\)">
                  <c:v>258.64120000000003</c:v>
                </c:pt>
                <c:pt idx="10" formatCode="#,##0_);[Red]\(#,##0\)">
                  <c:v>330.0487</c:v>
                </c:pt>
                <c:pt idx="11" formatCode="#,##0_);[Red]\(#,##0\)">
                  <c:v>339.87959999999998</c:v>
                </c:pt>
                <c:pt idx="12" formatCode="#,##0_);[Red]\(#,##0\)">
                  <c:v>344.80840000000001</c:v>
                </c:pt>
                <c:pt idx="13" formatCode="#,##0_);[Red]\(#,##0\)">
                  <c:v>348.73090000000002</c:v>
                </c:pt>
                <c:pt idx="14" formatCode="#,##0_);[Red]\(#,##0\)">
                  <c:v>365.74380000000002</c:v>
                </c:pt>
                <c:pt idx="15" formatCode="#,##0_);[Red]\(#,##0\)">
                  <c:v>369.3852</c:v>
                </c:pt>
                <c:pt idx="16" formatCode="#,##0_);[Red]\(#,##0\)">
                  <c:v>371.73669999999998</c:v>
                </c:pt>
                <c:pt idx="17" formatCode="#,##0_);[Red]\(#,##0\)">
                  <c:v>382.7525</c:v>
                </c:pt>
                <c:pt idx="18" formatCode="#,##0_);[Red]\(#,##0\)">
                  <c:v>397.94819999999999</c:v>
                </c:pt>
                <c:pt idx="19" formatCode="#,##0_);[Red]\(#,##0\)">
                  <c:v>408.8569</c:v>
                </c:pt>
                <c:pt idx="20" formatCode="#,##0_);[Red]\(#,##0\)">
                  <c:v>412.75990000000002</c:v>
                </c:pt>
                <c:pt idx="21" formatCode="#,##0_);[Red]\(#,##0\)">
                  <c:v>450.92104350383198</c:v>
                </c:pt>
                <c:pt idx="22">
                  <c:v>570</c:v>
                </c:pt>
                <c:pt idx="23">
                  <c:v>615</c:v>
                </c:pt>
                <c:pt idx="24">
                  <c:v>704</c:v>
                </c:pt>
              </c:numCache>
            </c:numRef>
          </c:val>
          <c:smooth val="0"/>
          <c:extLst>
            <c:ext xmlns:c16="http://schemas.microsoft.com/office/drawing/2014/chart" uri="{C3380CC4-5D6E-409C-BE32-E72D297353CC}">
              <c16:uniqueId val="{00000000-983D-4E21-B8BD-47DB6E4190E1}"/>
            </c:ext>
          </c:extLst>
        </c:ser>
        <c:dLbls>
          <c:showLegendKey val="0"/>
          <c:showVal val="0"/>
          <c:showCatName val="0"/>
          <c:showSerName val="0"/>
          <c:showPercent val="0"/>
          <c:showBubbleSize val="0"/>
        </c:dLbls>
        <c:smooth val="0"/>
        <c:axId val="1059619208"/>
        <c:axId val="1059620648"/>
      </c:lineChart>
      <c:dateAx>
        <c:axId val="1059619208"/>
        <c:scaling>
          <c:orientation val="minMax"/>
        </c:scaling>
        <c:delete val="0"/>
        <c:axPos val="b"/>
        <c:minorGridlines>
          <c:spPr>
            <a:ln w="9525" cap="flat" cmpd="sng" algn="ctr">
              <a:solidFill>
                <a:schemeClr val="tx1">
                  <a:lumMod val="5000"/>
                  <a:lumOff val="95000"/>
                </a:schemeClr>
              </a:solidFill>
              <a:round/>
            </a:ln>
            <a:effectLst/>
          </c:spPr>
        </c:minorGridlines>
        <c:numFmt formatCode="yy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ea"/>
                <a:ea typeface="+mn-ea"/>
                <a:cs typeface="+mn-cs"/>
              </a:defRPr>
            </a:pPr>
            <a:endParaRPr lang="ja-JP"/>
          </a:p>
        </c:txPr>
        <c:crossAx val="1059620648"/>
        <c:crosses val="autoZero"/>
        <c:auto val="1"/>
        <c:lblOffset val="100"/>
        <c:baseTimeUnit val="months"/>
        <c:majorUnit val="2"/>
        <c:majorTimeUnit val="years"/>
      </c:dateAx>
      <c:valAx>
        <c:axId val="1059620648"/>
        <c:scaling>
          <c:orientation val="minMax"/>
          <c:max val="7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ja-JP" sz="900" b="0" i="0" u="none" strike="noStrike" kern="1200" baseline="0">
                <a:solidFill>
                  <a:schemeClr val="tx1">
                    <a:lumMod val="65000"/>
                    <a:lumOff val="35000"/>
                  </a:schemeClr>
                </a:solidFill>
                <a:latin typeface="+mn-ea"/>
                <a:ea typeface="+mn-ea"/>
                <a:cs typeface="+mn-cs"/>
              </a:defRPr>
            </a:pPr>
            <a:endParaRPr lang="ja-JP"/>
          </a:p>
        </c:txPr>
        <c:crossAx val="10596192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ea"/>
          <a:ea typeface="+mn-ea"/>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DA5997-03B9-4B99-85A6-AC3B7D1EC784}" type="doc">
      <dgm:prSet loTypeId="urn:microsoft.com/office/officeart/2005/8/layout/pyramid1" loCatId="pyramid" qsTypeId="urn:microsoft.com/office/officeart/2005/8/quickstyle/simple1" qsCatId="simple" csTypeId="urn:microsoft.com/office/officeart/2005/8/colors/accent1_2" csCatId="accent1" phldr="1"/>
      <dgm:spPr/>
    </dgm:pt>
    <dgm:pt modelId="{2807EC3E-0EB8-4340-91B3-E49B38607A2F}">
      <dgm:prSet phldrT="[テキスト]" custT="1"/>
      <dgm:spPr>
        <a:xfrm>
          <a:off x="472917" y="179070"/>
          <a:ext cx="630556"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gm:spPr>
      <dgm:t>
        <a:bodyPr/>
        <a:lstStyle/>
        <a:p>
          <a:pPr>
            <a:buNone/>
          </a:pPr>
          <a:r>
            <a:rPr kumimoji="1" lang="en-US" altLang="ja-JP" sz="900">
              <a:solidFill>
                <a:sysClr val="windowText" lastClr="000000"/>
              </a:solidFill>
              <a:latin typeface="BIZ UDPゴシック" panose="020B0400000000000000" pitchFamily="50" charset="-128"/>
              <a:ea typeface="BIZ UDPゴシック" panose="020B0400000000000000" pitchFamily="50" charset="-128"/>
              <a:cs typeface="+mn-cs"/>
            </a:rPr>
            <a:t>AA</a:t>
          </a:r>
          <a:endParaRPr kumimoji="1" lang="ja-JP" altLang="en-US" sz="900">
            <a:solidFill>
              <a:sysClr val="windowText" lastClr="000000"/>
            </a:solidFill>
            <a:latin typeface="BIZ UDPゴシック" panose="020B0400000000000000" pitchFamily="50" charset="-128"/>
            <a:ea typeface="BIZ UDPゴシック" panose="020B0400000000000000" pitchFamily="50" charset="-128"/>
            <a:cs typeface="+mn-cs"/>
          </a:endParaRPr>
        </a:p>
      </dgm:t>
    </dgm:pt>
    <dgm:pt modelId="{40DBF343-E7B9-4634-80CC-CC7187A0EF17}" type="parTrans" cxnId="{04E545C9-2DEC-4B22-878F-5558A6B96292}">
      <dgm:prSet/>
      <dgm:spPr/>
      <dgm:t>
        <a:bodyPr/>
        <a:lstStyle/>
        <a:p>
          <a:endParaRPr kumimoji="1" lang="ja-JP" altLang="en-US"/>
        </a:p>
      </dgm:t>
    </dgm:pt>
    <dgm:pt modelId="{BB4E658F-9FBD-4C7F-93CE-E37F3D93A194}" type="sibTrans" cxnId="{04E545C9-2DEC-4B22-878F-5558A6B96292}">
      <dgm:prSet/>
      <dgm:spPr/>
      <dgm:t>
        <a:bodyPr/>
        <a:lstStyle/>
        <a:p>
          <a:endParaRPr kumimoji="1" lang="ja-JP" altLang="en-US"/>
        </a:p>
      </dgm:t>
    </dgm:pt>
    <dgm:pt modelId="{465A0A5D-F855-46D2-913B-F9EF2616CD93}">
      <dgm:prSet phldrT="[テキスト]" custT="1"/>
      <dgm:spPr>
        <a:xfrm>
          <a:off x="305422" y="356274"/>
          <a:ext cx="945834" cy="179070"/>
        </a:xfrm>
        <a:prstGeom prst="trapezoid">
          <a:avLst>
            <a:gd name="adj" fmla="val 88032"/>
          </a:avLst>
        </a:prstGeom>
        <a:solidFill>
          <a:srgbClr val="7FABBC"/>
        </a:solidFill>
        <a:ln w="12700" cap="flat" cmpd="sng" algn="ctr">
          <a:solidFill>
            <a:srgbClr val="FFFFFF">
              <a:hueOff val="0"/>
              <a:satOff val="0"/>
              <a:lumOff val="0"/>
              <a:alphaOff val="0"/>
            </a:srgbClr>
          </a:solidFill>
          <a:prstDash val="solid"/>
          <a:miter lim="800000"/>
        </a:ln>
        <a:effectLst/>
      </dgm:spPr>
      <dgm:t>
        <a:bodyPr/>
        <a:lstStyle/>
        <a:p>
          <a:pPr>
            <a:buNone/>
          </a:pPr>
          <a:r>
            <a:rPr kumimoji="1" lang="en-US" altLang="ja-JP" sz="1000">
              <a:solidFill>
                <a:srgbClr val="000000"/>
              </a:solidFill>
              <a:latin typeface="BIZ UDPゴシック" panose="020B0400000000000000" pitchFamily="50" charset="-128"/>
              <a:ea typeface="BIZ UDPゴシック" panose="020B0400000000000000" pitchFamily="50" charset="-128"/>
              <a:cs typeface="+mn-cs"/>
            </a:rPr>
            <a:t>A</a:t>
          </a:r>
        </a:p>
      </dgm:t>
    </dgm:pt>
    <dgm:pt modelId="{AC02C9EA-24DD-40F3-8930-D4AC6F161CF1}" type="parTrans" cxnId="{A8D41A4A-9D7E-4FD3-9716-0A3D5EEFF335}">
      <dgm:prSet/>
      <dgm:spPr/>
      <dgm:t>
        <a:bodyPr/>
        <a:lstStyle/>
        <a:p>
          <a:endParaRPr kumimoji="1" lang="ja-JP" altLang="en-US"/>
        </a:p>
      </dgm:t>
    </dgm:pt>
    <dgm:pt modelId="{5531C1D1-0171-482C-90D2-9248185EF070}" type="sibTrans" cxnId="{A8D41A4A-9D7E-4FD3-9716-0A3D5EEFF335}">
      <dgm:prSet/>
      <dgm:spPr/>
      <dgm:t>
        <a:bodyPr/>
        <a:lstStyle/>
        <a:p>
          <a:endParaRPr kumimoji="1" lang="ja-JP" altLang="en-US"/>
        </a:p>
      </dgm:t>
    </dgm:pt>
    <dgm:pt modelId="{31AF3357-4155-48B8-8635-8ED6DF629210}">
      <dgm:prSet phldrT="[テキスト]" custT="1"/>
      <dgm:spPr>
        <a:xfrm>
          <a:off x="157638" y="537210"/>
          <a:ext cx="1261112"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gm:spPr>
      <dgm:t>
        <a:bodyPr/>
        <a:lstStyle/>
        <a:p>
          <a:pPr>
            <a:buNone/>
          </a:pPr>
          <a:r>
            <a:rPr kumimoji="1" lang="en-US" altLang="ja-JP"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BBB</a:t>
          </a:r>
        </a:p>
      </dgm:t>
    </dgm:pt>
    <dgm:pt modelId="{3EAB6D1D-5355-4A42-B7BC-54373F50331B}" type="parTrans" cxnId="{CAC90BFD-23F2-42D2-96BB-A511C3E9428D}">
      <dgm:prSet/>
      <dgm:spPr/>
      <dgm:t>
        <a:bodyPr/>
        <a:lstStyle/>
        <a:p>
          <a:endParaRPr kumimoji="1" lang="ja-JP" altLang="en-US"/>
        </a:p>
      </dgm:t>
    </dgm:pt>
    <dgm:pt modelId="{67BA3044-DAF8-4FF1-B179-0DD44DD79D1A}" type="sibTrans" cxnId="{CAC90BFD-23F2-42D2-96BB-A511C3E9428D}">
      <dgm:prSet/>
      <dgm:spPr/>
      <dgm:t>
        <a:bodyPr/>
        <a:lstStyle/>
        <a:p>
          <a:endParaRPr kumimoji="1" lang="ja-JP" altLang="en-US"/>
        </a:p>
      </dgm:t>
    </dgm:pt>
    <dgm:pt modelId="{A5E3484B-A706-4CDE-A585-8693F97AEE2C}">
      <dgm:prSet phldrT="[テキスト]" custT="1"/>
      <dgm:spPr>
        <a:xfrm>
          <a:off x="0" y="716280"/>
          <a:ext cx="1576390"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gm:spPr>
      <dgm:t>
        <a:bodyPr/>
        <a:lstStyle/>
        <a:p>
          <a:pPr>
            <a:buNone/>
          </a:pPr>
          <a:r>
            <a:rPr kumimoji="1" lang="en-US" altLang="ja-JP"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BB</a:t>
          </a:r>
          <a:r>
            <a:rPr kumimoji="1" lang="ja-JP" altLang="en-US"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以下</a:t>
          </a:r>
          <a:endParaRPr kumimoji="1" lang="en-US" altLang="ja-JP"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endParaRPr>
        </a:p>
      </dgm:t>
    </dgm:pt>
    <dgm:pt modelId="{D21CCBA7-E2E9-4C2D-ADFF-7038B43D0804}" type="parTrans" cxnId="{5573E279-920A-486D-B2B0-84738E6D79C4}">
      <dgm:prSet/>
      <dgm:spPr/>
      <dgm:t>
        <a:bodyPr/>
        <a:lstStyle/>
        <a:p>
          <a:endParaRPr kumimoji="1" lang="ja-JP" altLang="en-US"/>
        </a:p>
      </dgm:t>
    </dgm:pt>
    <dgm:pt modelId="{65D77F35-4D6A-48E8-9175-1E7C421DAE83}" type="sibTrans" cxnId="{5573E279-920A-486D-B2B0-84738E6D79C4}">
      <dgm:prSet/>
      <dgm:spPr/>
      <dgm:t>
        <a:bodyPr/>
        <a:lstStyle/>
        <a:p>
          <a:endParaRPr kumimoji="1" lang="ja-JP" altLang="en-US"/>
        </a:p>
      </dgm:t>
    </dgm:pt>
    <dgm:pt modelId="{3068DE5B-743D-4314-8B5F-145CDDBDD105}">
      <dgm:prSet phldrT="[テキスト]" custT="1"/>
      <dgm:spPr>
        <a:xfrm>
          <a:off x="630556" y="0"/>
          <a:ext cx="315278"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gm:spPr>
      <dgm:t>
        <a:bodyPr/>
        <a:lstStyle/>
        <a:p>
          <a:pPr>
            <a:buNone/>
          </a:pPr>
          <a:endParaRPr kumimoji="1" lang="ja-JP" altLang="en-US"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endParaRPr>
        </a:p>
      </dgm:t>
    </dgm:pt>
    <dgm:pt modelId="{CE42EDA2-22E5-4358-8530-322AAB8A74A5}" type="sibTrans" cxnId="{059621C9-0D23-478B-B8CB-ECD57BBB7126}">
      <dgm:prSet/>
      <dgm:spPr/>
      <dgm:t>
        <a:bodyPr/>
        <a:lstStyle/>
        <a:p>
          <a:endParaRPr kumimoji="1" lang="ja-JP" altLang="en-US"/>
        </a:p>
      </dgm:t>
    </dgm:pt>
    <dgm:pt modelId="{B34B2FB9-6A68-4CFA-963D-48B6B96CF2A9}" type="parTrans" cxnId="{059621C9-0D23-478B-B8CB-ECD57BBB7126}">
      <dgm:prSet/>
      <dgm:spPr/>
      <dgm:t>
        <a:bodyPr/>
        <a:lstStyle/>
        <a:p>
          <a:endParaRPr kumimoji="1" lang="ja-JP" altLang="en-US"/>
        </a:p>
      </dgm:t>
    </dgm:pt>
    <dgm:pt modelId="{B1178AC6-C797-4A96-86C7-CA952FC0F816}" type="pres">
      <dgm:prSet presAssocID="{D9DA5997-03B9-4B99-85A6-AC3B7D1EC784}" presName="Name0" presStyleCnt="0">
        <dgm:presLayoutVars>
          <dgm:dir/>
          <dgm:animLvl val="lvl"/>
          <dgm:resizeHandles val="exact"/>
        </dgm:presLayoutVars>
      </dgm:prSet>
      <dgm:spPr/>
    </dgm:pt>
    <dgm:pt modelId="{32674B4A-5264-49D8-B009-17BB6E34A6DA}" type="pres">
      <dgm:prSet presAssocID="{3068DE5B-743D-4314-8B5F-145CDDBDD105}" presName="Name8" presStyleCnt="0"/>
      <dgm:spPr/>
    </dgm:pt>
    <dgm:pt modelId="{804EBA84-CA63-4CF0-9877-DC35F0EE2284}" type="pres">
      <dgm:prSet presAssocID="{3068DE5B-743D-4314-8B5F-145CDDBDD105}" presName="level" presStyleLbl="node1" presStyleIdx="0" presStyleCnt="5">
        <dgm:presLayoutVars>
          <dgm:chMax val="1"/>
          <dgm:bulletEnabled val="1"/>
        </dgm:presLayoutVars>
      </dgm:prSet>
      <dgm:spPr/>
    </dgm:pt>
    <dgm:pt modelId="{0F89C3BD-84CE-4386-BA63-3CAD882497A3}" type="pres">
      <dgm:prSet presAssocID="{3068DE5B-743D-4314-8B5F-145CDDBDD105}" presName="levelTx" presStyleLbl="revTx" presStyleIdx="0" presStyleCnt="0">
        <dgm:presLayoutVars>
          <dgm:chMax val="1"/>
          <dgm:bulletEnabled val="1"/>
        </dgm:presLayoutVars>
      </dgm:prSet>
      <dgm:spPr/>
    </dgm:pt>
    <dgm:pt modelId="{038372F2-63B3-4752-949D-4225A4FBC3BD}" type="pres">
      <dgm:prSet presAssocID="{2807EC3E-0EB8-4340-91B3-E49B38607A2F}" presName="Name8" presStyleCnt="0"/>
      <dgm:spPr/>
    </dgm:pt>
    <dgm:pt modelId="{A45349E6-166A-4658-B13A-D7885EC13B90}" type="pres">
      <dgm:prSet presAssocID="{2807EC3E-0EB8-4340-91B3-E49B38607A2F}" presName="level" presStyleLbl="node1" presStyleIdx="1" presStyleCnt="5">
        <dgm:presLayoutVars>
          <dgm:chMax val="1"/>
          <dgm:bulletEnabled val="1"/>
        </dgm:presLayoutVars>
      </dgm:prSet>
      <dgm:spPr/>
    </dgm:pt>
    <dgm:pt modelId="{181EE65F-FB77-4B99-8C7C-DD6F7502040A}" type="pres">
      <dgm:prSet presAssocID="{2807EC3E-0EB8-4340-91B3-E49B38607A2F}" presName="levelTx" presStyleLbl="revTx" presStyleIdx="0" presStyleCnt="0">
        <dgm:presLayoutVars>
          <dgm:chMax val="1"/>
          <dgm:bulletEnabled val="1"/>
        </dgm:presLayoutVars>
      </dgm:prSet>
      <dgm:spPr/>
    </dgm:pt>
    <dgm:pt modelId="{DC9AC50E-33F3-44B3-9D80-5690B62647A1}" type="pres">
      <dgm:prSet presAssocID="{465A0A5D-F855-46D2-913B-F9EF2616CD93}" presName="Name8" presStyleCnt="0"/>
      <dgm:spPr/>
    </dgm:pt>
    <dgm:pt modelId="{147BC213-E586-4A3E-982A-BEE35289D5EC}" type="pres">
      <dgm:prSet presAssocID="{465A0A5D-F855-46D2-913B-F9EF2616CD93}" presName="level" presStyleLbl="node1" presStyleIdx="2" presStyleCnt="5" custLinFactNeighborX="-1042" custLinFactNeighborY="-1042">
        <dgm:presLayoutVars>
          <dgm:chMax val="1"/>
          <dgm:bulletEnabled val="1"/>
        </dgm:presLayoutVars>
      </dgm:prSet>
      <dgm:spPr/>
    </dgm:pt>
    <dgm:pt modelId="{FE25A344-C18D-4AC2-B182-54F0D5BC9634}" type="pres">
      <dgm:prSet presAssocID="{465A0A5D-F855-46D2-913B-F9EF2616CD93}" presName="levelTx" presStyleLbl="revTx" presStyleIdx="0" presStyleCnt="0">
        <dgm:presLayoutVars>
          <dgm:chMax val="1"/>
          <dgm:bulletEnabled val="1"/>
        </dgm:presLayoutVars>
      </dgm:prSet>
      <dgm:spPr/>
    </dgm:pt>
    <dgm:pt modelId="{55EB736C-849F-40DA-BBEE-DCEE746DD4D7}" type="pres">
      <dgm:prSet presAssocID="{31AF3357-4155-48B8-8635-8ED6DF629210}" presName="Name8" presStyleCnt="0"/>
      <dgm:spPr/>
    </dgm:pt>
    <dgm:pt modelId="{9D2D338F-DEDD-49F6-8DC5-E0D91EB3046F}" type="pres">
      <dgm:prSet presAssocID="{31AF3357-4155-48B8-8635-8ED6DF629210}" presName="level" presStyleLbl="node1" presStyleIdx="3" presStyleCnt="5">
        <dgm:presLayoutVars>
          <dgm:chMax val="1"/>
          <dgm:bulletEnabled val="1"/>
        </dgm:presLayoutVars>
      </dgm:prSet>
      <dgm:spPr/>
    </dgm:pt>
    <dgm:pt modelId="{F4D3B33C-3A9D-4382-AF21-9D856B645F35}" type="pres">
      <dgm:prSet presAssocID="{31AF3357-4155-48B8-8635-8ED6DF629210}" presName="levelTx" presStyleLbl="revTx" presStyleIdx="0" presStyleCnt="0">
        <dgm:presLayoutVars>
          <dgm:chMax val="1"/>
          <dgm:bulletEnabled val="1"/>
        </dgm:presLayoutVars>
      </dgm:prSet>
      <dgm:spPr/>
    </dgm:pt>
    <dgm:pt modelId="{10730B57-9481-46F4-83F5-C549902C103B}" type="pres">
      <dgm:prSet presAssocID="{A5E3484B-A706-4CDE-A585-8693F97AEE2C}" presName="Name8" presStyleCnt="0"/>
      <dgm:spPr/>
    </dgm:pt>
    <dgm:pt modelId="{7BC16105-7D5D-45BA-BE1C-81763A661613}" type="pres">
      <dgm:prSet presAssocID="{A5E3484B-A706-4CDE-A585-8693F97AEE2C}" presName="level" presStyleLbl="node1" presStyleIdx="4" presStyleCnt="5">
        <dgm:presLayoutVars>
          <dgm:chMax val="1"/>
          <dgm:bulletEnabled val="1"/>
        </dgm:presLayoutVars>
      </dgm:prSet>
      <dgm:spPr/>
    </dgm:pt>
    <dgm:pt modelId="{408633F2-EB36-443E-B0DE-9123A13B8DEF}" type="pres">
      <dgm:prSet presAssocID="{A5E3484B-A706-4CDE-A585-8693F97AEE2C}" presName="levelTx" presStyleLbl="revTx" presStyleIdx="0" presStyleCnt="0">
        <dgm:presLayoutVars>
          <dgm:chMax val="1"/>
          <dgm:bulletEnabled val="1"/>
        </dgm:presLayoutVars>
      </dgm:prSet>
      <dgm:spPr/>
    </dgm:pt>
  </dgm:ptLst>
  <dgm:cxnLst>
    <dgm:cxn modelId="{34C98C28-7756-4B52-AB0E-BFBA8CB18AFA}" type="presOf" srcId="{3068DE5B-743D-4314-8B5F-145CDDBDD105}" destId="{0F89C3BD-84CE-4386-BA63-3CAD882497A3}" srcOrd="1" destOrd="0" presId="urn:microsoft.com/office/officeart/2005/8/layout/pyramid1"/>
    <dgm:cxn modelId="{F41FBD3F-1D09-4859-9009-F83A29CA08EC}" type="presOf" srcId="{465A0A5D-F855-46D2-913B-F9EF2616CD93}" destId="{FE25A344-C18D-4AC2-B182-54F0D5BC9634}" srcOrd="1" destOrd="0" presId="urn:microsoft.com/office/officeart/2005/8/layout/pyramid1"/>
    <dgm:cxn modelId="{F8412A60-F58F-41A3-83A1-6B2CA59FE90B}" type="presOf" srcId="{A5E3484B-A706-4CDE-A585-8693F97AEE2C}" destId="{7BC16105-7D5D-45BA-BE1C-81763A661613}" srcOrd="0" destOrd="0" presId="urn:microsoft.com/office/officeart/2005/8/layout/pyramid1"/>
    <dgm:cxn modelId="{D9B56646-2867-4FF7-91C4-28B2B5A4111B}" type="presOf" srcId="{31AF3357-4155-48B8-8635-8ED6DF629210}" destId="{9D2D338F-DEDD-49F6-8DC5-E0D91EB3046F}" srcOrd="0" destOrd="0" presId="urn:microsoft.com/office/officeart/2005/8/layout/pyramid1"/>
    <dgm:cxn modelId="{6DA8C449-FF86-400E-BB67-FA0E83A52FC4}" type="presOf" srcId="{2807EC3E-0EB8-4340-91B3-E49B38607A2F}" destId="{A45349E6-166A-4658-B13A-D7885EC13B90}" srcOrd="0" destOrd="0" presId="urn:microsoft.com/office/officeart/2005/8/layout/pyramid1"/>
    <dgm:cxn modelId="{A8D41A4A-9D7E-4FD3-9716-0A3D5EEFF335}" srcId="{D9DA5997-03B9-4B99-85A6-AC3B7D1EC784}" destId="{465A0A5D-F855-46D2-913B-F9EF2616CD93}" srcOrd="2" destOrd="0" parTransId="{AC02C9EA-24DD-40F3-8930-D4AC6F161CF1}" sibTransId="{5531C1D1-0171-482C-90D2-9248185EF070}"/>
    <dgm:cxn modelId="{5573E279-920A-486D-B2B0-84738E6D79C4}" srcId="{D9DA5997-03B9-4B99-85A6-AC3B7D1EC784}" destId="{A5E3484B-A706-4CDE-A585-8693F97AEE2C}" srcOrd="4" destOrd="0" parTransId="{D21CCBA7-E2E9-4C2D-ADFF-7038B43D0804}" sibTransId="{65D77F35-4D6A-48E8-9175-1E7C421DAE83}"/>
    <dgm:cxn modelId="{689DB084-B6D0-4813-A36C-EFAE66D9221B}" type="presOf" srcId="{D9DA5997-03B9-4B99-85A6-AC3B7D1EC784}" destId="{B1178AC6-C797-4A96-86C7-CA952FC0F816}" srcOrd="0" destOrd="0" presId="urn:microsoft.com/office/officeart/2005/8/layout/pyramid1"/>
    <dgm:cxn modelId="{73B740B2-02FD-4FCB-A039-DDB24B649DA1}" type="presOf" srcId="{2807EC3E-0EB8-4340-91B3-E49B38607A2F}" destId="{181EE65F-FB77-4B99-8C7C-DD6F7502040A}" srcOrd="1" destOrd="0" presId="urn:microsoft.com/office/officeart/2005/8/layout/pyramid1"/>
    <dgm:cxn modelId="{E4B8CBB8-7D01-4A47-9E63-F942A78A58A7}" type="presOf" srcId="{3068DE5B-743D-4314-8B5F-145CDDBDD105}" destId="{804EBA84-CA63-4CF0-9877-DC35F0EE2284}" srcOrd="0" destOrd="0" presId="urn:microsoft.com/office/officeart/2005/8/layout/pyramid1"/>
    <dgm:cxn modelId="{059621C9-0D23-478B-B8CB-ECD57BBB7126}" srcId="{D9DA5997-03B9-4B99-85A6-AC3B7D1EC784}" destId="{3068DE5B-743D-4314-8B5F-145CDDBDD105}" srcOrd="0" destOrd="0" parTransId="{B34B2FB9-6A68-4CFA-963D-48B6B96CF2A9}" sibTransId="{CE42EDA2-22E5-4358-8530-322AAB8A74A5}"/>
    <dgm:cxn modelId="{04E545C9-2DEC-4B22-878F-5558A6B96292}" srcId="{D9DA5997-03B9-4B99-85A6-AC3B7D1EC784}" destId="{2807EC3E-0EB8-4340-91B3-E49B38607A2F}" srcOrd="1" destOrd="0" parTransId="{40DBF343-E7B9-4634-80CC-CC7187A0EF17}" sibTransId="{BB4E658F-9FBD-4C7F-93CE-E37F3D93A194}"/>
    <dgm:cxn modelId="{954FC5DA-4003-42F5-9EAA-255A5B2E75E2}" type="presOf" srcId="{31AF3357-4155-48B8-8635-8ED6DF629210}" destId="{F4D3B33C-3A9D-4382-AF21-9D856B645F35}" srcOrd="1" destOrd="0" presId="urn:microsoft.com/office/officeart/2005/8/layout/pyramid1"/>
    <dgm:cxn modelId="{C182F0E6-0945-4D92-B557-6861AE6DE4FF}" type="presOf" srcId="{465A0A5D-F855-46D2-913B-F9EF2616CD93}" destId="{147BC213-E586-4A3E-982A-BEE35289D5EC}" srcOrd="0" destOrd="0" presId="urn:microsoft.com/office/officeart/2005/8/layout/pyramid1"/>
    <dgm:cxn modelId="{2F20D1EB-2CCD-4017-95E2-77F615935E2B}" type="presOf" srcId="{A5E3484B-A706-4CDE-A585-8693F97AEE2C}" destId="{408633F2-EB36-443E-B0DE-9123A13B8DEF}" srcOrd="1" destOrd="0" presId="urn:microsoft.com/office/officeart/2005/8/layout/pyramid1"/>
    <dgm:cxn modelId="{CAC90BFD-23F2-42D2-96BB-A511C3E9428D}" srcId="{D9DA5997-03B9-4B99-85A6-AC3B7D1EC784}" destId="{31AF3357-4155-48B8-8635-8ED6DF629210}" srcOrd="3" destOrd="0" parTransId="{3EAB6D1D-5355-4A42-B7BC-54373F50331B}" sibTransId="{67BA3044-DAF8-4FF1-B179-0DD44DD79D1A}"/>
    <dgm:cxn modelId="{88B8026A-F1B6-4A40-842E-058D014F3B8F}" type="presParOf" srcId="{B1178AC6-C797-4A96-86C7-CA952FC0F816}" destId="{32674B4A-5264-49D8-B009-17BB6E34A6DA}" srcOrd="0" destOrd="0" presId="urn:microsoft.com/office/officeart/2005/8/layout/pyramid1"/>
    <dgm:cxn modelId="{73F8D71E-010A-4EF4-8F9C-854D6C50054E}" type="presParOf" srcId="{32674B4A-5264-49D8-B009-17BB6E34A6DA}" destId="{804EBA84-CA63-4CF0-9877-DC35F0EE2284}" srcOrd="0" destOrd="0" presId="urn:microsoft.com/office/officeart/2005/8/layout/pyramid1"/>
    <dgm:cxn modelId="{DB4AD079-AE55-4780-84D7-767C90EA5495}" type="presParOf" srcId="{32674B4A-5264-49D8-B009-17BB6E34A6DA}" destId="{0F89C3BD-84CE-4386-BA63-3CAD882497A3}" srcOrd="1" destOrd="0" presId="urn:microsoft.com/office/officeart/2005/8/layout/pyramid1"/>
    <dgm:cxn modelId="{B152038A-5A3C-4236-A9B1-896243196B52}" type="presParOf" srcId="{B1178AC6-C797-4A96-86C7-CA952FC0F816}" destId="{038372F2-63B3-4752-949D-4225A4FBC3BD}" srcOrd="1" destOrd="0" presId="urn:microsoft.com/office/officeart/2005/8/layout/pyramid1"/>
    <dgm:cxn modelId="{161F26F8-4E24-4800-9193-014D51EC5A59}" type="presParOf" srcId="{038372F2-63B3-4752-949D-4225A4FBC3BD}" destId="{A45349E6-166A-4658-B13A-D7885EC13B90}" srcOrd="0" destOrd="0" presId="urn:microsoft.com/office/officeart/2005/8/layout/pyramid1"/>
    <dgm:cxn modelId="{9DDD691D-8D66-4E8A-8EED-D5157F097C80}" type="presParOf" srcId="{038372F2-63B3-4752-949D-4225A4FBC3BD}" destId="{181EE65F-FB77-4B99-8C7C-DD6F7502040A}" srcOrd="1" destOrd="0" presId="urn:microsoft.com/office/officeart/2005/8/layout/pyramid1"/>
    <dgm:cxn modelId="{0DBF5C50-CEAF-4F30-AC94-21D3525A1DCB}" type="presParOf" srcId="{B1178AC6-C797-4A96-86C7-CA952FC0F816}" destId="{DC9AC50E-33F3-44B3-9D80-5690B62647A1}" srcOrd="2" destOrd="0" presId="urn:microsoft.com/office/officeart/2005/8/layout/pyramid1"/>
    <dgm:cxn modelId="{5859E845-C056-45D3-AC79-AFBE0D477575}" type="presParOf" srcId="{DC9AC50E-33F3-44B3-9D80-5690B62647A1}" destId="{147BC213-E586-4A3E-982A-BEE35289D5EC}" srcOrd="0" destOrd="0" presId="urn:microsoft.com/office/officeart/2005/8/layout/pyramid1"/>
    <dgm:cxn modelId="{4FA914A2-07A4-44C8-9698-6870684F5F63}" type="presParOf" srcId="{DC9AC50E-33F3-44B3-9D80-5690B62647A1}" destId="{FE25A344-C18D-4AC2-B182-54F0D5BC9634}" srcOrd="1" destOrd="0" presId="urn:microsoft.com/office/officeart/2005/8/layout/pyramid1"/>
    <dgm:cxn modelId="{07E6E042-AA52-4A17-86F7-461FEF7DFA47}" type="presParOf" srcId="{B1178AC6-C797-4A96-86C7-CA952FC0F816}" destId="{55EB736C-849F-40DA-BBEE-DCEE746DD4D7}" srcOrd="3" destOrd="0" presId="urn:microsoft.com/office/officeart/2005/8/layout/pyramid1"/>
    <dgm:cxn modelId="{652D869C-6A8E-41E1-818E-6E277566EB2E}" type="presParOf" srcId="{55EB736C-849F-40DA-BBEE-DCEE746DD4D7}" destId="{9D2D338F-DEDD-49F6-8DC5-E0D91EB3046F}" srcOrd="0" destOrd="0" presId="urn:microsoft.com/office/officeart/2005/8/layout/pyramid1"/>
    <dgm:cxn modelId="{FD7DD8D7-D788-4DDD-8828-69B48AB96739}" type="presParOf" srcId="{55EB736C-849F-40DA-BBEE-DCEE746DD4D7}" destId="{F4D3B33C-3A9D-4382-AF21-9D856B645F35}" srcOrd="1" destOrd="0" presId="urn:microsoft.com/office/officeart/2005/8/layout/pyramid1"/>
    <dgm:cxn modelId="{0F256A68-8DF6-4772-8AE9-C0D4E4E578BF}" type="presParOf" srcId="{B1178AC6-C797-4A96-86C7-CA952FC0F816}" destId="{10730B57-9481-46F4-83F5-C549902C103B}" srcOrd="4" destOrd="0" presId="urn:microsoft.com/office/officeart/2005/8/layout/pyramid1"/>
    <dgm:cxn modelId="{4D9EB3D6-BA57-4FF9-A3C8-96670199EFAD}" type="presParOf" srcId="{10730B57-9481-46F4-83F5-C549902C103B}" destId="{7BC16105-7D5D-45BA-BE1C-81763A661613}" srcOrd="0" destOrd="0" presId="urn:microsoft.com/office/officeart/2005/8/layout/pyramid1"/>
    <dgm:cxn modelId="{20FAEE64-9F44-4957-9E7D-D293E745679A}" type="presParOf" srcId="{10730B57-9481-46F4-83F5-C549902C103B}" destId="{408633F2-EB36-443E-B0DE-9123A13B8DEF}" srcOrd="1" destOrd="0" presId="urn:microsoft.com/office/officeart/2005/8/layout/pyramid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9DA5997-03B9-4B99-85A6-AC3B7D1EC784}" type="doc">
      <dgm:prSet loTypeId="urn:microsoft.com/office/officeart/2005/8/layout/pyramid1" loCatId="pyramid" qsTypeId="urn:microsoft.com/office/officeart/2005/8/quickstyle/simple1" qsCatId="simple" csTypeId="urn:microsoft.com/office/officeart/2005/8/colors/accent1_2" csCatId="accent1" phldr="1"/>
      <dgm:spPr/>
    </dgm:pt>
    <dgm:pt modelId="{465A0A5D-F855-46D2-913B-F9EF2616CD93}">
      <dgm:prSet phldrT="[テキスト]" custT="1"/>
      <dgm:spPr>
        <a:xfrm>
          <a:off x="466346" y="177204"/>
          <a:ext cx="630556"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gm:spPr>
      <dgm:t>
        <a:bodyPr/>
        <a:lstStyle/>
        <a:p>
          <a:pPr>
            <a:buNone/>
          </a:pPr>
          <a:r>
            <a:rPr kumimoji="1" lang="en-US" altLang="ja-JP" sz="7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A-2</a:t>
          </a:r>
        </a:p>
      </dgm:t>
    </dgm:pt>
    <dgm:pt modelId="{AC02C9EA-24DD-40F3-8930-D4AC6F161CF1}" type="parTrans" cxnId="{A8D41A4A-9D7E-4FD3-9716-0A3D5EEFF335}">
      <dgm:prSet/>
      <dgm:spPr/>
      <dgm:t>
        <a:bodyPr/>
        <a:lstStyle/>
        <a:p>
          <a:endParaRPr kumimoji="1" lang="ja-JP" altLang="en-US"/>
        </a:p>
      </dgm:t>
    </dgm:pt>
    <dgm:pt modelId="{5531C1D1-0171-482C-90D2-9248185EF070}" type="sibTrans" cxnId="{A8D41A4A-9D7E-4FD3-9716-0A3D5EEFF335}">
      <dgm:prSet/>
      <dgm:spPr/>
      <dgm:t>
        <a:bodyPr/>
        <a:lstStyle/>
        <a:p>
          <a:endParaRPr kumimoji="1" lang="ja-JP" altLang="en-US"/>
        </a:p>
      </dgm:t>
    </dgm:pt>
    <dgm:pt modelId="{31AF3357-4155-48B8-8635-8ED6DF629210}">
      <dgm:prSet phldrT="[テキスト]" custT="1"/>
      <dgm:spPr>
        <a:xfrm>
          <a:off x="157638" y="537210"/>
          <a:ext cx="1261112"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gm:spPr>
      <dgm:t>
        <a:bodyPr/>
        <a:lstStyle/>
        <a:p>
          <a:pPr>
            <a:buNone/>
          </a:pPr>
          <a:r>
            <a:rPr kumimoji="1" lang="en-US" altLang="ja-JP"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B</a:t>
          </a:r>
        </a:p>
      </dgm:t>
    </dgm:pt>
    <dgm:pt modelId="{3EAB6D1D-5355-4A42-B7BC-54373F50331B}" type="parTrans" cxnId="{CAC90BFD-23F2-42D2-96BB-A511C3E9428D}">
      <dgm:prSet/>
      <dgm:spPr/>
      <dgm:t>
        <a:bodyPr/>
        <a:lstStyle/>
        <a:p>
          <a:endParaRPr kumimoji="1" lang="ja-JP" altLang="en-US"/>
        </a:p>
      </dgm:t>
    </dgm:pt>
    <dgm:pt modelId="{67BA3044-DAF8-4FF1-B179-0DD44DD79D1A}" type="sibTrans" cxnId="{CAC90BFD-23F2-42D2-96BB-A511C3E9428D}">
      <dgm:prSet/>
      <dgm:spPr/>
      <dgm:t>
        <a:bodyPr/>
        <a:lstStyle/>
        <a:p>
          <a:endParaRPr kumimoji="1" lang="ja-JP" altLang="en-US"/>
        </a:p>
      </dgm:t>
    </dgm:pt>
    <dgm:pt modelId="{A5E3484B-A706-4CDE-A585-8693F97AEE2C}">
      <dgm:prSet phldrT="[テキスト]" custT="1"/>
      <dgm:spPr>
        <a:xfrm>
          <a:off x="0" y="716280"/>
          <a:ext cx="1576390"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gm:spPr>
      <dgm:t>
        <a:bodyPr/>
        <a:lstStyle/>
        <a:p>
          <a:pPr>
            <a:buNone/>
          </a:pPr>
          <a:r>
            <a:rPr kumimoji="1" lang="en-US" altLang="ja-JP"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C</a:t>
          </a:r>
          <a:r>
            <a:rPr kumimoji="1" lang="ja-JP" altLang="en-US"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以下</a:t>
          </a:r>
          <a:endParaRPr kumimoji="1" lang="en-US" altLang="ja-JP"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endParaRPr>
        </a:p>
      </dgm:t>
    </dgm:pt>
    <dgm:pt modelId="{D21CCBA7-E2E9-4C2D-ADFF-7038B43D0804}" type="parTrans" cxnId="{5573E279-920A-486D-B2B0-84738E6D79C4}">
      <dgm:prSet/>
      <dgm:spPr/>
      <dgm:t>
        <a:bodyPr/>
        <a:lstStyle/>
        <a:p>
          <a:endParaRPr kumimoji="1" lang="ja-JP" altLang="en-US"/>
        </a:p>
      </dgm:t>
    </dgm:pt>
    <dgm:pt modelId="{65D77F35-4D6A-48E8-9175-1E7C421DAE83}" type="sibTrans" cxnId="{5573E279-920A-486D-B2B0-84738E6D79C4}">
      <dgm:prSet/>
      <dgm:spPr/>
      <dgm:t>
        <a:bodyPr/>
        <a:lstStyle/>
        <a:p>
          <a:endParaRPr kumimoji="1" lang="ja-JP" altLang="en-US"/>
        </a:p>
      </dgm:t>
    </dgm:pt>
    <dgm:pt modelId="{3068DE5B-743D-4314-8B5F-145CDDBDD105}">
      <dgm:prSet phldrT="[テキスト]" custT="1"/>
      <dgm:spPr>
        <a:xfrm>
          <a:off x="630556" y="0"/>
          <a:ext cx="315278" cy="179070"/>
        </a:xfrm>
        <a:prstGeom prst="trapezoid">
          <a:avLst>
            <a:gd name="adj" fmla="val 88032"/>
          </a:avLst>
        </a:prstGeom>
        <a:solidFill>
          <a:srgbClr val="7FABBC"/>
        </a:solidFill>
        <a:ln w="12700" cap="flat" cmpd="sng" algn="ctr">
          <a:solidFill>
            <a:srgbClr val="FFFFFF">
              <a:hueOff val="0"/>
              <a:satOff val="0"/>
              <a:lumOff val="0"/>
              <a:alphaOff val="0"/>
            </a:srgbClr>
          </a:solidFill>
          <a:prstDash val="solid"/>
          <a:miter lim="800000"/>
        </a:ln>
        <a:effectLst/>
      </dgm:spPr>
      <dgm:t>
        <a:bodyPr/>
        <a:lstStyle/>
        <a:p>
          <a:pPr>
            <a:buNone/>
          </a:pPr>
          <a:endParaRPr kumimoji="1" lang="ja-JP" altLang="en-US"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endParaRPr>
        </a:p>
      </dgm:t>
    </dgm:pt>
    <dgm:pt modelId="{CE42EDA2-22E5-4358-8530-322AAB8A74A5}" type="sibTrans" cxnId="{059621C9-0D23-478B-B8CB-ECD57BBB7126}">
      <dgm:prSet/>
      <dgm:spPr/>
      <dgm:t>
        <a:bodyPr/>
        <a:lstStyle/>
        <a:p>
          <a:endParaRPr kumimoji="1" lang="ja-JP" altLang="en-US"/>
        </a:p>
      </dgm:t>
    </dgm:pt>
    <dgm:pt modelId="{B34B2FB9-6A68-4CFA-963D-48B6B96CF2A9}" type="parTrans" cxnId="{059621C9-0D23-478B-B8CB-ECD57BBB7126}">
      <dgm:prSet/>
      <dgm:spPr/>
      <dgm:t>
        <a:bodyPr/>
        <a:lstStyle/>
        <a:p>
          <a:endParaRPr kumimoji="1" lang="ja-JP" altLang="en-US"/>
        </a:p>
      </dgm:t>
    </dgm:pt>
    <dgm:pt modelId="{7A08EC2D-CB5D-44DF-8B67-6DF46EABC96E}">
      <dgm:prSet phldrT="[テキスト]" custT="1"/>
      <dgm:spPr>
        <a:xfrm>
          <a:off x="315277" y="358140"/>
          <a:ext cx="945834"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gm:spPr>
      <dgm:t>
        <a:bodyPr/>
        <a:lstStyle/>
        <a:p>
          <a:pPr>
            <a:buNone/>
          </a:pPr>
          <a:r>
            <a:rPr kumimoji="1" lang="en-US" altLang="ja-JP"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A-3</a:t>
          </a:r>
        </a:p>
      </dgm:t>
    </dgm:pt>
    <dgm:pt modelId="{918910A5-4B99-4694-B2F2-0C29D39EE632}" type="parTrans" cxnId="{DFD74369-B8EF-4349-BFD5-D0D220D8A101}">
      <dgm:prSet/>
      <dgm:spPr/>
      <dgm:t>
        <a:bodyPr/>
        <a:lstStyle/>
        <a:p>
          <a:endParaRPr kumimoji="1" lang="ja-JP" altLang="en-US"/>
        </a:p>
      </dgm:t>
    </dgm:pt>
    <dgm:pt modelId="{2AA3D248-B302-4121-AEFC-C1AB8FCEF703}" type="sibTrans" cxnId="{DFD74369-B8EF-4349-BFD5-D0D220D8A101}">
      <dgm:prSet/>
      <dgm:spPr/>
      <dgm:t>
        <a:bodyPr/>
        <a:lstStyle/>
        <a:p>
          <a:endParaRPr kumimoji="1" lang="ja-JP" altLang="en-US"/>
        </a:p>
      </dgm:t>
    </dgm:pt>
    <dgm:pt modelId="{B1178AC6-C797-4A96-86C7-CA952FC0F816}" type="pres">
      <dgm:prSet presAssocID="{D9DA5997-03B9-4B99-85A6-AC3B7D1EC784}" presName="Name0" presStyleCnt="0">
        <dgm:presLayoutVars>
          <dgm:dir/>
          <dgm:animLvl val="lvl"/>
          <dgm:resizeHandles val="exact"/>
        </dgm:presLayoutVars>
      </dgm:prSet>
      <dgm:spPr/>
    </dgm:pt>
    <dgm:pt modelId="{32674B4A-5264-49D8-B009-17BB6E34A6DA}" type="pres">
      <dgm:prSet presAssocID="{3068DE5B-743D-4314-8B5F-145CDDBDD105}" presName="Name8" presStyleCnt="0"/>
      <dgm:spPr/>
    </dgm:pt>
    <dgm:pt modelId="{804EBA84-CA63-4CF0-9877-DC35F0EE2284}" type="pres">
      <dgm:prSet presAssocID="{3068DE5B-743D-4314-8B5F-145CDDBDD105}" presName="level" presStyleLbl="node1" presStyleIdx="0" presStyleCnt="5">
        <dgm:presLayoutVars>
          <dgm:chMax val="1"/>
          <dgm:bulletEnabled val="1"/>
        </dgm:presLayoutVars>
      </dgm:prSet>
      <dgm:spPr/>
    </dgm:pt>
    <dgm:pt modelId="{0F89C3BD-84CE-4386-BA63-3CAD882497A3}" type="pres">
      <dgm:prSet presAssocID="{3068DE5B-743D-4314-8B5F-145CDDBDD105}" presName="levelTx" presStyleLbl="revTx" presStyleIdx="0" presStyleCnt="0">
        <dgm:presLayoutVars>
          <dgm:chMax val="1"/>
          <dgm:bulletEnabled val="1"/>
        </dgm:presLayoutVars>
      </dgm:prSet>
      <dgm:spPr/>
    </dgm:pt>
    <dgm:pt modelId="{DC9AC50E-33F3-44B3-9D80-5690B62647A1}" type="pres">
      <dgm:prSet presAssocID="{465A0A5D-F855-46D2-913B-F9EF2616CD93}" presName="Name8" presStyleCnt="0"/>
      <dgm:spPr/>
    </dgm:pt>
    <dgm:pt modelId="{147BC213-E586-4A3E-982A-BEE35289D5EC}" type="pres">
      <dgm:prSet presAssocID="{465A0A5D-F855-46D2-913B-F9EF2616CD93}" presName="level" presStyleLbl="node1" presStyleIdx="1" presStyleCnt="5" custLinFactNeighborX="-1042" custLinFactNeighborY="-1042">
        <dgm:presLayoutVars>
          <dgm:chMax val="1"/>
          <dgm:bulletEnabled val="1"/>
        </dgm:presLayoutVars>
      </dgm:prSet>
      <dgm:spPr/>
    </dgm:pt>
    <dgm:pt modelId="{FE25A344-C18D-4AC2-B182-54F0D5BC9634}" type="pres">
      <dgm:prSet presAssocID="{465A0A5D-F855-46D2-913B-F9EF2616CD93}" presName="levelTx" presStyleLbl="revTx" presStyleIdx="0" presStyleCnt="0">
        <dgm:presLayoutVars>
          <dgm:chMax val="1"/>
          <dgm:bulletEnabled val="1"/>
        </dgm:presLayoutVars>
      </dgm:prSet>
      <dgm:spPr/>
    </dgm:pt>
    <dgm:pt modelId="{0BB524DF-717C-412D-B77A-B4035F865DF2}" type="pres">
      <dgm:prSet presAssocID="{7A08EC2D-CB5D-44DF-8B67-6DF46EABC96E}" presName="Name8" presStyleCnt="0"/>
      <dgm:spPr/>
    </dgm:pt>
    <dgm:pt modelId="{3AC301BD-7760-4721-BB94-908115B74EE5}" type="pres">
      <dgm:prSet presAssocID="{7A08EC2D-CB5D-44DF-8B67-6DF46EABC96E}" presName="level" presStyleLbl="node1" presStyleIdx="2" presStyleCnt="5">
        <dgm:presLayoutVars>
          <dgm:chMax val="1"/>
          <dgm:bulletEnabled val="1"/>
        </dgm:presLayoutVars>
      </dgm:prSet>
      <dgm:spPr/>
    </dgm:pt>
    <dgm:pt modelId="{CB890D3D-8562-44B8-9FF5-EFEBC418D279}" type="pres">
      <dgm:prSet presAssocID="{7A08EC2D-CB5D-44DF-8B67-6DF46EABC96E}" presName="levelTx" presStyleLbl="revTx" presStyleIdx="0" presStyleCnt="0">
        <dgm:presLayoutVars>
          <dgm:chMax val="1"/>
          <dgm:bulletEnabled val="1"/>
        </dgm:presLayoutVars>
      </dgm:prSet>
      <dgm:spPr/>
    </dgm:pt>
    <dgm:pt modelId="{55EB736C-849F-40DA-BBEE-DCEE746DD4D7}" type="pres">
      <dgm:prSet presAssocID="{31AF3357-4155-48B8-8635-8ED6DF629210}" presName="Name8" presStyleCnt="0"/>
      <dgm:spPr/>
    </dgm:pt>
    <dgm:pt modelId="{9D2D338F-DEDD-49F6-8DC5-E0D91EB3046F}" type="pres">
      <dgm:prSet presAssocID="{31AF3357-4155-48B8-8635-8ED6DF629210}" presName="level" presStyleLbl="node1" presStyleIdx="3" presStyleCnt="5">
        <dgm:presLayoutVars>
          <dgm:chMax val="1"/>
          <dgm:bulletEnabled val="1"/>
        </dgm:presLayoutVars>
      </dgm:prSet>
      <dgm:spPr/>
    </dgm:pt>
    <dgm:pt modelId="{F4D3B33C-3A9D-4382-AF21-9D856B645F35}" type="pres">
      <dgm:prSet presAssocID="{31AF3357-4155-48B8-8635-8ED6DF629210}" presName="levelTx" presStyleLbl="revTx" presStyleIdx="0" presStyleCnt="0">
        <dgm:presLayoutVars>
          <dgm:chMax val="1"/>
          <dgm:bulletEnabled val="1"/>
        </dgm:presLayoutVars>
      </dgm:prSet>
      <dgm:spPr/>
    </dgm:pt>
    <dgm:pt modelId="{10730B57-9481-46F4-83F5-C549902C103B}" type="pres">
      <dgm:prSet presAssocID="{A5E3484B-A706-4CDE-A585-8693F97AEE2C}" presName="Name8" presStyleCnt="0"/>
      <dgm:spPr/>
    </dgm:pt>
    <dgm:pt modelId="{7BC16105-7D5D-45BA-BE1C-81763A661613}" type="pres">
      <dgm:prSet presAssocID="{A5E3484B-A706-4CDE-A585-8693F97AEE2C}" presName="level" presStyleLbl="node1" presStyleIdx="4" presStyleCnt="5">
        <dgm:presLayoutVars>
          <dgm:chMax val="1"/>
          <dgm:bulletEnabled val="1"/>
        </dgm:presLayoutVars>
      </dgm:prSet>
      <dgm:spPr/>
    </dgm:pt>
    <dgm:pt modelId="{408633F2-EB36-443E-B0DE-9123A13B8DEF}" type="pres">
      <dgm:prSet presAssocID="{A5E3484B-A706-4CDE-A585-8693F97AEE2C}" presName="levelTx" presStyleLbl="revTx" presStyleIdx="0" presStyleCnt="0">
        <dgm:presLayoutVars>
          <dgm:chMax val="1"/>
          <dgm:bulletEnabled val="1"/>
        </dgm:presLayoutVars>
      </dgm:prSet>
      <dgm:spPr/>
    </dgm:pt>
  </dgm:ptLst>
  <dgm:cxnLst>
    <dgm:cxn modelId="{34C98C28-7756-4B52-AB0E-BFBA8CB18AFA}" type="presOf" srcId="{3068DE5B-743D-4314-8B5F-145CDDBDD105}" destId="{0F89C3BD-84CE-4386-BA63-3CAD882497A3}" srcOrd="1" destOrd="0" presId="urn:microsoft.com/office/officeart/2005/8/layout/pyramid1"/>
    <dgm:cxn modelId="{F41FBD3F-1D09-4859-9009-F83A29CA08EC}" type="presOf" srcId="{465A0A5D-F855-46D2-913B-F9EF2616CD93}" destId="{FE25A344-C18D-4AC2-B182-54F0D5BC9634}" srcOrd="1" destOrd="0" presId="urn:microsoft.com/office/officeart/2005/8/layout/pyramid1"/>
    <dgm:cxn modelId="{F8412A60-F58F-41A3-83A1-6B2CA59FE90B}" type="presOf" srcId="{A5E3484B-A706-4CDE-A585-8693F97AEE2C}" destId="{7BC16105-7D5D-45BA-BE1C-81763A661613}" srcOrd="0" destOrd="0" presId="urn:microsoft.com/office/officeart/2005/8/layout/pyramid1"/>
    <dgm:cxn modelId="{D9B56646-2867-4FF7-91C4-28B2B5A4111B}" type="presOf" srcId="{31AF3357-4155-48B8-8635-8ED6DF629210}" destId="{9D2D338F-DEDD-49F6-8DC5-E0D91EB3046F}" srcOrd="0" destOrd="0" presId="urn:microsoft.com/office/officeart/2005/8/layout/pyramid1"/>
    <dgm:cxn modelId="{DFD74369-B8EF-4349-BFD5-D0D220D8A101}" srcId="{D9DA5997-03B9-4B99-85A6-AC3B7D1EC784}" destId="{7A08EC2D-CB5D-44DF-8B67-6DF46EABC96E}" srcOrd="2" destOrd="0" parTransId="{918910A5-4B99-4694-B2F2-0C29D39EE632}" sibTransId="{2AA3D248-B302-4121-AEFC-C1AB8FCEF703}"/>
    <dgm:cxn modelId="{A8D41A4A-9D7E-4FD3-9716-0A3D5EEFF335}" srcId="{D9DA5997-03B9-4B99-85A6-AC3B7D1EC784}" destId="{465A0A5D-F855-46D2-913B-F9EF2616CD93}" srcOrd="1" destOrd="0" parTransId="{AC02C9EA-24DD-40F3-8930-D4AC6F161CF1}" sibTransId="{5531C1D1-0171-482C-90D2-9248185EF070}"/>
    <dgm:cxn modelId="{5573E279-920A-486D-B2B0-84738E6D79C4}" srcId="{D9DA5997-03B9-4B99-85A6-AC3B7D1EC784}" destId="{A5E3484B-A706-4CDE-A585-8693F97AEE2C}" srcOrd="4" destOrd="0" parTransId="{D21CCBA7-E2E9-4C2D-ADFF-7038B43D0804}" sibTransId="{65D77F35-4D6A-48E8-9175-1E7C421DAE83}"/>
    <dgm:cxn modelId="{689DB084-B6D0-4813-A36C-EFAE66D9221B}" type="presOf" srcId="{D9DA5997-03B9-4B99-85A6-AC3B7D1EC784}" destId="{B1178AC6-C797-4A96-86C7-CA952FC0F816}" srcOrd="0" destOrd="0" presId="urn:microsoft.com/office/officeart/2005/8/layout/pyramid1"/>
    <dgm:cxn modelId="{1E18C08E-E33F-4B9E-8DEF-A292840232CA}" type="presOf" srcId="{7A08EC2D-CB5D-44DF-8B67-6DF46EABC96E}" destId="{3AC301BD-7760-4721-BB94-908115B74EE5}" srcOrd="0" destOrd="0" presId="urn:microsoft.com/office/officeart/2005/8/layout/pyramid1"/>
    <dgm:cxn modelId="{E4B8CBB8-7D01-4A47-9E63-F942A78A58A7}" type="presOf" srcId="{3068DE5B-743D-4314-8B5F-145CDDBDD105}" destId="{804EBA84-CA63-4CF0-9877-DC35F0EE2284}" srcOrd="0" destOrd="0" presId="urn:microsoft.com/office/officeart/2005/8/layout/pyramid1"/>
    <dgm:cxn modelId="{059621C9-0D23-478B-B8CB-ECD57BBB7126}" srcId="{D9DA5997-03B9-4B99-85A6-AC3B7D1EC784}" destId="{3068DE5B-743D-4314-8B5F-145CDDBDD105}" srcOrd="0" destOrd="0" parTransId="{B34B2FB9-6A68-4CFA-963D-48B6B96CF2A9}" sibTransId="{CE42EDA2-22E5-4358-8530-322AAB8A74A5}"/>
    <dgm:cxn modelId="{C8C356D8-A24A-4E8A-A425-61118B34592C}" type="presOf" srcId="{7A08EC2D-CB5D-44DF-8B67-6DF46EABC96E}" destId="{CB890D3D-8562-44B8-9FF5-EFEBC418D279}" srcOrd="1" destOrd="0" presId="urn:microsoft.com/office/officeart/2005/8/layout/pyramid1"/>
    <dgm:cxn modelId="{954FC5DA-4003-42F5-9EAA-255A5B2E75E2}" type="presOf" srcId="{31AF3357-4155-48B8-8635-8ED6DF629210}" destId="{F4D3B33C-3A9D-4382-AF21-9D856B645F35}" srcOrd="1" destOrd="0" presId="urn:microsoft.com/office/officeart/2005/8/layout/pyramid1"/>
    <dgm:cxn modelId="{C182F0E6-0945-4D92-B557-6861AE6DE4FF}" type="presOf" srcId="{465A0A5D-F855-46D2-913B-F9EF2616CD93}" destId="{147BC213-E586-4A3E-982A-BEE35289D5EC}" srcOrd="0" destOrd="0" presId="urn:microsoft.com/office/officeart/2005/8/layout/pyramid1"/>
    <dgm:cxn modelId="{2F20D1EB-2CCD-4017-95E2-77F615935E2B}" type="presOf" srcId="{A5E3484B-A706-4CDE-A585-8693F97AEE2C}" destId="{408633F2-EB36-443E-B0DE-9123A13B8DEF}" srcOrd="1" destOrd="0" presId="urn:microsoft.com/office/officeart/2005/8/layout/pyramid1"/>
    <dgm:cxn modelId="{CAC90BFD-23F2-42D2-96BB-A511C3E9428D}" srcId="{D9DA5997-03B9-4B99-85A6-AC3B7D1EC784}" destId="{31AF3357-4155-48B8-8635-8ED6DF629210}" srcOrd="3" destOrd="0" parTransId="{3EAB6D1D-5355-4A42-B7BC-54373F50331B}" sibTransId="{67BA3044-DAF8-4FF1-B179-0DD44DD79D1A}"/>
    <dgm:cxn modelId="{88B8026A-F1B6-4A40-842E-058D014F3B8F}" type="presParOf" srcId="{B1178AC6-C797-4A96-86C7-CA952FC0F816}" destId="{32674B4A-5264-49D8-B009-17BB6E34A6DA}" srcOrd="0" destOrd="0" presId="urn:microsoft.com/office/officeart/2005/8/layout/pyramid1"/>
    <dgm:cxn modelId="{73F8D71E-010A-4EF4-8F9C-854D6C50054E}" type="presParOf" srcId="{32674B4A-5264-49D8-B009-17BB6E34A6DA}" destId="{804EBA84-CA63-4CF0-9877-DC35F0EE2284}" srcOrd="0" destOrd="0" presId="urn:microsoft.com/office/officeart/2005/8/layout/pyramid1"/>
    <dgm:cxn modelId="{DB4AD079-AE55-4780-84D7-767C90EA5495}" type="presParOf" srcId="{32674B4A-5264-49D8-B009-17BB6E34A6DA}" destId="{0F89C3BD-84CE-4386-BA63-3CAD882497A3}" srcOrd="1" destOrd="0" presId="urn:microsoft.com/office/officeart/2005/8/layout/pyramid1"/>
    <dgm:cxn modelId="{0DBF5C50-CEAF-4F30-AC94-21D3525A1DCB}" type="presParOf" srcId="{B1178AC6-C797-4A96-86C7-CA952FC0F816}" destId="{DC9AC50E-33F3-44B3-9D80-5690B62647A1}" srcOrd="1" destOrd="0" presId="urn:microsoft.com/office/officeart/2005/8/layout/pyramid1"/>
    <dgm:cxn modelId="{5859E845-C056-45D3-AC79-AFBE0D477575}" type="presParOf" srcId="{DC9AC50E-33F3-44B3-9D80-5690B62647A1}" destId="{147BC213-E586-4A3E-982A-BEE35289D5EC}" srcOrd="0" destOrd="0" presId="urn:microsoft.com/office/officeart/2005/8/layout/pyramid1"/>
    <dgm:cxn modelId="{4FA914A2-07A4-44C8-9698-6870684F5F63}" type="presParOf" srcId="{DC9AC50E-33F3-44B3-9D80-5690B62647A1}" destId="{FE25A344-C18D-4AC2-B182-54F0D5BC9634}" srcOrd="1" destOrd="0" presId="urn:microsoft.com/office/officeart/2005/8/layout/pyramid1"/>
    <dgm:cxn modelId="{E471893D-3BF8-45C8-9034-7EFFEAE9FA20}" type="presParOf" srcId="{B1178AC6-C797-4A96-86C7-CA952FC0F816}" destId="{0BB524DF-717C-412D-B77A-B4035F865DF2}" srcOrd="2" destOrd="0" presId="urn:microsoft.com/office/officeart/2005/8/layout/pyramid1"/>
    <dgm:cxn modelId="{B812167D-A044-4247-9CCC-0D35F839E033}" type="presParOf" srcId="{0BB524DF-717C-412D-B77A-B4035F865DF2}" destId="{3AC301BD-7760-4721-BB94-908115B74EE5}" srcOrd="0" destOrd="0" presId="urn:microsoft.com/office/officeart/2005/8/layout/pyramid1"/>
    <dgm:cxn modelId="{AF1A547C-C25B-443D-B54A-3ECBBA203DC2}" type="presParOf" srcId="{0BB524DF-717C-412D-B77A-B4035F865DF2}" destId="{CB890D3D-8562-44B8-9FF5-EFEBC418D279}" srcOrd="1" destOrd="0" presId="urn:microsoft.com/office/officeart/2005/8/layout/pyramid1"/>
    <dgm:cxn modelId="{07E6E042-AA52-4A17-86F7-461FEF7DFA47}" type="presParOf" srcId="{B1178AC6-C797-4A96-86C7-CA952FC0F816}" destId="{55EB736C-849F-40DA-BBEE-DCEE746DD4D7}" srcOrd="3" destOrd="0" presId="urn:microsoft.com/office/officeart/2005/8/layout/pyramid1"/>
    <dgm:cxn modelId="{652D869C-6A8E-41E1-818E-6E277566EB2E}" type="presParOf" srcId="{55EB736C-849F-40DA-BBEE-DCEE746DD4D7}" destId="{9D2D338F-DEDD-49F6-8DC5-E0D91EB3046F}" srcOrd="0" destOrd="0" presId="urn:microsoft.com/office/officeart/2005/8/layout/pyramid1"/>
    <dgm:cxn modelId="{FD7DD8D7-D788-4DDD-8828-69B48AB96739}" type="presParOf" srcId="{55EB736C-849F-40DA-BBEE-DCEE746DD4D7}" destId="{F4D3B33C-3A9D-4382-AF21-9D856B645F35}" srcOrd="1" destOrd="0" presId="urn:microsoft.com/office/officeart/2005/8/layout/pyramid1"/>
    <dgm:cxn modelId="{0F256A68-8DF6-4772-8AE9-C0D4E4E578BF}" type="presParOf" srcId="{B1178AC6-C797-4A96-86C7-CA952FC0F816}" destId="{10730B57-9481-46F4-83F5-C549902C103B}" srcOrd="4" destOrd="0" presId="urn:microsoft.com/office/officeart/2005/8/layout/pyramid1"/>
    <dgm:cxn modelId="{4D9EB3D6-BA57-4FF9-A3C8-96670199EFAD}" type="presParOf" srcId="{10730B57-9481-46F4-83F5-C549902C103B}" destId="{7BC16105-7D5D-45BA-BE1C-81763A661613}" srcOrd="0" destOrd="0" presId="urn:microsoft.com/office/officeart/2005/8/layout/pyramid1"/>
    <dgm:cxn modelId="{20FAEE64-9F44-4957-9E7D-D293E745679A}" type="presParOf" srcId="{10730B57-9481-46F4-83F5-C549902C103B}" destId="{408633F2-EB36-443E-B0DE-9123A13B8DEF}" srcOrd="1" destOrd="0" presId="urn:microsoft.com/office/officeart/2005/8/layout/pyramid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9DA5997-03B9-4B99-85A6-AC3B7D1EC784}" type="doc">
      <dgm:prSet loTypeId="urn:microsoft.com/office/officeart/2005/8/layout/pyramid1" loCatId="pyramid" qsTypeId="urn:microsoft.com/office/officeart/2005/8/quickstyle/simple1" qsCatId="simple" csTypeId="urn:microsoft.com/office/officeart/2005/8/colors/accent1_2" csCatId="accent1" phldr="1"/>
      <dgm:spPr/>
    </dgm:pt>
    <dgm:pt modelId="{2807EC3E-0EB8-4340-91B3-E49B38607A2F}">
      <dgm:prSet phldrT="[テキスト]" custT="1"/>
      <dgm:spPr>
        <a:xfrm>
          <a:off x="472917" y="179070"/>
          <a:ext cx="630556" cy="179070"/>
        </a:xfrm>
        <a:prstGeom prst="trapezoid">
          <a:avLst>
            <a:gd name="adj" fmla="val 88032"/>
          </a:avLst>
        </a:prstGeom>
        <a:solidFill>
          <a:srgbClr val="7FABBC"/>
        </a:solidFill>
        <a:ln w="12700" cap="flat" cmpd="sng" algn="ctr">
          <a:solidFill>
            <a:srgbClr val="FFFFFF">
              <a:hueOff val="0"/>
              <a:satOff val="0"/>
              <a:lumOff val="0"/>
              <a:alphaOff val="0"/>
            </a:srgbClr>
          </a:solidFill>
          <a:prstDash val="solid"/>
          <a:miter lim="800000"/>
        </a:ln>
        <a:effectLst/>
      </dgm:spPr>
      <dgm:t>
        <a:bodyPr/>
        <a:lstStyle/>
        <a:p>
          <a:pPr>
            <a:buNone/>
          </a:pPr>
          <a:r>
            <a:rPr kumimoji="1" lang="en-US" altLang="ja-JP" sz="900">
              <a:solidFill>
                <a:srgbClr val="000000"/>
              </a:solidFill>
              <a:latin typeface="BIZ UDPゴシック" panose="020B0400000000000000" pitchFamily="50" charset="-128"/>
              <a:ea typeface="BIZ UDPゴシック" panose="020B0400000000000000" pitchFamily="50" charset="-128"/>
              <a:cs typeface="+mn-cs"/>
            </a:rPr>
            <a:t>AA</a:t>
          </a:r>
          <a:endParaRPr kumimoji="1" lang="ja-JP" altLang="en-US" sz="900">
            <a:solidFill>
              <a:srgbClr val="000000"/>
            </a:solidFill>
            <a:latin typeface="BIZ UDPゴシック" panose="020B0400000000000000" pitchFamily="50" charset="-128"/>
            <a:ea typeface="BIZ UDPゴシック" panose="020B0400000000000000" pitchFamily="50" charset="-128"/>
            <a:cs typeface="+mn-cs"/>
          </a:endParaRPr>
        </a:p>
      </dgm:t>
    </dgm:pt>
    <dgm:pt modelId="{40DBF343-E7B9-4634-80CC-CC7187A0EF17}" type="parTrans" cxnId="{04E545C9-2DEC-4B22-878F-5558A6B96292}">
      <dgm:prSet/>
      <dgm:spPr/>
      <dgm:t>
        <a:bodyPr/>
        <a:lstStyle/>
        <a:p>
          <a:endParaRPr kumimoji="1" lang="ja-JP" altLang="en-US"/>
        </a:p>
      </dgm:t>
    </dgm:pt>
    <dgm:pt modelId="{BB4E658F-9FBD-4C7F-93CE-E37F3D93A194}" type="sibTrans" cxnId="{04E545C9-2DEC-4B22-878F-5558A6B96292}">
      <dgm:prSet/>
      <dgm:spPr/>
      <dgm:t>
        <a:bodyPr/>
        <a:lstStyle/>
        <a:p>
          <a:endParaRPr kumimoji="1" lang="ja-JP" altLang="en-US"/>
        </a:p>
      </dgm:t>
    </dgm:pt>
    <dgm:pt modelId="{465A0A5D-F855-46D2-913B-F9EF2616CD93}">
      <dgm:prSet phldrT="[テキスト]" custT="1"/>
      <dgm:spPr>
        <a:xfrm>
          <a:off x="305422" y="356274"/>
          <a:ext cx="945834"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gm:spPr>
      <dgm:t>
        <a:bodyPr/>
        <a:lstStyle/>
        <a:p>
          <a:pPr>
            <a:buNone/>
          </a:pPr>
          <a:r>
            <a:rPr kumimoji="1" lang="en-US" altLang="ja-JP"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A</a:t>
          </a:r>
        </a:p>
      </dgm:t>
    </dgm:pt>
    <dgm:pt modelId="{AC02C9EA-24DD-40F3-8930-D4AC6F161CF1}" type="parTrans" cxnId="{A8D41A4A-9D7E-4FD3-9716-0A3D5EEFF335}">
      <dgm:prSet/>
      <dgm:spPr/>
      <dgm:t>
        <a:bodyPr/>
        <a:lstStyle/>
        <a:p>
          <a:endParaRPr kumimoji="1" lang="ja-JP" altLang="en-US"/>
        </a:p>
      </dgm:t>
    </dgm:pt>
    <dgm:pt modelId="{5531C1D1-0171-482C-90D2-9248185EF070}" type="sibTrans" cxnId="{A8D41A4A-9D7E-4FD3-9716-0A3D5EEFF335}">
      <dgm:prSet/>
      <dgm:spPr/>
      <dgm:t>
        <a:bodyPr/>
        <a:lstStyle/>
        <a:p>
          <a:endParaRPr kumimoji="1" lang="ja-JP" altLang="en-US"/>
        </a:p>
      </dgm:t>
    </dgm:pt>
    <dgm:pt modelId="{31AF3357-4155-48B8-8635-8ED6DF629210}">
      <dgm:prSet phldrT="[テキスト]" custT="1"/>
      <dgm:spPr>
        <a:xfrm>
          <a:off x="157638" y="537210"/>
          <a:ext cx="1261112"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gm:spPr>
      <dgm:t>
        <a:bodyPr/>
        <a:lstStyle/>
        <a:p>
          <a:pPr>
            <a:buNone/>
          </a:pPr>
          <a:r>
            <a:rPr kumimoji="1" lang="en-US" altLang="ja-JP"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BBB</a:t>
          </a:r>
        </a:p>
      </dgm:t>
    </dgm:pt>
    <dgm:pt modelId="{3EAB6D1D-5355-4A42-B7BC-54373F50331B}" type="parTrans" cxnId="{CAC90BFD-23F2-42D2-96BB-A511C3E9428D}">
      <dgm:prSet/>
      <dgm:spPr/>
      <dgm:t>
        <a:bodyPr/>
        <a:lstStyle/>
        <a:p>
          <a:endParaRPr kumimoji="1" lang="ja-JP" altLang="en-US"/>
        </a:p>
      </dgm:t>
    </dgm:pt>
    <dgm:pt modelId="{67BA3044-DAF8-4FF1-B179-0DD44DD79D1A}" type="sibTrans" cxnId="{CAC90BFD-23F2-42D2-96BB-A511C3E9428D}">
      <dgm:prSet/>
      <dgm:spPr/>
      <dgm:t>
        <a:bodyPr/>
        <a:lstStyle/>
        <a:p>
          <a:endParaRPr kumimoji="1" lang="ja-JP" altLang="en-US"/>
        </a:p>
      </dgm:t>
    </dgm:pt>
    <dgm:pt modelId="{A5E3484B-A706-4CDE-A585-8693F97AEE2C}">
      <dgm:prSet phldrT="[テキスト]" custT="1"/>
      <dgm:spPr>
        <a:xfrm>
          <a:off x="0" y="716280"/>
          <a:ext cx="1576390"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gm:spPr>
      <dgm:t>
        <a:bodyPr/>
        <a:lstStyle/>
        <a:p>
          <a:pPr>
            <a:buNone/>
          </a:pPr>
          <a:r>
            <a:rPr kumimoji="1" lang="en-US" altLang="ja-JP"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BB</a:t>
          </a:r>
          <a:r>
            <a:rPr kumimoji="1" lang="ja-JP" altLang="en-US"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以下</a:t>
          </a:r>
          <a:endParaRPr kumimoji="1" lang="en-US" altLang="ja-JP"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endParaRPr>
        </a:p>
      </dgm:t>
    </dgm:pt>
    <dgm:pt modelId="{D21CCBA7-E2E9-4C2D-ADFF-7038B43D0804}" type="parTrans" cxnId="{5573E279-920A-486D-B2B0-84738E6D79C4}">
      <dgm:prSet/>
      <dgm:spPr/>
      <dgm:t>
        <a:bodyPr/>
        <a:lstStyle/>
        <a:p>
          <a:endParaRPr kumimoji="1" lang="ja-JP" altLang="en-US"/>
        </a:p>
      </dgm:t>
    </dgm:pt>
    <dgm:pt modelId="{65D77F35-4D6A-48E8-9175-1E7C421DAE83}" type="sibTrans" cxnId="{5573E279-920A-486D-B2B0-84738E6D79C4}">
      <dgm:prSet/>
      <dgm:spPr/>
      <dgm:t>
        <a:bodyPr/>
        <a:lstStyle/>
        <a:p>
          <a:endParaRPr kumimoji="1" lang="ja-JP" altLang="en-US"/>
        </a:p>
      </dgm:t>
    </dgm:pt>
    <dgm:pt modelId="{3068DE5B-743D-4314-8B5F-145CDDBDD105}">
      <dgm:prSet phldrT="[テキスト]" custT="1"/>
      <dgm:spPr>
        <a:xfrm>
          <a:off x="630556" y="0"/>
          <a:ext cx="315278"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gm:spPr>
      <dgm:t>
        <a:bodyPr/>
        <a:lstStyle/>
        <a:p>
          <a:pPr>
            <a:buNone/>
          </a:pPr>
          <a:endParaRPr kumimoji="1" lang="ja-JP" altLang="en-US"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endParaRPr>
        </a:p>
      </dgm:t>
    </dgm:pt>
    <dgm:pt modelId="{CE42EDA2-22E5-4358-8530-322AAB8A74A5}" type="sibTrans" cxnId="{059621C9-0D23-478B-B8CB-ECD57BBB7126}">
      <dgm:prSet/>
      <dgm:spPr/>
      <dgm:t>
        <a:bodyPr/>
        <a:lstStyle/>
        <a:p>
          <a:endParaRPr kumimoji="1" lang="ja-JP" altLang="en-US"/>
        </a:p>
      </dgm:t>
    </dgm:pt>
    <dgm:pt modelId="{B34B2FB9-6A68-4CFA-963D-48B6B96CF2A9}" type="parTrans" cxnId="{059621C9-0D23-478B-B8CB-ECD57BBB7126}">
      <dgm:prSet/>
      <dgm:spPr/>
      <dgm:t>
        <a:bodyPr/>
        <a:lstStyle/>
        <a:p>
          <a:endParaRPr kumimoji="1" lang="ja-JP" altLang="en-US"/>
        </a:p>
      </dgm:t>
    </dgm:pt>
    <dgm:pt modelId="{B1178AC6-C797-4A96-86C7-CA952FC0F816}" type="pres">
      <dgm:prSet presAssocID="{D9DA5997-03B9-4B99-85A6-AC3B7D1EC784}" presName="Name0" presStyleCnt="0">
        <dgm:presLayoutVars>
          <dgm:dir/>
          <dgm:animLvl val="lvl"/>
          <dgm:resizeHandles val="exact"/>
        </dgm:presLayoutVars>
      </dgm:prSet>
      <dgm:spPr/>
    </dgm:pt>
    <dgm:pt modelId="{32674B4A-5264-49D8-B009-17BB6E34A6DA}" type="pres">
      <dgm:prSet presAssocID="{3068DE5B-743D-4314-8B5F-145CDDBDD105}" presName="Name8" presStyleCnt="0"/>
      <dgm:spPr/>
    </dgm:pt>
    <dgm:pt modelId="{804EBA84-CA63-4CF0-9877-DC35F0EE2284}" type="pres">
      <dgm:prSet presAssocID="{3068DE5B-743D-4314-8B5F-145CDDBDD105}" presName="level" presStyleLbl="node1" presStyleIdx="0" presStyleCnt="5">
        <dgm:presLayoutVars>
          <dgm:chMax val="1"/>
          <dgm:bulletEnabled val="1"/>
        </dgm:presLayoutVars>
      </dgm:prSet>
      <dgm:spPr/>
    </dgm:pt>
    <dgm:pt modelId="{0F89C3BD-84CE-4386-BA63-3CAD882497A3}" type="pres">
      <dgm:prSet presAssocID="{3068DE5B-743D-4314-8B5F-145CDDBDD105}" presName="levelTx" presStyleLbl="revTx" presStyleIdx="0" presStyleCnt="0">
        <dgm:presLayoutVars>
          <dgm:chMax val="1"/>
          <dgm:bulletEnabled val="1"/>
        </dgm:presLayoutVars>
      </dgm:prSet>
      <dgm:spPr/>
    </dgm:pt>
    <dgm:pt modelId="{038372F2-63B3-4752-949D-4225A4FBC3BD}" type="pres">
      <dgm:prSet presAssocID="{2807EC3E-0EB8-4340-91B3-E49B38607A2F}" presName="Name8" presStyleCnt="0"/>
      <dgm:spPr/>
    </dgm:pt>
    <dgm:pt modelId="{A45349E6-166A-4658-B13A-D7885EC13B90}" type="pres">
      <dgm:prSet presAssocID="{2807EC3E-0EB8-4340-91B3-E49B38607A2F}" presName="level" presStyleLbl="node1" presStyleIdx="1" presStyleCnt="5">
        <dgm:presLayoutVars>
          <dgm:chMax val="1"/>
          <dgm:bulletEnabled val="1"/>
        </dgm:presLayoutVars>
      </dgm:prSet>
      <dgm:spPr/>
    </dgm:pt>
    <dgm:pt modelId="{181EE65F-FB77-4B99-8C7C-DD6F7502040A}" type="pres">
      <dgm:prSet presAssocID="{2807EC3E-0EB8-4340-91B3-E49B38607A2F}" presName="levelTx" presStyleLbl="revTx" presStyleIdx="0" presStyleCnt="0">
        <dgm:presLayoutVars>
          <dgm:chMax val="1"/>
          <dgm:bulletEnabled val="1"/>
        </dgm:presLayoutVars>
      </dgm:prSet>
      <dgm:spPr/>
    </dgm:pt>
    <dgm:pt modelId="{DC9AC50E-33F3-44B3-9D80-5690B62647A1}" type="pres">
      <dgm:prSet presAssocID="{465A0A5D-F855-46D2-913B-F9EF2616CD93}" presName="Name8" presStyleCnt="0"/>
      <dgm:spPr/>
    </dgm:pt>
    <dgm:pt modelId="{147BC213-E586-4A3E-982A-BEE35289D5EC}" type="pres">
      <dgm:prSet presAssocID="{465A0A5D-F855-46D2-913B-F9EF2616CD93}" presName="level" presStyleLbl="node1" presStyleIdx="2" presStyleCnt="5" custLinFactNeighborX="-1042" custLinFactNeighborY="-1042">
        <dgm:presLayoutVars>
          <dgm:chMax val="1"/>
          <dgm:bulletEnabled val="1"/>
        </dgm:presLayoutVars>
      </dgm:prSet>
      <dgm:spPr/>
    </dgm:pt>
    <dgm:pt modelId="{FE25A344-C18D-4AC2-B182-54F0D5BC9634}" type="pres">
      <dgm:prSet presAssocID="{465A0A5D-F855-46D2-913B-F9EF2616CD93}" presName="levelTx" presStyleLbl="revTx" presStyleIdx="0" presStyleCnt="0">
        <dgm:presLayoutVars>
          <dgm:chMax val="1"/>
          <dgm:bulletEnabled val="1"/>
        </dgm:presLayoutVars>
      </dgm:prSet>
      <dgm:spPr/>
    </dgm:pt>
    <dgm:pt modelId="{55EB736C-849F-40DA-BBEE-DCEE746DD4D7}" type="pres">
      <dgm:prSet presAssocID="{31AF3357-4155-48B8-8635-8ED6DF629210}" presName="Name8" presStyleCnt="0"/>
      <dgm:spPr/>
    </dgm:pt>
    <dgm:pt modelId="{9D2D338F-DEDD-49F6-8DC5-E0D91EB3046F}" type="pres">
      <dgm:prSet presAssocID="{31AF3357-4155-48B8-8635-8ED6DF629210}" presName="level" presStyleLbl="node1" presStyleIdx="3" presStyleCnt="5">
        <dgm:presLayoutVars>
          <dgm:chMax val="1"/>
          <dgm:bulletEnabled val="1"/>
        </dgm:presLayoutVars>
      </dgm:prSet>
      <dgm:spPr/>
    </dgm:pt>
    <dgm:pt modelId="{F4D3B33C-3A9D-4382-AF21-9D856B645F35}" type="pres">
      <dgm:prSet presAssocID="{31AF3357-4155-48B8-8635-8ED6DF629210}" presName="levelTx" presStyleLbl="revTx" presStyleIdx="0" presStyleCnt="0">
        <dgm:presLayoutVars>
          <dgm:chMax val="1"/>
          <dgm:bulletEnabled val="1"/>
        </dgm:presLayoutVars>
      </dgm:prSet>
      <dgm:spPr/>
    </dgm:pt>
    <dgm:pt modelId="{10730B57-9481-46F4-83F5-C549902C103B}" type="pres">
      <dgm:prSet presAssocID="{A5E3484B-A706-4CDE-A585-8693F97AEE2C}" presName="Name8" presStyleCnt="0"/>
      <dgm:spPr/>
    </dgm:pt>
    <dgm:pt modelId="{7BC16105-7D5D-45BA-BE1C-81763A661613}" type="pres">
      <dgm:prSet presAssocID="{A5E3484B-A706-4CDE-A585-8693F97AEE2C}" presName="level" presStyleLbl="node1" presStyleIdx="4" presStyleCnt="5">
        <dgm:presLayoutVars>
          <dgm:chMax val="1"/>
          <dgm:bulletEnabled val="1"/>
        </dgm:presLayoutVars>
      </dgm:prSet>
      <dgm:spPr/>
    </dgm:pt>
    <dgm:pt modelId="{408633F2-EB36-443E-B0DE-9123A13B8DEF}" type="pres">
      <dgm:prSet presAssocID="{A5E3484B-A706-4CDE-A585-8693F97AEE2C}" presName="levelTx" presStyleLbl="revTx" presStyleIdx="0" presStyleCnt="0">
        <dgm:presLayoutVars>
          <dgm:chMax val="1"/>
          <dgm:bulletEnabled val="1"/>
        </dgm:presLayoutVars>
      </dgm:prSet>
      <dgm:spPr/>
    </dgm:pt>
  </dgm:ptLst>
  <dgm:cxnLst>
    <dgm:cxn modelId="{34C98C28-7756-4B52-AB0E-BFBA8CB18AFA}" type="presOf" srcId="{3068DE5B-743D-4314-8B5F-145CDDBDD105}" destId="{0F89C3BD-84CE-4386-BA63-3CAD882497A3}" srcOrd="1" destOrd="0" presId="urn:microsoft.com/office/officeart/2005/8/layout/pyramid1"/>
    <dgm:cxn modelId="{F41FBD3F-1D09-4859-9009-F83A29CA08EC}" type="presOf" srcId="{465A0A5D-F855-46D2-913B-F9EF2616CD93}" destId="{FE25A344-C18D-4AC2-B182-54F0D5BC9634}" srcOrd="1" destOrd="0" presId="urn:microsoft.com/office/officeart/2005/8/layout/pyramid1"/>
    <dgm:cxn modelId="{F8412A60-F58F-41A3-83A1-6B2CA59FE90B}" type="presOf" srcId="{A5E3484B-A706-4CDE-A585-8693F97AEE2C}" destId="{7BC16105-7D5D-45BA-BE1C-81763A661613}" srcOrd="0" destOrd="0" presId="urn:microsoft.com/office/officeart/2005/8/layout/pyramid1"/>
    <dgm:cxn modelId="{D9B56646-2867-4FF7-91C4-28B2B5A4111B}" type="presOf" srcId="{31AF3357-4155-48B8-8635-8ED6DF629210}" destId="{9D2D338F-DEDD-49F6-8DC5-E0D91EB3046F}" srcOrd="0" destOrd="0" presId="urn:microsoft.com/office/officeart/2005/8/layout/pyramid1"/>
    <dgm:cxn modelId="{6DA8C449-FF86-400E-BB67-FA0E83A52FC4}" type="presOf" srcId="{2807EC3E-0EB8-4340-91B3-E49B38607A2F}" destId="{A45349E6-166A-4658-B13A-D7885EC13B90}" srcOrd="0" destOrd="0" presId="urn:microsoft.com/office/officeart/2005/8/layout/pyramid1"/>
    <dgm:cxn modelId="{A8D41A4A-9D7E-4FD3-9716-0A3D5EEFF335}" srcId="{D9DA5997-03B9-4B99-85A6-AC3B7D1EC784}" destId="{465A0A5D-F855-46D2-913B-F9EF2616CD93}" srcOrd="2" destOrd="0" parTransId="{AC02C9EA-24DD-40F3-8930-D4AC6F161CF1}" sibTransId="{5531C1D1-0171-482C-90D2-9248185EF070}"/>
    <dgm:cxn modelId="{5573E279-920A-486D-B2B0-84738E6D79C4}" srcId="{D9DA5997-03B9-4B99-85A6-AC3B7D1EC784}" destId="{A5E3484B-A706-4CDE-A585-8693F97AEE2C}" srcOrd="4" destOrd="0" parTransId="{D21CCBA7-E2E9-4C2D-ADFF-7038B43D0804}" sibTransId="{65D77F35-4D6A-48E8-9175-1E7C421DAE83}"/>
    <dgm:cxn modelId="{689DB084-B6D0-4813-A36C-EFAE66D9221B}" type="presOf" srcId="{D9DA5997-03B9-4B99-85A6-AC3B7D1EC784}" destId="{B1178AC6-C797-4A96-86C7-CA952FC0F816}" srcOrd="0" destOrd="0" presId="urn:microsoft.com/office/officeart/2005/8/layout/pyramid1"/>
    <dgm:cxn modelId="{73B740B2-02FD-4FCB-A039-DDB24B649DA1}" type="presOf" srcId="{2807EC3E-0EB8-4340-91B3-E49B38607A2F}" destId="{181EE65F-FB77-4B99-8C7C-DD6F7502040A}" srcOrd="1" destOrd="0" presId="urn:microsoft.com/office/officeart/2005/8/layout/pyramid1"/>
    <dgm:cxn modelId="{E4B8CBB8-7D01-4A47-9E63-F942A78A58A7}" type="presOf" srcId="{3068DE5B-743D-4314-8B5F-145CDDBDD105}" destId="{804EBA84-CA63-4CF0-9877-DC35F0EE2284}" srcOrd="0" destOrd="0" presId="urn:microsoft.com/office/officeart/2005/8/layout/pyramid1"/>
    <dgm:cxn modelId="{059621C9-0D23-478B-B8CB-ECD57BBB7126}" srcId="{D9DA5997-03B9-4B99-85A6-AC3B7D1EC784}" destId="{3068DE5B-743D-4314-8B5F-145CDDBDD105}" srcOrd="0" destOrd="0" parTransId="{B34B2FB9-6A68-4CFA-963D-48B6B96CF2A9}" sibTransId="{CE42EDA2-22E5-4358-8530-322AAB8A74A5}"/>
    <dgm:cxn modelId="{04E545C9-2DEC-4B22-878F-5558A6B96292}" srcId="{D9DA5997-03B9-4B99-85A6-AC3B7D1EC784}" destId="{2807EC3E-0EB8-4340-91B3-E49B38607A2F}" srcOrd="1" destOrd="0" parTransId="{40DBF343-E7B9-4634-80CC-CC7187A0EF17}" sibTransId="{BB4E658F-9FBD-4C7F-93CE-E37F3D93A194}"/>
    <dgm:cxn modelId="{954FC5DA-4003-42F5-9EAA-255A5B2E75E2}" type="presOf" srcId="{31AF3357-4155-48B8-8635-8ED6DF629210}" destId="{F4D3B33C-3A9D-4382-AF21-9D856B645F35}" srcOrd="1" destOrd="0" presId="urn:microsoft.com/office/officeart/2005/8/layout/pyramid1"/>
    <dgm:cxn modelId="{C182F0E6-0945-4D92-B557-6861AE6DE4FF}" type="presOf" srcId="{465A0A5D-F855-46D2-913B-F9EF2616CD93}" destId="{147BC213-E586-4A3E-982A-BEE35289D5EC}" srcOrd="0" destOrd="0" presId="urn:microsoft.com/office/officeart/2005/8/layout/pyramid1"/>
    <dgm:cxn modelId="{2F20D1EB-2CCD-4017-95E2-77F615935E2B}" type="presOf" srcId="{A5E3484B-A706-4CDE-A585-8693F97AEE2C}" destId="{408633F2-EB36-443E-B0DE-9123A13B8DEF}" srcOrd="1" destOrd="0" presId="urn:microsoft.com/office/officeart/2005/8/layout/pyramid1"/>
    <dgm:cxn modelId="{CAC90BFD-23F2-42D2-96BB-A511C3E9428D}" srcId="{D9DA5997-03B9-4B99-85A6-AC3B7D1EC784}" destId="{31AF3357-4155-48B8-8635-8ED6DF629210}" srcOrd="3" destOrd="0" parTransId="{3EAB6D1D-5355-4A42-B7BC-54373F50331B}" sibTransId="{67BA3044-DAF8-4FF1-B179-0DD44DD79D1A}"/>
    <dgm:cxn modelId="{88B8026A-F1B6-4A40-842E-058D014F3B8F}" type="presParOf" srcId="{B1178AC6-C797-4A96-86C7-CA952FC0F816}" destId="{32674B4A-5264-49D8-B009-17BB6E34A6DA}" srcOrd="0" destOrd="0" presId="urn:microsoft.com/office/officeart/2005/8/layout/pyramid1"/>
    <dgm:cxn modelId="{73F8D71E-010A-4EF4-8F9C-854D6C50054E}" type="presParOf" srcId="{32674B4A-5264-49D8-B009-17BB6E34A6DA}" destId="{804EBA84-CA63-4CF0-9877-DC35F0EE2284}" srcOrd="0" destOrd="0" presId="urn:microsoft.com/office/officeart/2005/8/layout/pyramid1"/>
    <dgm:cxn modelId="{DB4AD079-AE55-4780-84D7-767C90EA5495}" type="presParOf" srcId="{32674B4A-5264-49D8-B009-17BB6E34A6DA}" destId="{0F89C3BD-84CE-4386-BA63-3CAD882497A3}" srcOrd="1" destOrd="0" presId="urn:microsoft.com/office/officeart/2005/8/layout/pyramid1"/>
    <dgm:cxn modelId="{B152038A-5A3C-4236-A9B1-896243196B52}" type="presParOf" srcId="{B1178AC6-C797-4A96-86C7-CA952FC0F816}" destId="{038372F2-63B3-4752-949D-4225A4FBC3BD}" srcOrd="1" destOrd="0" presId="urn:microsoft.com/office/officeart/2005/8/layout/pyramid1"/>
    <dgm:cxn modelId="{161F26F8-4E24-4800-9193-014D51EC5A59}" type="presParOf" srcId="{038372F2-63B3-4752-949D-4225A4FBC3BD}" destId="{A45349E6-166A-4658-B13A-D7885EC13B90}" srcOrd="0" destOrd="0" presId="urn:microsoft.com/office/officeart/2005/8/layout/pyramid1"/>
    <dgm:cxn modelId="{9DDD691D-8D66-4E8A-8EED-D5157F097C80}" type="presParOf" srcId="{038372F2-63B3-4752-949D-4225A4FBC3BD}" destId="{181EE65F-FB77-4B99-8C7C-DD6F7502040A}" srcOrd="1" destOrd="0" presId="urn:microsoft.com/office/officeart/2005/8/layout/pyramid1"/>
    <dgm:cxn modelId="{0DBF5C50-CEAF-4F30-AC94-21D3525A1DCB}" type="presParOf" srcId="{B1178AC6-C797-4A96-86C7-CA952FC0F816}" destId="{DC9AC50E-33F3-44B3-9D80-5690B62647A1}" srcOrd="2" destOrd="0" presId="urn:microsoft.com/office/officeart/2005/8/layout/pyramid1"/>
    <dgm:cxn modelId="{5859E845-C056-45D3-AC79-AFBE0D477575}" type="presParOf" srcId="{DC9AC50E-33F3-44B3-9D80-5690B62647A1}" destId="{147BC213-E586-4A3E-982A-BEE35289D5EC}" srcOrd="0" destOrd="0" presId="urn:microsoft.com/office/officeart/2005/8/layout/pyramid1"/>
    <dgm:cxn modelId="{4FA914A2-07A4-44C8-9698-6870684F5F63}" type="presParOf" srcId="{DC9AC50E-33F3-44B3-9D80-5690B62647A1}" destId="{FE25A344-C18D-4AC2-B182-54F0D5BC9634}" srcOrd="1" destOrd="0" presId="urn:microsoft.com/office/officeart/2005/8/layout/pyramid1"/>
    <dgm:cxn modelId="{07E6E042-AA52-4A17-86F7-461FEF7DFA47}" type="presParOf" srcId="{B1178AC6-C797-4A96-86C7-CA952FC0F816}" destId="{55EB736C-849F-40DA-BBEE-DCEE746DD4D7}" srcOrd="3" destOrd="0" presId="urn:microsoft.com/office/officeart/2005/8/layout/pyramid1"/>
    <dgm:cxn modelId="{652D869C-6A8E-41E1-818E-6E277566EB2E}" type="presParOf" srcId="{55EB736C-849F-40DA-BBEE-DCEE746DD4D7}" destId="{9D2D338F-DEDD-49F6-8DC5-E0D91EB3046F}" srcOrd="0" destOrd="0" presId="urn:microsoft.com/office/officeart/2005/8/layout/pyramid1"/>
    <dgm:cxn modelId="{FD7DD8D7-D788-4DDD-8828-69B48AB96739}" type="presParOf" srcId="{55EB736C-849F-40DA-BBEE-DCEE746DD4D7}" destId="{F4D3B33C-3A9D-4382-AF21-9D856B645F35}" srcOrd="1" destOrd="0" presId="urn:microsoft.com/office/officeart/2005/8/layout/pyramid1"/>
    <dgm:cxn modelId="{0F256A68-8DF6-4772-8AE9-C0D4E4E578BF}" type="presParOf" srcId="{B1178AC6-C797-4A96-86C7-CA952FC0F816}" destId="{10730B57-9481-46F4-83F5-C549902C103B}" srcOrd="4" destOrd="0" presId="urn:microsoft.com/office/officeart/2005/8/layout/pyramid1"/>
    <dgm:cxn modelId="{4D9EB3D6-BA57-4FF9-A3C8-96670199EFAD}" type="presParOf" srcId="{10730B57-9481-46F4-83F5-C549902C103B}" destId="{7BC16105-7D5D-45BA-BE1C-81763A661613}" srcOrd="0" destOrd="0" presId="urn:microsoft.com/office/officeart/2005/8/layout/pyramid1"/>
    <dgm:cxn modelId="{20FAEE64-9F44-4957-9E7D-D293E745679A}" type="presParOf" srcId="{10730B57-9481-46F4-83F5-C549902C103B}" destId="{408633F2-EB36-443E-B0DE-9123A13B8DEF}" srcOrd="1" destOrd="0" presId="urn:microsoft.com/office/officeart/2005/8/layout/pyramid1"/>
  </dgm:cxnLst>
  <dgm:bg/>
  <dgm:whole/>
  <dgm:extLst>
    <a:ext uri="http://schemas.microsoft.com/office/drawing/2008/diagram">
      <dsp:dataModelExt xmlns:dsp="http://schemas.microsoft.com/office/drawing/2008/diagram" relId="rId1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9DA5997-03B9-4B99-85A6-AC3B7D1EC784}" type="doc">
      <dgm:prSet loTypeId="urn:microsoft.com/office/officeart/2005/8/layout/pyramid1" loCatId="pyramid" qsTypeId="urn:microsoft.com/office/officeart/2005/8/quickstyle/simple1" qsCatId="simple" csTypeId="urn:microsoft.com/office/officeart/2005/8/colors/accent1_2" csCatId="accent1" phldr="1"/>
      <dgm:spPr/>
    </dgm:pt>
    <dgm:pt modelId="{465A0A5D-F855-46D2-913B-F9EF2616CD93}">
      <dgm:prSet phldrT="[テキスト]" custT="1"/>
      <dgm:spPr>
        <a:xfrm>
          <a:off x="466346" y="177204"/>
          <a:ext cx="630556"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gm:spPr>
      <dgm:t>
        <a:bodyPr/>
        <a:lstStyle/>
        <a:p>
          <a:pPr>
            <a:buNone/>
          </a:pPr>
          <a:r>
            <a:rPr kumimoji="1" lang="en-US" altLang="ja-JP" sz="7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J-2</a:t>
          </a:r>
        </a:p>
      </dgm:t>
    </dgm:pt>
    <dgm:pt modelId="{AC02C9EA-24DD-40F3-8930-D4AC6F161CF1}" type="parTrans" cxnId="{A8D41A4A-9D7E-4FD3-9716-0A3D5EEFF335}">
      <dgm:prSet/>
      <dgm:spPr/>
      <dgm:t>
        <a:bodyPr/>
        <a:lstStyle/>
        <a:p>
          <a:endParaRPr kumimoji="1" lang="ja-JP" altLang="en-US"/>
        </a:p>
      </dgm:t>
    </dgm:pt>
    <dgm:pt modelId="{5531C1D1-0171-482C-90D2-9248185EF070}" type="sibTrans" cxnId="{A8D41A4A-9D7E-4FD3-9716-0A3D5EEFF335}">
      <dgm:prSet/>
      <dgm:spPr/>
      <dgm:t>
        <a:bodyPr/>
        <a:lstStyle/>
        <a:p>
          <a:endParaRPr kumimoji="1" lang="ja-JP" altLang="en-US"/>
        </a:p>
      </dgm:t>
    </dgm:pt>
    <dgm:pt modelId="{31AF3357-4155-48B8-8635-8ED6DF629210}">
      <dgm:prSet phldrT="[テキスト]" custT="1"/>
      <dgm:spPr>
        <a:xfrm>
          <a:off x="157638" y="537210"/>
          <a:ext cx="1261112"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gm:spPr>
      <dgm:t>
        <a:bodyPr/>
        <a:lstStyle/>
        <a:p>
          <a:pPr>
            <a:buNone/>
          </a:pPr>
          <a:r>
            <a:rPr kumimoji="1" lang="en-US" altLang="ja-JP"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NJ</a:t>
          </a:r>
        </a:p>
      </dgm:t>
    </dgm:pt>
    <dgm:pt modelId="{3EAB6D1D-5355-4A42-B7BC-54373F50331B}" type="parTrans" cxnId="{CAC90BFD-23F2-42D2-96BB-A511C3E9428D}">
      <dgm:prSet/>
      <dgm:spPr/>
      <dgm:t>
        <a:bodyPr/>
        <a:lstStyle/>
        <a:p>
          <a:endParaRPr kumimoji="1" lang="ja-JP" altLang="en-US"/>
        </a:p>
      </dgm:t>
    </dgm:pt>
    <dgm:pt modelId="{67BA3044-DAF8-4FF1-B179-0DD44DD79D1A}" type="sibTrans" cxnId="{CAC90BFD-23F2-42D2-96BB-A511C3E9428D}">
      <dgm:prSet/>
      <dgm:spPr/>
      <dgm:t>
        <a:bodyPr/>
        <a:lstStyle/>
        <a:p>
          <a:endParaRPr kumimoji="1" lang="ja-JP" altLang="en-US"/>
        </a:p>
      </dgm:t>
    </dgm:pt>
    <dgm:pt modelId="{A5E3484B-A706-4CDE-A585-8693F97AEE2C}">
      <dgm:prSet phldrT="[テキスト]" custT="1"/>
      <dgm:spPr>
        <a:xfrm>
          <a:off x="0" y="716280"/>
          <a:ext cx="1576390"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gm:spPr>
      <dgm:t>
        <a:bodyPr/>
        <a:lstStyle/>
        <a:p>
          <a:pPr>
            <a:buNone/>
          </a:pPr>
          <a:r>
            <a:rPr kumimoji="1" lang="en-US" altLang="ja-JP"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D</a:t>
          </a:r>
        </a:p>
      </dgm:t>
    </dgm:pt>
    <dgm:pt modelId="{D21CCBA7-E2E9-4C2D-ADFF-7038B43D0804}" type="parTrans" cxnId="{5573E279-920A-486D-B2B0-84738E6D79C4}">
      <dgm:prSet/>
      <dgm:spPr/>
      <dgm:t>
        <a:bodyPr/>
        <a:lstStyle/>
        <a:p>
          <a:endParaRPr kumimoji="1" lang="ja-JP" altLang="en-US"/>
        </a:p>
      </dgm:t>
    </dgm:pt>
    <dgm:pt modelId="{65D77F35-4D6A-48E8-9175-1E7C421DAE83}" type="sibTrans" cxnId="{5573E279-920A-486D-B2B0-84738E6D79C4}">
      <dgm:prSet/>
      <dgm:spPr/>
      <dgm:t>
        <a:bodyPr/>
        <a:lstStyle/>
        <a:p>
          <a:endParaRPr kumimoji="1" lang="ja-JP" altLang="en-US"/>
        </a:p>
      </dgm:t>
    </dgm:pt>
    <dgm:pt modelId="{3068DE5B-743D-4314-8B5F-145CDDBDD105}">
      <dgm:prSet phldrT="[テキスト]" custT="1"/>
      <dgm:spPr>
        <a:xfrm>
          <a:off x="630556" y="0"/>
          <a:ext cx="315278" cy="179070"/>
        </a:xfrm>
        <a:prstGeom prst="trapezoid">
          <a:avLst>
            <a:gd name="adj" fmla="val 88032"/>
          </a:avLst>
        </a:prstGeom>
        <a:solidFill>
          <a:srgbClr val="7FABBC"/>
        </a:solidFill>
        <a:ln w="12700" cap="flat" cmpd="sng" algn="ctr">
          <a:solidFill>
            <a:srgbClr val="FFFFFF">
              <a:hueOff val="0"/>
              <a:satOff val="0"/>
              <a:lumOff val="0"/>
              <a:alphaOff val="0"/>
            </a:srgbClr>
          </a:solidFill>
          <a:prstDash val="solid"/>
          <a:miter lim="800000"/>
        </a:ln>
        <a:effectLst/>
      </dgm:spPr>
      <dgm:t>
        <a:bodyPr/>
        <a:lstStyle/>
        <a:p>
          <a:pPr>
            <a:buNone/>
          </a:pPr>
          <a:endParaRPr kumimoji="1" lang="ja-JP" altLang="en-US" sz="1000">
            <a:solidFill>
              <a:srgbClr val="000000"/>
            </a:solidFill>
            <a:latin typeface="BIZ UDPゴシック" panose="020B0400000000000000" pitchFamily="50" charset="-128"/>
            <a:ea typeface="BIZ UDPゴシック" panose="020B0400000000000000" pitchFamily="50" charset="-128"/>
            <a:cs typeface="+mn-cs"/>
          </a:endParaRPr>
        </a:p>
      </dgm:t>
    </dgm:pt>
    <dgm:pt modelId="{CE42EDA2-22E5-4358-8530-322AAB8A74A5}" type="sibTrans" cxnId="{059621C9-0D23-478B-B8CB-ECD57BBB7126}">
      <dgm:prSet/>
      <dgm:spPr/>
      <dgm:t>
        <a:bodyPr/>
        <a:lstStyle/>
        <a:p>
          <a:endParaRPr kumimoji="1" lang="ja-JP" altLang="en-US"/>
        </a:p>
      </dgm:t>
    </dgm:pt>
    <dgm:pt modelId="{B34B2FB9-6A68-4CFA-963D-48B6B96CF2A9}" type="parTrans" cxnId="{059621C9-0D23-478B-B8CB-ECD57BBB7126}">
      <dgm:prSet/>
      <dgm:spPr/>
      <dgm:t>
        <a:bodyPr/>
        <a:lstStyle/>
        <a:p>
          <a:endParaRPr kumimoji="1" lang="ja-JP" altLang="en-US"/>
        </a:p>
      </dgm:t>
    </dgm:pt>
    <dgm:pt modelId="{7A08EC2D-CB5D-44DF-8B67-6DF46EABC96E}">
      <dgm:prSet phldrT="[テキスト]" custT="1"/>
      <dgm:spPr>
        <a:xfrm>
          <a:off x="315277" y="358140"/>
          <a:ext cx="945834"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gm:spPr>
      <dgm:t>
        <a:bodyPr/>
        <a:lstStyle/>
        <a:p>
          <a:pPr>
            <a:buNone/>
          </a:pPr>
          <a:r>
            <a:rPr kumimoji="1" lang="en-US" altLang="ja-JP" sz="10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J-3</a:t>
          </a:r>
        </a:p>
      </dgm:t>
    </dgm:pt>
    <dgm:pt modelId="{918910A5-4B99-4694-B2F2-0C29D39EE632}" type="parTrans" cxnId="{DFD74369-B8EF-4349-BFD5-D0D220D8A101}">
      <dgm:prSet/>
      <dgm:spPr/>
      <dgm:t>
        <a:bodyPr/>
        <a:lstStyle/>
        <a:p>
          <a:endParaRPr kumimoji="1" lang="ja-JP" altLang="en-US"/>
        </a:p>
      </dgm:t>
    </dgm:pt>
    <dgm:pt modelId="{2AA3D248-B302-4121-AEFC-C1AB8FCEF703}" type="sibTrans" cxnId="{DFD74369-B8EF-4349-BFD5-D0D220D8A101}">
      <dgm:prSet/>
      <dgm:spPr/>
      <dgm:t>
        <a:bodyPr/>
        <a:lstStyle/>
        <a:p>
          <a:endParaRPr kumimoji="1" lang="ja-JP" altLang="en-US"/>
        </a:p>
      </dgm:t>
    </dgm:pt>
    <dgm:pt modelId="{B1178AC6-C797-4A96-86C7-CA952FC0F816}" type="pres">
      <dgm:prSet presAssocID="{D9DA5997-03B9-4B99-85A6-AC3B7D1EC784}" presName="Name0" presStyleCnt="0">
        <dgm:presLayoutVars>
          <dgm:dir/>
          <dgm:animLvl val="lvl"/>
          <dgm:resizeHandles val="exact"/>
        </dgm:presLayoutVars>
      </dgm:prSet>
      <dgm:spPr/>
    </dgm:pt>
    <dgm:pt modelId="{32674B4A-5264-49D8-B009-17BB6E34A6DA}" type="pres">
      <dgm:prSet presAssocID="{3068DE5B-743D-4314-8B5F-145CDDBDD105}" presName="Name8" presStyleCnt="0"/>
      <dgm:spPr/>
    </dgm:pt>
    <dgm:pt modelId="{804EBA84-CA63-4CF0-9877-DC35F0EE2284}" type="pres">
      <dgm:prSet presAssocID="{3068DE5B-743D-4314-8B5F-145CDDBDD105}" presName="level" presStyleLbl="node1" presStyleIdx="0" presStyleCnt="5">
        <dgm:presLayoutVars>
          <dgm:chMax val="1"/>
          <dgm:bulletEnabled val="1"/>
        </dgm:presLayoutVars>
      </dgm:prSet>
      <dgm:spPr/>
    </dgm:pt>
    <dgm:pt modelId="{0F89C3BD-84CE-4386-BA63-3CAD882497A3}" type="pres">
      <dgm:prSet presAssocID="{3068DE5B-743D-4314-8B5F-145CDDBDD105}" presName="levelTx" presStyleLbl="revTx" presStyleIdx="0" presStyleCnt="0">
        <dgm:presLayoutVars>
          <dgm:chMax val="1"/>
          <dgm:bulletEnabled val="1"/>
        </dgm:presLayoutVars>
      </dgm:prSet>
      <dgm:spPr/>
    </dgm:pt>
    <dgm:pt modelId="{DC9AC50E-33F3-44B3-9D80-5690B62647A1}" type="pres">
      <dgm:prSet presAssocID="{465A0A5D-F855-46D2-913B-F9EF2616CD93}" presName="Name8" presStyleCnt="0"/>
      <dgm:spPr/>
    </dgm:pt>
    <dgm:pt modelId="{147BC213-E586-4A3E-982A-BEE35289D5EC}" type="pres">
      <dgm:prSet presAssocID="{465A0A5D-F855-46D2-913B-F9EF2616CD93}" presName="level" presStyleLbl="node1" presStyleIdx="1" presStyleCnt="5" custLinFactNeighborX="-1042" custLinFactNeighborY="-1042">
        <dgm:presLayoutVars>
          <dgm:chMax val="1"/>
          <dgm:bulletEnabled val="1"/>
        </dgm:presLayoutVars>
      </dgm:prSet>
      <dgm:spPr/>
    </dgm:pt>
    <dgm:pt modelId="{FE25A344-C18D-4AC2-B182-54F0D5BC9634}" type="pres">
      <dgm:prSet presAssocID="{465A0A5D-F855-46D2-913B-F9EF2616CD93}" presName="levelTx" presStyleLbl="revTx" presStyleIdx="0" presStyleCnt="0">
        <dgm:presLayoutVars>
          <dgm:chMax val="1"/>
          <dgm:bulletEnabled val="1"/>
        </dgm:presLayoutVars>
      </dgm:prSet>
      <dgm:spPr/>
    </dgm:pt>
    <dgm:pt modelId="{0BB524DF-717C-412D-B77A-B4035F865DF2}" type="pres">
      <dgm:prSet presAssocID="{7A08EC2D-CB5D-44DF-8B67-6DF46EABC96E}" presName="Name8" presStyleCnt="0"/>
      <dgm:spPr/>
    </dgm:pt>
    <dgm:pt modelId="{3AC301BD-7760-4721-BB94-908115B74EE5}" type="pres">
      <dgm:prSet presAssocID="{7A08EC2D-CB5D-44DF-8B67-6DF46EABC96E}" presName="level" presStyleLbl="node1" presStyleIdx="2" presStyleCnt="5">
        <dgm:presLayoutVars>
          <dgm:chMax val="1"/>
          <dgm:bulletEnabled val="1"/>
        </dgm:presLayoutVars>
      </dgm:prSet>
      <dgm:spPr/>
    </dgm:pt>
    <dgm:pt modelId="{CB890D3D-8562-44B8-9FF5-EFEBC418D279}" type="pres">
      <dgm:prSet presAssocID="{7A08EC2D-CB5D-44DF-8B67-6DF46EABC96E}" presName="levelTx" presStyleLbl="revTx" presStyleIdx="0" presStyleCnt="0">
        <dgm:presLayoutVars>
          <dgm:chMax val="1"/>
          <dgm:bulletEnabled val="1"/>
        </dgm:presLayoutVars>
      </dgm:prSet>
      <dgm:spPr/>
    </dgm:pt>
    <dgm:pt modelId="{55EB736C-849F-40DA-BBEE-DCEE746DD4D7}" type="pres">
      <dgm:prSet presAssocID="{31AF3357-4155-48B8-8635-8ED6DF629210}" presName="Name8" presStyleCnt="0"/>
      <dgm:spPr/>
    </dgm:pt>
    <dgm:pt modelId="{9D2D338F-DEDD-49F6-8DC5-E0D91EB3046F}" type="pres">
      <dgm:prSet presAssocID="{31AF3357-4155-48B8-8635-8ED6DF629210}" presName="level" presStyleLbl="node1" presStyleIdx="3" presStyleCnt="5">
        <dgm:presLayoutVars>
          <dgm:chMax val="1"/>
          <dgm:bulletEnabled val="1"/>
        </dgm:presLayoutVars>
      </dgm:prSet>
      <dgm:spPr/>
    </dgm:pt>
    <dgm:pt modelId="{F4D3B33C-3A9D-4382-AF21-9D856B645F35}" type="pres">
      <dgm:prSet presAssocID="{31AF3357-4155-48B8-8635-8ED6DF629210}" presName="levelTx" presStyleLbl="revTx" presStyleIdx="0" presStyleCnt="0">
        <dgm:presLayoutVars>
          <dgm:chMax val="1"/>
          <dgm:bulletEnabled val="1"/>
        </dgm:presLayoutVars>
      </dgm:prSet>
      <dgm:spPr/>
    </dgm:pt>
    <dgm:pt modelId="{10730B57-9481-46F4-83F5-C549902C103B}" type="pres">
      <dgm:prSet presAssocID="{A5E3484B-A706-4CDE-A585-8693F97AEE2C}" presName="Name8" presStyleCnt="0"/>
      <dgm:spPr/>
    </dgm:pt>
    <dgm:pt modelId="{7BC16105-7D5D-45BA-BE1C-81763A661613}" type="pres">
      <dgm:prSet presAssocID="{A5E3484B-A706-4CDE-A585-8693F97AEE2C}" presName="level" presStyleLbl="node1" presStyleIdx="4" presStyleCnt="5">
        <dgm:presLayoutVars>
          <dgm:chMax val="1"/>
          <dgm:bulletEnabled val="1"/>
        </dgm:presLayoutVars>
      </dgm:prSet>
      <dgm:spPr/>
    </dgm:pt>
    <dgm:pt modelId="{408633F2-EB36-443E-B0DE-9123A13B8DEF}" type="pres">
      <dgm:prSet presAssocID="{A5E3484B-A706-4CDE-A585-8693F97AEE2C}" presName="levelTx" presStyleLbl="revTx" presStyleIdx="0" presStyleCnt="0">
        <dgm:presLayoutVars>
          <dgm:chMax val="1"/>
          <dgm:bulletEnabled val="1"/>
        </dgm:presLayoutVars>
      </dgm:prSet>
      <dgm:spPr/>
    </dgm:pt>
  </dgm:ptLst>
  <dgm:cxnLst>
    <dgm:cxn modelId="{34C98C28-7756-4B52-AB0E-BFBA8CB18AFA}" type="presOf" srcId="{3068DE5B-743D-4314-8B5F-145CDDBDD105}" destId="{0F89C3BD-84CE-4386-BA63-3CAD882497A3}" srcOrd="1" destOrd="0" presId="urn:microsoft.com/office/officeart/2005/8/layout/pyramid1"/>
    <dgm:cxn modelId="{F41FBD3F-1D09-4859-9009-F83A29CA08EC}" type="presOf" srcId="{465A0A5D-F855-46D2-913B-F9EF2616CD93}" destId="{FE25A344-C18D-4AC2-B182-54F0D5BC9634}" srcOrd="1" destOrd="0" presId="urn:microsoft.com/office/officeart/2005/8/layout/pyramid1"/>
    <dgm:cxn modelId="{F8412A60-F58F-41A3-83A1-6B2CA59FE90B}" type="presOf" srcId="{A5E3484B-A706-4CDE-A585-8693F97AEE2C}" destId="{7BC16105-7D5D-45BA-BE1C-81763A661613}" srcOrd="0" destOrd="0" presId="urn:microsoft.com/office/officeart/2005/8/layout/pyramid1"/>
    <dgm:cxn modelId="{D9B56646-2867-4FF7-91C4-28B2B5A4111B}" type="presOf" srcId="{31AF3357-4155-48B8-8635-8ED6DF629210}" destId="{9D2D338F-DEDD-49F6-8DC5-E0D91EB3046F}" srcOrd="0" destOrd="0" presId="urn:microsoft.com/office/officeart/2005/8/layout/pyramid1"/>
    <dgm:cxn modelId="{DFD74369-B8EF-4349-BFD5-D0D220D8A101}" srcId="{D9DA5997-03B9-4B99-85A6-AC3B7D1EC784}" destId="{7A08EC2D-CB5D-44DF-8B67-6DF46EABC96E}" srcOrd="2" destOrd="0" parTransId="{918910A5-4B99-4694-B2F2-0C29D39EE632}" sibTransId="{2AA3D248-B302-4121-AEFC-C1AB8FCEF703}"/>
    <dgm:cxn modelId="{A8D41A4A-9D7E-4FD3-9716-0A3D5EEFF335}" srcId="{D9DA5997-03B9-4B99-85A6-AC3B7D1EC784}" destId="{465A0A5D-F855-46D2-913B-F9EF2616CD93}" srcOrd="1" destOrd="0" parTransId="{AC02C9EA-24DD-40F3-8930-D4AC6F161CF1}" sibTransId="{5531C1D1-0171-482C-90D2-9248185EF070}"/>
    <dgm:cxn modelId="{5573E279-920A-486D-B2B0-84738E6D79C4}" srcId="{D9DA5997-03B9-4B99-85A6-AC3B7D1EC784}" destId="{A5E3484B-A706-4CDE-A585-8693F97AEE2C}" srcOrd="4" destOrd="0" parTransId="{D21CCBA7-E2E9-4C2D-ADFF-7038B43D0804}" sibTransId="{65D77F35-4D6A-48E8-9175-1E7C421DAE83}"/>
    <dgm:cxn modelId="{689DB084-B6D0-4813-A36C-EFAE66D9221B}" type="presOf" srcId="{D9DA5997-03B9-4B99-85A6-AC3B7D1EC784}" destId="{B1178AC6-C797-4A96-86C7-CA952FC0F816}" srcOrd="0" destOrd="0" presId="urn:microsoft.com/office/officeart/2005/8/layout/pyramid1"/>
    <dgm:cxn modelId="{1E18C08E-E33F-4B9E-8DEF-A292840232CA}" type="presOf" srcId="{7A08EC2D-CB5D-44DF-8B67-6DF46EABC96E}" destId="{3AC301BD-7760-4721-BB94-908115B74EE5}" srcOrd="0" destOrd="0" presId="urn:microsoft.com/office/officeart/2005/8/layout/pyramid1"/>
    <dgm:cxn modelId="{E4B8CBB8-7D01-4A47-9E63-F942A78A58A7}" type="presOf" srcId="{3068DE5B-743D-4314-8B5F-145CDDBDD105}" destId="{804EBA84-CA63-4CF0-9877-DC35F0EE2284}" srcOrd="0" destOrd="0" presId="urn:microsoft.com/office/officeart/2005/8/layout/pyramid1"/>
    <dgm:cxn modelId="{059621C9-0D23-478B-B8CB-ECD57BBB7126}" srcId="{D9DA5997-03B9-4B99-85A6-AC3B7D1EC784}" destId="{3068DE5B-743D-4314-8B5F-145CDDBDD105}" srcOrd="0" destOrd="0" parTransId="{B34B2FB9-6A68-4CFA-963D-48B6B96CF2A9}" sibTransId="{CE42EDA2-22E5-4358-8530-322AAB8A74A5}"/>
    <dgm:cxn modelId="{C8C356D8-A24A-4E8A-A425-61118B34592C}" type="presOf" srcId="{7A08EC2D-CB5D-44DF-8B67-6DF46EABC96E}" destId="{CB890D3D-8562-44B8-9FF5-EFEBC418D279}" srcOrd="1" destOrd="0" presId="urn:microsoft.com/office/officeart/2005/8/layout/pyramid1"/>
    <dgm:cxn modelId="{954FC5DA-4003-42F5-9EAA-255A5B2E75E2}" type="presOf" srcId="{31AF3357-4155-48B8-8635-8ED6DF629210}" destId="{F4D3B33C-3A9D-4382-AF21-9D856B645F35}" srcOrd="1" destOrd="0" presId="urn:microsoft.com/office/officeart/2005/8/layout/pyramid1"/>
    <dgm:cxn modelId="{C182F0E6-0945-4D92-B557-6861AE6DE4FF}" type="presOf" srcId="{465A0A5D-F855-46D2-913B-F9EF2616CD93}" destId="{147BC213-E586-4A3E-982A-BEE35289D5EC}" srcOrd="0" destOrd="0" presId="urn:microsoft.com/office/officeart/2005/8/layout/pyramid1"/>
    <dgm:cxn modelId="{2F20D1EB-2CCD-4017-95E2-77F615935E2B}" type="presOf" srcId="{A5E3484B-A706-4CDE-A585-8693F97AEE2C}" destId="{408633F2-EB36-443E-B0DE-9123A13B8DEF}" srcOrd="1" destOrd="0" presId="urn:microsoft.com/office/officeart/2005/8/layout/pyramid1"/>
    <dgm:cxn modelId="{CAC90BFD-23F2-42D2-96BB-A511C3E9428D}" srcId="{D9DA5997-03B9-4B99-85A6-AC3B7D1EC784}" destId="{31AF3357-4155-48B8-8635-8ED6DF629210}" srcOrd="3" destOrd="0" parTransId="{3EAB6D1D-5355-4A42-B7BC-54373F50331B}" sibTransId="{67BA3044-DAF8-4FF1-B179-0DD44DD79D1A}"/>
    <dgm:cxn modelId="{88B8026A-F1B6-4A40-842E-058D014F3B8F}" type="presParOf" srcId="{B1178AC6-C797-4A96-86C7-CA952FC0F816}" destId="{32674B4A-5264-49D8-B009-17BB6E34A6DA}" srcOrd="0" destOrd="0" presId="urn:microsoft.com/office/officeart/2005/8/layout/pyramid1"/>
    <dgm:cxn modelId="{73F8D71E-010A-4EF4-8F9C-854D6C50054E}" type="presParOf" srcId="{32674B4A-5264-49D8-B009-17BB6E34A6DA}" destId="{804EBA84-CA63-4CF0-9877-DC35F0EE2284}" srcOrd="0" destOrd="0" presId="urn:microsoft.com/office/officeart/2005/8/layout/pyramid1"/>
    <dgm:cxn modelId="{DB4AD079-AE55-4780-84D7-767C90EA5495}" type="presParOf" srcId="{32674B4A-5264-49D8-B009-17BB6E34A6DA}" destId="{0F89C3BD-84CE-4386-BA63-3CAD882497A3}" srcOrd="1" destOrd="0" presId="urn:microsoft.com/office/officeart/2005/8/layout/pyramid1"/>
    <dgm:cxn modelId="{0DBF5C50-CEAF-4F30-AC94-21D3525A1DCB}" type="presParOf" srcId="{B1178AC6-C797-4A96-86C7-CA952FC0F816}" destId="{DC9AC50E-33F3-44B3-9D80-5690B62647A1}" srcOrd="1" destOrd="0" presId="urn:microsoft.com/office/officeart/2005/8/layout/pyramid1"/>
    <dgm:cxn modelId="{5859E845-C056-45D3-AC79-AFBE0D477575}" type="presParOf" srcId="{DC9AC50E-33F3-44B3-9D80-5690B62647A1}" destId="{147BC213-E586-4A3E-982A-BEE35289D5EC}" srcOrd="0" destOrd="0" presId="urn:microsoft.com/office/officeart/2005/8/layout/pyramid1"/>
    <dgm:cxn modelId="{4FA914A2-07A4-44C8-9698-6870684F5F63}" type="presParOf" srcId="{DC9AC50E-33F3-44B3-9D80-5690B62647A1}" destId="{FE25A344-C18D-4AC2-B182-54F0D5BC9634}" srcOrd="1" destOrd="0" presId="urn:microsoft.com/office/officeart/2005/8/layout/pyramid1"/>
    <dgm:cxn modelId="{E471893D-3BF8-45C8-9034-7EFFEAE9FA20}" type="presParOf" srcId="{B1178AC6-C797-4A96-86C7-CA952FC0F816}" destId="{0BB524DF-717C-412D-B77A-B4035F865DF2}" srcOrd="2" destOrd="0" presId="urn:microsoft.com/office/officeart/2005/8/layout/pyramid1"/>
    <dgm:cxn modelId="{B812167D-A044-4247-9CCC-0D35F839E033}" type="presParOf" srcId="{0BB524DF-717C-412D-B77A-B4035F865DF2}" destId="{3AC301BD-7760-4721-BB94-908115B74EE5}" srcOrd="0" destOrd="0" presId="urn:microsoft.com/office/officeart/2005/8/layout/pyramid1"/>
    <dgm:cxn modelId="{AF1A547C-C25B-443D-B54A-3ECBBA203DC2}" type="presParOf" srcId="{0BB524DF-717C-412D-B77A-B4035F865DF2}" destId="{CB890D3D-8562-44B8-9FF5-EFEBC418D279}" srcOrd="1" destOrd="0" presId="urn:microsoft.com/office/officeart/2005/8/layout/pyramid1"/>
    <dgm:cxn modelId="{07E6E042-AA52-4A17-86F7-461FEF7DFA47}" type="presParOf" srcId="{B1178AC6-C797-4A96-86C7-CA952FC0F816}" destId="{55EB736C-849F-40DA-BBEE-DCEE746DD4D7}" srcOrd="3" destOrd="0" presId="urn:microsoft.com/office/officeart/2005/8/layout/pyramid1"/>
    <dgm:cxn modelId="{652D869C-6A8E-41E1-818E-6E277566EB2E}" type="presParOf" srcId="{55EB736C-849F-40DA-BBEE-DCEE746DD4D7}" destId="{9D2D338F-DEDD-49F6-8DC5-E0D91EB3046F}" srcOrd="0" destOrd="0" presId="urn:microsoft.com/office/officeart/2005/8/layout/pyramid1"/>
    <dgm:cxn modelId="{FD7DD8D7-D788-4DDD-8828-69B48AB96739}" type="presParOf" srcId="{55EB736C-849F-40DA-BBEE-DCEE746DD4D7}" destId="{F4D3B33C-3A9D-4382-AF21-9D856B645F35}" srcOrd="1" destOrd="0" presId="urn:microsoft.com/office/officeart/2005/8/layout/pyramid1"/>
    <dgm:cxn modelId="{0F256A68-8DF6-4772-8AE9-C0D4E4E578BF}" type="presParOf" srcId="{B1178AC6-C797-4A96-86C7-CA952FC0F816}" destId="{10730B57-9481-46F4-83F5-C549902C103B}" srcOrd="4" destOrd="0" presId="urn:microsoft.com/office/officeart/2005/8/layout/pyramid1"/>
    <dgm:cxn modelId="{4D9EB3D6-BA57-4FF9-A3C8-96670199EFAD}" type="presParOf" srcId="{10730B57-9481-46F4-83F5-C549902C103B}" destId="{7BC16105-7D5D-45BA-BE1C-81763A661613}" srcOrd="0" destOrd="0" presId="urn:microsoft.com/office/officeart/2005/8/layout/pyramid1"/>
    <dgm:cxn modelId="{20FAEE64-9F44-4957-9E7D-D293E745679A}" type="presParOf" srcId="{10730B57-9481-46F4-83F5-C549902C103B}" destId="{408633F2-EB36-443E-B0DE-9123A13B8DEF}" srcOrd="1" destOrd="0" presId="urn:microsoft.com/office/officeart/2005/8/layout/pyramid1"/>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4EBA84-CA63-4CF0-9877-DC35F0EE2284}">
      <dsp:nvSpPr>
        <dsp:cNvPr id="0" name=""/>
        <dsp:cNvSpPr/>
      </dsp:nvSpPr>
      <dsp:spPr>
        <a:xfrm>
          <a:off x="630556" y="0"/>
          <a:ext cx="315278"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endParaRPr kumimoji="1" lang="ja-JP" altLang="en-US"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endParaRPr>
        </a:p>
      </dsp:txBody>
      <dsp:txXfrm>
        <a:off x="735649" y="59690"/>
        <a:ext cx="105092" cy="119380"/>
      </dsp:txXfrm>
    </dsp:sp>
    <dsp:sp modelId="{A45349E6-166A-4658-B13A-D7885EC13B90}">
      <dsp:nvSpPr>
        <dsp:cNvPr id="0" name=""/>
        <dsp:cNvSpPr/>
      </dsp:nvSpPr>
      <dsp:spPr>
        <a:xfrm>
          <a:off x="472917" y="179070"/>
          <a:ext cx="630556"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kumimoji="1" lang="en-US" altLang="ja-JP" sz="900" kern="1200">
              <a:solidFill>
                <a:sysClr val="windowText" lastClr="000000"/>
              </a:solidFill>
              <a:latin typeface="BIZ UDPゴシック" panose="020B0400000000000000" pitchFamily="50" charset="-128"/>
              <a:ea typeface="BIZ UDPゴシック" panose="020B0400000000000000" pitchFamily="50" charset="-128"/>
              <a:cs typeface="+mn-cs"/>
            </a:rPr>
            <a:t>AA</a:t>
          </a:r>
          <a:endParaRPr kumimoji="1" lang="ja-JP" altLang="en-US" sz="900" kern="1200">
            <a:solidFill>
              <a:sysClr val="windowText" lastClr="000000"/>
            </a:solidFill>
            <a:latin typeface="BIZ UDPゴシック" panose="020B0400000000000000" pitchFamily="50" charset="-128"/>
            <a:ea typeface="BIZ UDPゴシック" panose="020B0400000000000000" pitchFamily="50" charset="-128"/>
            <a:cs typeface="+mn-cs"/>
          </a:endParaRPr>
        </a:p>
      </dsp:txBody>
      <dsp:txXfrm>
        <a:off x="688357" y="224985"/>
        <a:ext cx="199675" cy="133155"/>
      </dsp:txXfrm>
    </dsp:sp>
    <dsp:sp modelId="{147BC213-E586-4A3E-982A-BEE35289D5EC}">
      <dsp:nvSpPr>
        <dsp:cNvPr id="0" name=""/>
        <dsp:cNvSpPr/>
      </dsp:nvSpPr>
      <dsp:spPr>
        <a:xfrm>
          <a:off x="305422" y="356274"/>
          <a:ext cx="945834" cy="179070"/>
        </a:xfrm>
        <a:prstGeom prst="trapezoid">
          <a:avLst>
            <a:gd name="adj" fmla="val 88032"/>
          </a:avLst>
        </a:prstGeom>
        <a:solidFill>
          <a:srgbClr val="7FABB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kumimoji="1" lang="en-US" altLang="ja-JP" sz="1000" kern="1200">
              <a:solidFill>
                <a:srgbClr val="000000"/>
              </a:solidFill>
              <a:latin typeface="BIZ UDPゴシック" panose="020B0400000000000000" pitchFamily="50" charset="-128"/>
              <a:ea typeface="BIZ UDPゴシック" panose="020B0400000000000000" pitchFamily="50" charset="-128"/>
              <a:cs typeface="+mn-cs"/>
            </a:rPr>
            <a:t>A</a:t>
          </a:r>
        </a:p>
      </dsp:txBody>
      <dsp:txXfrm>
        <a:off x="576036" y="386884"/>
        <a:ext cx="404606" cy="148460"/>
      </dsp:txXfrm>
    </dsp:sp>
    <dsp:sp modelId="{9D2D338F-DEDD-49F6-8DC5-E0D91EB3046F}">
      <dsp:nvSpPr>
        <dsp:cNvPr id="0" name=""/>
        <dsp:cNvSpPr/>
      </dsp:nvSpPr>
      <dsp:spPr>
        <a:xfrm>
          <a:off x="157638" y="537210"/>
          <a:ext cx="1261112"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kumimoji="1" lang="en-US" altLang="ja-JP"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BBB</a:t>
          </a:r>
        </a:p>
      </dsp:txBody>
      <dsp:txXfrm>
        <a:off x="483426" y="560168"/>
        <a:ext cx="609536" cy="156112"/>
      </dsp:txXfrm>
    </dsp:sp>
    <dsp:sp modelId="{7BC16105-7D5D-45BA-BE1C-81763A661613}">
      <dsp:nvSpPr>
        <dsp:cNvPr id="0" name=""/>
        <dsp:cNvSpPr/>
      </dsp:nvSpPr>
      <dsp:spPr>
        <a:xfrm>
          <a:off x="0" y="716280"/>
          <a:ext cx="1576390"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kumimoji="1" lang="en-US" altLang="ja-JP"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BB</a:t>
          </a:r>
          <a:r>
            <a:rPr kumimoji="1" lang="ja-JP" altLang="en-US"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以下</a:t>
          </a:r>
          <a:endParaRPr kumimoji="1" lang="en-US" altLang="ja-JP"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endParaRPr>
        </a:p>
      </dsp:txBody>
      <dsp:txXfrm>
        <a:off x="380961" y="734646"/>
        <a:ext cx="814467" cy="1607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4EBA84-CA63-4CF0-9877-DC35F0EE2284}">
      <dsp:nvSpPr>
        <dsp:cNvPr id="0" name=""/>
        <dsp:cNvSpPr/>
      </dsp:nvSpPr>
      <dsp:spPr>
        <a:xfrm>
          <a:off x="630556" y="0"/>
          <a:ext cx="315278" cy="179070"/>
        </a:xfrm>
        <a:prstGeom prst="trapezoid">
          <a:avLst>
            <a:gd name="adj" fmla="val 88032"/>
          </a:avLst>
        </a:prstGeom>
        <a:solidFill>
          <a:srgbClr val="7FABB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endParaRPr kumimoji="1" lang="ja-JP" altLang="en-US"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endParaRPr>
        </a:p>
      </dsp:txBody>
      <dsp:txXfrm>
        <a:off x="735649" y="59690"/>
        <a:ext cx="105092" cy="119380"/>
      </dsp:txXfrm>
    </dsp:sp>
    <dsp:sp modelId="{147BC213-E586-4A3E-982A-BEE35289D5EC}">
      <dsp:nvSpPr>
        <dsp:cNvPr id="0" name=""/>
        <dsp:cNvSpPr/>
      </dsp:nvSpPr>
      <dsp:spPr>
        <a:xfrm>
          <a:off x="466346" y="177204"/>
          <a:ext cx="630556"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kumimoji="1" lang="en-US" altLang="ja-JP" sz="7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A-2</a:t>
          </a:r>
        </a:p>
      </dsp:txBody>
      <dsp:txXfrm>
        <a:off x="681786" y="223119"/>
        <a:ext cx="199675" cy="133155"/>
      </dsp:txXfrm>
    </dsp:sp>
    <dsp:sp modelId="{3AC301BD-7760-4721-BB94-908115B74EE5}">
      <dsp:nvSpPr>
        <dsp:cNvPr id="0" name=""/>
        <dsp:cNvSpPr/>
      </dsp:nvSpPr>
      <dsp:spPr>
        <a:xfrm>
          <a:off x="315277" y="358140"/>
          <a:ext cx="945834"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kumimoji="1" lang="en-US" altLang="ja-JP"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A-3</a:t>
          </a:r>
        </a:p>
      </dsp:txBody>
      <dsp:txXfrm>
        <a:off x="585891" y="388750"/>
        <a:ext cx="404606" cy="148460"/>
      </dsp:txXfrm>
    </dsp:sp>
    <dsp:sp modelId="{9D2D338F-DEDD-49F6-8DC5-E0D91EB3046F}">
      <dsp:nvSpPr>
        <dsp:cNvPr id="0" name=""/>
        <dsp:cNvSpPr/>
      </dsp:nvSpPr>
      <dsp:spPr>
        <a:xfrm>
          <a:off x="157638" y="537210"/>
          <a:ext cx="1261112"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kumimoji="1" lang="en-US" altLang="ja-JP"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B</a:t>
          </a:r>
        </a:p>
      </dsp:txBody>
      <dsp:txXfrm>
        <a:off x="483426" y="560168"/>
        <a:ext cx="609536" cy="156112"/>
      </dsp:txXfrm>
    </dsp:sp>
    <dsp:sp modelId="{7BC16105-7D5D-45BA-BE1C-81763A661613}">
      <dsp:nvSpPr>
        <dsp:cNvPr id="0" name=""/>
        <dsp:cNvSpPr/>
      </dsp:nvSpPr>
      <dsp:spPr>
        <a:xfrm>
          <a:off x="0" y="716280"/>
          <a:ext cx="1576390"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kumimoji="1" lang="en-US" altLang="ja-JP"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C</a:t>
          </a:r>
          <a:r>
            <a:rPr kumimoji="1" lang="ja-JP" altLang="en-US"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以下</a:t>
          </a:r>
          <a:endParaRPr kumimoji="1" lang="en-US" altLang="ja-JP"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endParaRPr>
        </a:p>
      </dsp:txBody>
      <dsp:txXfrm>
        <a:off x="380961" y="734646"/>
        <a:ext cx="814467" cy="1607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4EBA84-CA63-4CF0-9877-DC35F0EE2284}">
      <dsp:nvSpPr>
        <dsp:cNvPr id="0" name=""/>
        <dsp:cNvSpPr/>
      </dsp:nvSpPr>
      <dsp:spPr>
        <a:xfrm>
          <a:off x="630556" y="0"/>
          <a:ext cx="315278"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endParaRPr kumimoji="1" lang="ja-JP" altLang="en-US"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endParaRPr>
        </a:p>
      </dsp:txBody>
      <dsp:txXfrm>
        <a:off x="735649" y="59690"/>
        <a:ext cx="105092" cy="119380"/>
      </dsp:txXfrm>
    </dsp:sp>
    <dsp:sp modelId="{A45349E6-166A-4658-B13A-D7885EC13B90}">
      <dsp:nvSpPr>
        <dsp:cNvPr id="0" name=""/>
        <dsp:cNvSpPr/>
      </dsp:nvSpPr>
      <dsp:spPr>
        <a:xfrm>
          <a:off x="472917" y="179070"/>
          <a:ext cx="630556" cy="179070"/>
        </a:xfrm>
        <a:prstGeom prst="trapezoid">
          <a:avLst>
            <a:gd name="adj" fmla="val 88032"/>
          </a:avLst>
        </a:prstGeom>
        <a:solidFill>
          <a:srgbClr val="7FABB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kumimoji="1" lang="en-US" altLang="ja-JP" sz="900" kern="1200">
              <a:solidFill>
                <a:srgbClr val="000000"/>
              </a:solidFill>
              <a:latin typeface="BIZ UDPゴシック" panose="020B0400000000000000" pitchFamily="50" charset="-128"/>
              <a:ea typeface="BIZ UDPゴシック" panose="020B0400000000000000" pitchFamily="50" charset="-128"/>
              <a:cs typeface="+mn-cs"/>
            </a:rPr>
            <a:t>AA</a:t>
          </a:r>
          <a:endParaRPr kumimoji="1" lang="ja-JP" altLang="en-US" sz="900" kern="1200">
            <a:solidFill>
              <a:srgbClr val="000000"/>
            </a:solidFill>
            <a:latin typeface="BIZ UDPゴシック" panose="020B0400000000000000" pitchFamily="50" charset="-128"/>
            <a:ea typeface="BIZ UDPゴシック" panose="020B0400000000000000" pitchFamily="50" charset="-128"/>
            <a:cs typeface="+mn-cs"/>
          </a:endParaRPr>
        </a:p>
      </dsp:txBody>
      <dsp:txXfrm>
        <a:off x="688357" y="224985"/>
        <a:ext cx="199675" cy="133155"/>
      </dsp:txXfrm>
    </dsp:sp>
    <dsp:sp modelId="{147BC213-E586-4A3E-982A-BEE35289D5EC}">
      <dsp:nvSpPr>
        <dsp:cNvPr id="0" name=""/>
        <dsp:cNvSpPr/>
      </dsp:nvSpPr>
      <dsp:spPr>
        <a:xfrm>
          <a:off x="305422" y="356274"/>
          <a:ext cx="945834"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kumimoji="1" lang="en-US" altLang="ja-JP"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A</a:t>
          </a:r>
        </a:p>
      </dsp:txBody>
      <dsp:txXfrm>
        <a:off x="576036" y="386884"/>
        <a:ext cx="404606" cy="148460"/>
      </dsp:txXfrm>
    </dsp:sp>
    <dsp:sp modelId="{9D2D338F-DEDD-49F6-8DC5-E0D91EB3046F}">
      <dsp:nvSpPr>
        <dsp:cNvPr id="0" name=""/>
        <dsp:cNvSpPr/>
      </dsp:nvSpPr>
      <dsp:spPr>
        <a:xfrm>
          <a:off x="157638" y="537210"/>
          <a:ext cx="1261112"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kumimoji="1" lang="en-US" altLang="ja-JP"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BBB</a:t>
          </a:r>
        </a:p>
      </dsp:txBody>
      <dsp:txXfrm>
        <a:off x="483426" y="560168"/>
        <a:ext cx="609536" cy="156112"/>
      </dsp:txXfrm>
    </dsp:sp>
    <dsp:sp modelId="{7BC16105-7D5D-45BA-BE1C-81763A661613}">
      <dsp:nvSpPr>
        <dsp:cNvPr id="0" name=""/>
        <dsp:cNvSpPr/>
      </dsp:nvSpPr>
      <dsp:spPr>
        <a:xfrm>
          <a:off x="0" y="716280"/>
          <a:ext cx="1576390"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kumimoji="1" lang="en-US" altLang="ja-JP"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BB</a:t>
          </a:r>
          <a:r>
            <a:rPr kumimoji="1" lang="ja-JP" altLang="en-US"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以下</a:t>
          </a:r>
          <a:endParaRPr kumimoji="1" lang="en-US" altLang="ja-JP"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endParaRPr>
        </a:p>
      </dsp:txBody>
      <dsp:txXfrm>
        <a:off x="380961" y="734646"/>
        <a:ext cx="814467" cy="16070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4EBA84-CA63-4CF0-9877-DC35F0EE2284}">
      <dsp:nvSpPr>
        <dsp:cNvPr id="0" name=""/>
        <dsp:cNvSpPr/>
      </dsp:nvSpPr>
      <dsp:spPr>
        <a:xfrm>
          <a:off x="630556" y="0"/>
          <a:ext cx="315278" cy="179070"/>
        </a:xfrm>
        <a:prstGeom prst="trapezoid">
          <a:avLst>
            <a:gd name="adj" fmla="val 88032"/>
          </a:avLst>
        </a:prstGeom>
        <a:solidFill>
          <a:srgbClr val="7FABB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endParaRPr kumimoji="1" lang="ja-JP" altLang="en-US" sz="1000" kern="1200">
            <a:solidFill>
              <a:srgbClr val="000000"/>
            </a:solidFill>
            <a:latin typeface="BIZ UDPゴシック" panose="020B0400000000000000" pitchFamily="50" charset="-128"/>
            <a:ea typeface="BIZ UDPゴシック" panose="020B0400000000000000" pitchFamily="50" charset="-128"/>
            <a:cs typeface="+mn-cs"/>
          </a:endParaRPr>
        </a:p>
      </dsp:txBody>
      <dsp:txXfrm>
        <a:off x="735649" y="59690"/>
        <a:ext cx="105092" cy="119380"/>
      </dsp:txXfrm>
    </dsp:sp>
    <dsp:sp modelId="{147BC213-E586-4A3E-982A-BEE35289D5EC}">
      <dsp:nvSpPr>
        <dsp:cNvPr id="0" name=""/>
        <dsp:cNvSpPr/>
      </dsp:nvSpPr>
      <dsp:spPr>
        <a:xfrm>
          <a:off x="466346" y="177204"/>
          <a:ext cx="630556"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kumimoji="1" lang="en-US" altLang="ja-JP" sz="7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J-2</a:t>
          </a:r>
        </a:p>
      </dsp:txBody>
      <dsp:txXfrm>
        <a:off x="681786" y="223119"/>
        <a:ext cx="199675" cy="133155"/>
      </dsp:txXfrm>
    </dsp:sp>
    <dsp:sp modelId="{3AC301BD-7760-4721-BB94-908115B74EE5}">
      <dsp:nvSpPr>
        <dsp:cNvPr id="0" name=""/>
        <dsp:cNvSpPr/>
      </dsp:nvSpPr>
      <dsp:spPr>
        <a:xfrm>
          <a:off x="315277" y="358140"/>
          <a:ext cx="945834"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kumimoji="1" lang="en-US" altLang="ja-JP"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J-3</a:t>
          </a:r>
        </a:p>
      </dsp:txBody>
      <dsp:txXfrm>
        <a:off x="585891" y="388750"/>
        <a:ext cx="404606" cy="148460"/>
      </dsp:txXfrm>
    </dsp:sp>
    <dsp:sp modelId="{9D2D338F-DEDD-49F6-8DC5-E0D91EB3046F}">
      <dsp:nvSpPr>
        <dsp:cNvPr id="0" name=""/>
        <dsp:cNvSpPr/>
      </dsp:nvSpPr>
      <dsp:spPr>
        <a:xfrm>
          <a:off x="157638" y="537210"/>
          <a:ext cx="1261112"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kumimoji="1" lang="en-US" altLang="ja-JP"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NJ</a:t>
          </a:r>
        </a:p>
      </dsp:txBody>
      <dsp:txXfrm>
        <a:off x="483426" y="560168"/>
        <a:ext cx="609536" cy="156112"/>
      </dsp:txXfrm>
    </dsp:sp>
    <dsp:sp modelId="{7BC16105-7D5D-45BA-BE1C-81763A661613}">
      <dsp:nvSpPr>
        <dsp:cNvPr id="0" name=""/>
        <dsp:cNvSpPr/>
      </dsp:nvSpPr>
      <dsp:spPr>
        <a:xfrm>
          <a:off x="0" y="716280"/>
          <a:ext cx="1576390" cy="179070"/>
        </a:xfrm>
        <a:prstGeom prst="trapezoid">
          <a:avLst>
            <a:gd name="adj" fmla="val 88032"/>
          </a:avLst>
        </a:prstGeom>
        <a:solidFill>
          <a:srgbClr val="D4E3E9"/>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kumimoji="1" lang="en-US" altLang="ja-JP" sz="1000" kern="1200">
              <a:solidFill>
                <a:srgbClr val="000000">
                  <a:hueOff val="0"/>
                  <a:satOff val="0"/>
                  <a:lumOff val="0"/>
                  <a:alphaOff val="0"/>
                </a:srgbClr>
              </a:solidFill>
              <a:latin typeface="BIZ UDPゴシック" panose="020B0400000000000000" pitchFamily="50" charset="-128"/>
              <a:ea typeface="BIZ UDPゴシック" panose="020B0400000000000000" pitchFamily="50" charset="-128"/>
              <a:cs typeface="+mn-cs"/>
            </a:rPr>
            <a:t>D</a:t>
          </a:r>
        </a:p>
      </dsp:txBody>
      <dsp:txXfrm>
        <a:off x="380961" y="734646"/>
        <a:ext cx="814467" cy="160704"/>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3F37DF40-EC57-FF5E-0864-D0DB93A35FA0}"/>
              </a:ext>
            </a:extLst>
          </p:cNvPr>
          <p:cNvSpPr>
            <a:spLocks noGrp="1"/>
          </p:cNvSpPr>
          <p:nvPr>
            <p:ph type="hdr" sz="quarter"/>
          </p:nvPr>
        </p:nvSpPr>
        <p:spPr>
          <a:xfrm>
            <a:off x="5" y="0"/>
            <a:ext cx="4276255" cy="717647"/>
          </a:xfrm>
          <a:prstGeom prst="rect">
            <a:avLst/>
          </a:prstGeom>
        </p:spPr>
        <p:txBody>
          <a:bodyPr vert="horz" lIns="133046" tIns="66523" rIns="133046" bIns="66523" rtlCol="0"/>
          <a:lstStyle>
            <a:lvl1pPr algn="l">
              <a:defRPr sz="1700"/>
            </a:lvl1pPr>
          </a:lstStyle>
          <a:p>
            <a:endParaRPr kumimoji="1" lang="ja-JP" altLang="en-US"/>
          </a:p>
        </p:txBody>
      </p:sp>
      <p:sp>
        <p:nvSpPr>
          <p:cNvPr id="3" name="日付プレースホルダー 2">
            <a:extLst>
              <a:ext uri="{FF2B5EF4-FFF2-40B4-BE49-F238E27FC236}">
                <a16:creationId xmlns:a16="http://schemas.microsoft.com/office/drawing/2014/main" id="{8F965A41-8C8A-67E9-7DEB-84C61CD03DE4}"/>
              </a:ext>
            </a:extLst>
          </p:cNvPr>
          <p:cNvSpPr>
            <a:spLocks noGrp="1"/>
          </p:cNvSpPr>
          <p:nvPr>
            <p:ph type="dt" sz="quarter" idx="1"/>
          </p:nvPr>
        </p:nvSpPr>
        <p:spPr>
          <a:xfrm>
            <a:off x="5587733" y="0"/>
            <a:ext cx="4276254" cy="717647"/>
          </a:xfrm>
          <a:prstGeom prst="rect">
            <a:avLst/>
          </a:prstGeom>
        </p:spPr>
        <p:txBody>
          <a:bodyPr vert="horz" lIns="133046" tIns="66523" rIns="133046" bIns="66523" rtlCol="0"/>
          <a:lstStyle>
            <a:lvl1pPr algn="r">
              <a:defRPr sz="1700"/>
            </a:lvl1pPr>
          </a:lstStyle>
          <a:p>
            <a:fld id="{61DACD1E-0B6E-4160-8039-91A49E153C54}" type="datetimeFigureOut">
              <a:rPr kumimoji="1" lang="ja-JP" altLang="en-US" smtClean="0"/>
              <a:t>2025/9/25</a:t>
            </a:fld>
            <a:endParaRPr kumimoji="1" lang="ja-JP" altLang="en-US"/>
          </a:p>
        </p:txBody>
      </p:sp>
      <p:sp>
        <p:nvSpPr>
          <p:cNvPr id="4" name="フッター プレースホルダー 3">
            <a:extLst>
              <a:ext uri="{FF2B5EF4-FFF2-40B4-BE49-F238E27FC236}">
                <a16:creationId xmlns:a16="http://schemas.microsoft.com/office/drawing/2014/main" id="{DDD7951C-AE41-F9F2-5B9D-186A8E9E01BF}"/>
              </a:ext>
            </a:extLst>
          </p:cNvPr>
          <p:cNvSpPr>
            <a:spLocks noGrp="1"/>
          </p:cNvSpPr>
          <p:nvPr>
            <p:ph type="ftr" sz="quarter" idx="2"/>
          </p:nvPr>
        </p:nvSpPr>
        <p:spPr>
          <a:xfrm>
            <a:off x="5" y="13577791"/>
            <a:ext cx="4276255" cy="717647"/>
          </a:xfrm>
          <a:prstGeom prst="rect">
            <a:avLst/>
          </a:prstGeom>
        </p:spPr>
        <p:txBody>
          <a:bodyPr vert="horz" lIns="133046" tIns="66523" rIns="133046" bIns="66523" rtlCol="0" anchor="b"/>
          <a:lstStyle>
            <a:lvl1pPr algn="l">
              <a:defRPr sz="1700"/>
            </a:lvl1pPr>
          </a:lstStyle>
          <a:p>
            <a:endParaRPr kumimoji="1" lang="ja-JP" altLang="en-US"/>
          </a:p>
        </p:txBody>
      </p:sp>
      <p:sp>
        <p:nvSpPr>
          <p:cNvPr id="5" name="スライド番号プレースホルダー 4">
            <a:extLst>
              <a:ext uri="{FF2B5EF4-FFF2-40B4-BE49-F238E27FC236}">
                <a16:creationId xmlns:a16="http://schemas.microsoft.com/office/drawing/2014/main" id="{D8FF5C13-0EAC-672E-1915-D254A68E39CA}"/>
              </a:ext>
            </a:extLst>
          </p:cNvPr>
          <p:cNvSpPr>
            <a:spLocks noGrp="1"/>
          </p:cNvSpPr>
          <p:nvPr>
            <p:ph type="sldNum" sz="quarter" idx="3"/>
          </p:nvPr>
        </p:nvSpPr>
        <p:spPr>
          <a:xfrm>
            <a:off x="5587733" y="13577791"/>
            <a:ext cx="4276254" cy="717647"/>
          </a:xfrm>
          <a:prstGeom prst="rect">
            <a:avLst/>
          </a:prstGeom>
        </p:spPr>
        <p:txBody>
          <a:bodyPr vert="horz" lIns="133046" tIns="66523" rIns="133046" bIns="66523" rtlCol="0" anchor="b"/>
          <a:lstStyle>
            <a:lvl1pPr algn="r">
              <a:defRPr sz="1700"/>
            </a:lvl1pPr>
          </a:lstStyle>
          <a:p>
            <a:fld id="{EA972C27-3283-4338-96A2-212E1816F876}" type="slidenum">
              <a:rPr kumimoji="1" lang="ja-JP" altLang="en-US" smtClean="0"/>
              <a:t>‹#›</a:t>
            </a:fld>
            <a:endParaRPr kumimoji="1" lang="ja-JP" altLang="en-US"/>
          </a:p>
        </p:txBody>
      </p:sp>
    </p:spTree>
    <p:extLst>
      <p:ext uri="{BB962C8B-B14F-4D97-AF65-F5344CB8AC3E}">
        <p14:creationId xmlns:p14="http://schemas.microsoft.com/office/powerpoint/2010/main" val="41811379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4502" userDrawn="1">
          <p15:clr>
            <a:srgbClr val="F26B43"/>
          </p15:clr>
        </p15:guide>
        <p15:guide id="2" pos="3107"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862F03FA-756E-4683-9BEF-662025B53C13}"/>
              </a:ext>
            </a:extLst>
          </p:cNvPr>
          <p:cNvSpPr>
            <a:spLocks noGrp="1"/>
          </p:cNvSpPr>
          <p:nvPr>
            <p:ph type="hdr" sz="quarter"/>
          </p:nvPr>
        </p:nvSpPr>
        <p:spPr>
          <a:xfrm>
            <a:off x="5" y="2"/>
            <a:ext cx="4275403" cy="717254"/>
          </a:xfrm>
          <a:prstGeom prst="rect">
            <a:avLst/>
          </a:prstGeom>
        </p:spPr>
        <p:txBody>
          <a:bodyPr vert="horz" lIns="133046" tIns="66523" rIns="133046" bIns="66523" rtlCol="0"/>
          <a:lstStyle>
            <a:lvl1pPr algn="l" defTabSz="1448486" eaLnBrk="1" fontAlgn="auto" hangingPunct="1">
              <a:spcBef>
                <a:spcPts val="0"/>
              </a:spcBef>
              <a:spcAft>
                <a:spcPts val="0"/>
              </a:spcAft>
              <a:defRPr sz="1700">
                <a:latin typeface="+mn-lt"/>
                <a:ea typeface="+mn-ea"/>
                <a:cs typeface="+mn-cs"/>
              </a:defRPr>
            </a:lvl1pPr>
          </a:lstStyle>
          <a:p>
            <a:pPr>
              <a:defRPr/>
            </a:pPr>
            <a:endParaRPr lang="ja-JP" altLang="en-US"/>
          </a:p>
        </p:txBody>
      </p:sp>
      <p:sp>
        <p:nvSpPr>
          <p:cNvPr id="3" name="日付プレースホルダー 2">
            <a:extLst>
              <a:ext uri="{FF2B5EF4-FFF2-40B4-BE49-F238E27FC236}">
                <a16:creationId xmlns:a16="http://schemas.microsoft.com/office/drawing/2014/main" id="{A6D1A473-1916-4F6E-B2E3-0A6248114624}"/>
              </a:ext>
            </a:extLst>
          </p:cNvPr>
          <p:cNvSpPr>
            <a:spLocks noGrp="1"/>
          </p:cNvSpPr>
          <p:nvPr>
            <p:ph type="dt" idx="1"/>
          </p:nvPr>
        </p:nvSpPr>
        <p:spPr>
          <a:xfrm>
            <a:off x="5588632" y="2"/>
            <a:ext cx="4275403" cy="717254"/>
          </a:xfrm>
          <a:prstGeom prst="rect">
            <a:avLst/>
          </a:prstGeom>
        </p:spPr>
        <p:txBody>
          <a:bodyPr vert="horz" lIns="133046" tIns="66523" rIns="133046" bIns="66523" rtlCol="0"/>
          <a:lstStyle>
            <a:lvl1pPr algn="r" defTabSz="1448486" eaLnBrk="1" fontAlgn="auto" hangingPunct="1">
              <a:spcBef>
                <a:spcPts val="0"/>
              </a:spcBef>
              <a:spcAft>
                <a:spcPts val="0"/>
              </a:spcAft>
              <a:defRPr sz="1700">
                <a:latin typeface="+mn-lt"/>
                <a:ea typeface="+mn-ea"/>
                <a:cs typeface="+mn-cs"/>
              </a:defRPr>
            </a:lvl1pPr>
          </a:lstStyle>
          <a:p>
            <a:pPr>
              <a:defRPr/>
            </a:pPr>
            <a:fld id="{4DF7E803-16FA-4EF9-B1F7-C4789EDC06BE}" type="datetimeFigureOut">
              <a:rPr lang="ja-JP" altLang="en-US"/>
              <a:pPr>
                <a:defRPr/>
              </a:pPr>
              <a:t>2025/9/25</a:t>
            </a:fld>
            <a:endParaRPr lang="ja-JP" altLang="en-US"/>
          </a:p>
        </p:txBody>
      </p:sp>
      <p:sp>
        <p:nvSpPr>
          <p:cNvPr id="4" name="スライド イメージ プレースホルダー 3">
            <a:extLst>
              <a:ext uri="{FF2B5EF4-FFF2-40B4-BE49-F238E27FC236}">
                <a16:creationId xmlns:a16="http://schemas.microsoft.com/office/drawing/2014/main" id="{C4B1364E-53F5-492F-8628-1669423DB452}"/>
              </a:ext>
            </a:extLst>
          </p:cNvPr>
          <p:cNvSpPr>
            <a:spLocks noGrp="1" noRot="1" noChangeAspect="1"/>
          </p:cNvSpPr>
          <p:nvPr>
            <p:ph type="sldImg" idx="2"/>
          </p:nvPr>
        </p:nvSpPr>
        <p:spPr>
          <a:xfrm>
            <a:off x="1717675" y="1787525"/>
            <a:ext cx="6430963" cy="4822825"/>
          </a:xfrm>
          <a:prstGeom prst="rect">
            <a:avLst/>
          </a:prstGeom>
          <a:noFill/>
          <a:ln w="12700">
            <a:solidFill>
              <a:prstClr val="black"/>
            </a:solidFill>
          </a:ln>
        </p:spPr>
        <p:txBody>
          <a:bodyPr vert="horz" lIns="133046" tIns="66523" rIns="133046" bIns="66523" rtlCol="0" anchor="ctr"/>
          <a:lstStyle/>
          <a:p>
            <a:pPr lvl="0"/>
            <a:endParaRPr lang="ja-JP" altLang="en-US" noProof="0"/>
          </a:p>
        </p:txBody>
      </p:sp>
      <p:sp>
        <p:nvSpPr>
          <p:cNvPr id="5" name="ノート プレースホルダー 4">
            <a:extLst>
              <a:ext uri="{FF2B5EF4-FFF2-40B4-BE49-F238E27FC236}">
                <a16:creationId xmlns:a16="http://schemas.microsoft.com/office/drawing/2014/main" id="{67F6D212-2816-475B-8DD2-6A201E5BE084}"/>
              </a:ext>
            </a:extLst>
          </p:cNvPr>
          <p:cNvSpPr>
            <a:spLocks noGrp="1"/>
          </p:cNvSpPr>
          <p:nvPr>
            <p:ph type="body" sz="quarter" idx="3"/>
          </p:nvPr>
        </p:nvSpPr>
        <p:spPr>
          <a:xfrm>
            <a:off x="986632" y="6879684"/>
            <a:ext cx="7893050" cy="5628829"/>
          </a:xfrm>
          <a:prstGeom prst="rect">
            <a:avLst/>
          </a:prstGeom>
        </p:spPr>
        <p:txBody>
          <a:bodyPr vert="horz" lIns="133046" tIns="66523" rIns="133046" bIns="66523" rtlCol="0"/>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 name="フッター プレースホルダー 5">
            <a:extLst>
              <a:ext uri="{FF2B5EF4-FFF2-40B4-BE49-F238E27FC236}">
                <a16:creationId xmlns:a16="http://schemas.microsoft.com/office/drawing/2014/main" id="{CFA19969-BA1C-4938-8AE6-146FA8D6537B}"/>
              </a:ext>
            </a:extLst>
          </p:cNvPr>
          <p:cNvSpPr>
            <a:spLocks noGrp="1"/>
          </p:cNvSpPr>
          <p:nvPr>
            <p:ph type="ftr" sz="quarter" idx="4"/>
          </p:nvPr>
        </p:nvSpPr>
        <p:spPr>
          <a:xfrm>
            <a:off x="5" y="13578186"/>
            <a:ext cx="4275403" cy="717253"/>
          </a:xfrm>
          <a:prstGeom prst="rect">
            <a:avLst/>
          </a:prstGeom>
        </p:spPr>
        <p:txBody>
          <a:bodyPr vert="horz" lIns="133046" tIns="66523" rIns="133046" bIns="66523" rtlCol="0" anchor="b"/>
          <a:lstStyle>
            <a:lvl1pPr algn="l" defTabSz="1448486" eaLnBrk="1" fontAlgn="auto" hangingPunct="1">
              <a:spcBef>
                <a:spcPts val="0"/>
              </a:spcBef>
              <a:spcAft>
                <a:spcPts val="0"/>
              </a:spcAft>
              <a:defRPr sz="1700">
                <a:latin typeface="+mn-lt"/>
                <a:ea typeface="+mn-ea"/>
                <a:cs typeface="+mn-cs"/>
              </a:defRPr>
            </a:lvl1pPr>
          </a:lstStyle>
          <a:p>
            <a:pPr>
              <a:defRPr/>
            </a:pPr>
            <a:endParaRPr lang="ja-JP" altLang="en-US"/>
          </a:p>
        </p:txBody>
      </p:sp>
      <p:sp>
        <p:nvSpPr>
          <p:cNvPr id="7" name="スライド番号プレースホルダー 6">
            <a:extLst>
              <a:ext uri="{FF2B5EF4-FFF2-40B4-BE49-F238E27FC236}">
                <a16:creationId xmlns:a16="http://schemas.microsoft.com/office/drawing/2014/main" id="{47E4A35F-C4F4-44DC-8BE1-3E477C4787D9}"/>
              </a:ext>
            </a:extLst>
          </p:cNvPr>
          <p:cNvSpPr>
            <a:spLocks noGrp="1"/>
          </p:cNvSpPr>
          <p:nvPr>
            <p:ph type="sldNum" sz="quarter" idx="5"/>
          </p:nvPr>
        </p:nvSpPr>
        <p:spPr>
          <a:xfrm>
            <a:off x="5588632" y="13578186"/>
            <a:ext cx="4275403" cy="717253"/>
          </a:xfrm>
          <a:prstGeom prst="rect">
            <a:avLst/>
          </a:prstGeom>
        </p:spPr>
        <p:txBody>
          <a:bodyPr vert="horz" wrap="square" lIns="133046" tIns="66523" rIns="133046" bIns="66523" numCol="1" anchor="b" anchorCtr="0" compatLnSpc="1">
            <a:prstTxWarp prst="textNoShape">
              <a:avLst/>
            </a:prstTxWarp>
          </a:bodyPr>
          <a:lstStyle>
            <a:lvl1pPr algn="r" eaLnBrk="1" hangingPunct="1">
              <a:defRPr sz="1700"/>
            </a:lvl1pPr>
          </a:lstStyle>
          <a:p>
            <a:fld id="{C327DF7C-A60A-4094-97DD-15C0A5FA18C4}" type="slidenum">
              <a:rPr lang="ja-JP" altLang="en-US"/>
              <a:pPr/>
              <a:t>‹#›</a:t>
            </a:fld>
            <a:endParaRPr lang="ja-JP" altLang="en-US"/>
          </a:p>
        </p:txBody>
      </p:sp>
    </p:spTree>
  </p:cSld>
  <p:clrMap bg1="lt1" tx1="dk1" bg2="lt2" tx2="dk2" accent1="accent1" accent2="accent2" accent3="accent3" accent4="accent4" accent5="accent5" accent6="accent6" hlink="hlink" folHlink="folHlink"/>
  <p:notesStyle>
    <a:lvl1pPr algn="l" defTabSz="995363" rtl="0" eaLnBrk="0" fontAlgn="base" hangingPunct="0">
      <a:spcBef>
        <a:spcPct val="30000"/>
      </a:spcBef>
      <a:spcAft>
        <a:spcPct val="0"/>
      </a:spcAft>
      <a:defRPr kumimoji="1" sz="1300" kern="1200">
        <a:solidFill>
          <a:schemeClr val="tx1"/>
        </a:solidFill>
        <a:latin typeface="+mn-lt"/>
        <a:ea typeface="+mn-ea"/>
        <a:cs typeface="ＭＳ Ｐゴシック" charset="-128"/>
      </a:defRPr>
    </a:lvl1pPr>
    <a:lvl2pPr marL="496888" algn="l" defTabSz="995363" rtl="0" eaLnBrk="0" fontAlgn="base" hangingPunct="0">
      <a:spcBef>
        <a:spcPct val="30000"/>
      </a:spcBef>
      <a:spcAft>
        <a:spcPct val="0"/>
      </a:spcAft>
      <a:defRPr kumimoji="1" sz="1300" kern="1200">
        <a:solidFill>
          <a:schemeClr val="tx1"/>
        </a:solidFill>
        <a:latin typeface="+mn-lt"/>
        <a:ea typeface="+mn-ea"/>
        <a:cs typeface="ＭＳ Ｐゴシック" charset="-128"/>
      </a:defRPr>
    </a:lvl2pPr>
    <a:lvl3pPr marL="995363" algn="l" defTabSz="995363" rtl="0" eaLnBrk="0" fontAlgn="base" hangingPunct="0">
      <a:spcBef>
        <a:spcPct val="30000"/>
      </a:spcBef>
      <a:spcAft>
        <a:spcPct val="0"/>
      </a:spcAft>
      <a:defRPr kumimoji="1" sz="1300" kern="1200">
        <a:solidFill>
          <a:schemeClr val="tx1"/>
        </a:solidFill>
        <a:latin typeface="+mn-lt"/>
        <a:ea typeface="+mn-ea"/>
        <a:cs typeface="ＭＳ Ｐゴシック" charset="-128"/>
      </a:defRPr>
    </a:lvl3pPr>
    <a:lvl4pPr marL="1492250" algn="l" defTabSz="995363" rtl="0" eaLnBrk="0" fontAlgn="base" hangingPunct="0">
      <a:spcBef>
        <a:spcPct val="30000"/>
      </a:spcBef>
      <a:spcAft>
        <a:spcPct val="0"/>
      </a:spcAft>
      <a:defRPr kumimoji="1" sz="1300" kern="1200">
        <a:solidFill>
          <a:schemeClr val="tx1"/>
        </a:solidFill>
        <a:latin typeface="+mn-lt"/>
        <a:ea typeface="+mn-ea"/>
        <a:cs typeface="ＭＳ Ｐゴシック" charset="-128"/>
      </a:defRPr>
    </a:lvl4pPr>
    <a:lvl5pPr marL="1990725" algn="l" defTabSz="995363" rtl="0" eaLnBrk="0" fontAlgn="base" hangingPunct="0">
      <a:spcBef>
        <a:spcPct val="30000"/>
      </a:spcBef>
      <a:spcAft>
        <a:spcPct val="0"/>
      </a:spcAft>
      <a:defRPr kumimoji="1" sz="1300" kern="1200">
        <a:solidFill>
          <a:schemeClr val="tx1"/>
        </a:solidFill>
        <a:latin typeface="+mn-lt"/>
        <a:ea typeface="+mn-ea"/>
        <a:cs typeface="ＭＳ Ｐゴシック" charset="-128"/>
      </a:defRPr>
    </a:lvl5pPr>
    <a:lvl6pPr marL="2488768" algn="l" defTabSz="995507" rtl="0" eaLnBrk="1" latinLnBrk="0" hangingPunct="1">
      <a:defRPr kumimoji="1" sz="1306" kern="1200">
        <a:solidFill>
          <a:schemeClr val="tx1"/>
        </a:solidFill>
        <a:latin typeface="+mn-lt"/>
        <a:ea typeface="+mn-ea"/>
        <a:cs typeface="+mn-cs"/>
      </a:defRPr>
    </a:lvl6pPr>
    <a:lvl7pPr marL="2986522" algn="l" defTabSz="995507" rtl="0" eaLnBrk="1" latinLnBrk="0" hangingPunct="1">
      <a:defRPr kumimoji="1" sz="1306" kern="1200">
        <a:solidFill>
          <a:schemeClr val="tx1"/>
        </a:solidFill>
        <a:latin typeface="+mn-lt"/>
        <a:ea typeface="+mn-ea"/>
        <a:cs typeface="+mn-cs"/>
      </a:defRPr>
    </a:lvl7pPr>
    <a:lvl8pPr marL="3484275" algn="l" defTabSz="995507" rtl="0" eaLnBrk="1" latinLnBrk="0" hangingPunct="1">
      <a:defRPr kumimoji="1" sz="1306" kern="1200">
        <a:solidFill>
          <a:schemeClr val="tx1"/>
        </a:solidFill>
        <a:latin typeface="+mn-lt"/>
        <a:ea typeface="+mn-ea"/>
        <a:cs typeface="+mn-cs"/>
      </a:defRPr>
    </a:lvl8pPr>
    <a:lvl9pPr marL="3982029" algn="l" defTabSz="995507" rtl="0" eaLnBrk="1" latinLnBrk="0" hangingPunct="1">
      <a:defRPr kumimoji="1" sz="130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dirty="0"/>
              <a:t>今年度のこのコマを担当致します、業務企画推進部・事務企画</a:t>
            </a:r>
            <a:r>
              <a:rPr kumimoji="1" lang="en-US" altLang="ja-JP" sz="1200" dirty="0"/>
              <a:t>G</a:t>
            </a:r>
            <a:r>
              <a:rPr kumimoji="1" lang="ja-JP" altLang="en-US" sz="1200"/>
              <a:t>の大西と</a:t>
            </a:r>
            <a:r>
              <a:rPr kumimoji="1" lang="ja-JP" altLang="en-US" sz="1200" dirty="0"/>
              <a:t>申します。</a:t>
            </a:r>
            <a:endParaRPr kumimoji="1" lang="en-US" altLang="ja-JP" sz="1200" dirty="0"/>
          </a:p>
          <a:p>
            <a:r>
              <a:rPr kumimoji="1" lang="en-US" altLang="ja-JP" sz="1200" dirty="0"/>
              <a:t>2004</a:t>
            </a:r>
            <a:r>
              <a:rPr kumimoji="1" lang="ja-JP" altLang="en-US" sz="1200" dirty="0"/>
              <a:t>（平成</a:t>
            </a:r>
            <a:r>
              <a:rPr kumimoji="1" lang="en-US" altLang="ja-JP" sz="1200" dirty="0"/>
              <a:t>16</a:t>
            </a:r>
            <a:r>
              <a:rPr kumimoji="1" lang="ja-JP" altLang="en-US" sz="1200" dirty="0"/>
              <a:t>）年に入社以来、受託財産部門一筋で、資産管理（ファンド管理部、外国資産管理部、事務企画）、本部（受託財産企画部）、営業（証券営業部）を経験してきました。</a:t>
            </a:r>
            <a:endParaRPr kumimoji="1" lang="en-US" altLang="ja-JP" sz="1200" dirty="0"/>
          </a:p>
          <a:p>
            <a:r>
              <a:rPr kumimoji="1" lang="ja-JP" altLang="en-US" sz="1200" dirty="0"/>
              <a:t>本日から</a:t>
            </a:r>
            <a:r>
              <a:rPr kumimoji="1" lang="en-US" altLang="ja-JP" sz="1200" dirty="0"/>
              <a:t>MUTB</a:t>
            </a:r>
            <a:r>
              <a:rPr kumimoji="1" lang="ja-JP" altLang="en-US" sz="1200" dirty="0"/>
              <a:t>出向、</a:t>
            </a:r>
            <a:r>
              <a:rPr kumimoji="1" lang="en-US" altLang="ja-JP" sz="1200" dirty="0"/>
              <a:t>MTBJ</a:t>
            </a:r>
            <a:r>
              <a:rPr kumimoji="1" lang="ja-JP" altLang="en-US" sz="1200" dirty="0"/>
              <a:t>採用の方々が合同で研修を開始ということで、その初回コマということですが、配属？の状態だと思いますが、</a:t>
            </a:r>
            <a:endParaRPr kumimoji="1" lang="en-US" altLang="ja-JP" sz="1200" dirty="0"/>
          </a:p>
          <a:p>
            <a:r>
              <a:rPr kumimoji="1" lang="ja-JP" altLang="en-US" sz="1200" dirty="0"/>
              <a:t>このコマ以後に続く各部照会につなげるため、まずは簡単に全体把握をできるコマにしていきたいと思います。よろしくお願いします。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C327DF7C-A60A-4094-97DD-15C0A5FA18C4}" type="slidenum">
              <a:rPr lang="ja-JP" altLang="en-US" smtClean="0"/>
              <a:pPr/>
              <a:t>0</a:t>
            </a:fld>
            <a:endParaRPr lang="ja-JP" altLang="en-US" dirty="0"/>
          </a:p>
        </p:txBody>
      </p:sp>
    </p:spTree>
    <p:extLst>
      <p:ext uri="{BB962C8B-B14F-4D97-AF65-F5344CB8AC3E}">
        <p14:creationId xmlns:p14="http://schemas.microsoft.com/office/powerpoint/2010/main" val="2545537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27DF7C-A60A-4094-97DD-15C0A5FA18C4}" type="slidenum">
              <a:rPr lang="ja-JP" altLang="en-US" smtClean="0"/>
              <a:pPr/>
              <a:t>5</a:t>
            </a:fld>
            <a:endParaRPr lang="ja-JP" altLang="en-US"/>
          </a:p>
        </p:txBody>
      </p:sp>
    </p:spTree>
    <p:extLst>
      <p:ext uri="{BB962C8B-B14F-4D97-AF65-F5344CB8AC3E}">
        <p14:creationId xmlns:p14="http://schemas.microsoft.com/office/powerpoint/2010/main" val="2532326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27DF7C-A60A-4094-97DD-15C0A5FA18C4}" type="slidenum">
              <a:rPr lang="ja-JP" altLang="en-US" smtClean="0"/>
              <a:pPr/>
              <a:t>13</a:t>
            </a:fld>
            <a:endParaRPr lang="ja-JP" altLang="en-US"/>
          </a:p>
        </p:txBody>
      </p:sp>
    </p:spTree>
    <p:extLst>
      <p:ext uri="{BB962C8B-B14F-4D97-AF65-F5344CB8AC3E}">
        <p14:creationId xmlns:p14="http://schemas.microsoft.com/office/powerpoint/2010/main" val="24274479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5" name="図 4" descr="アプリケーション が含まれている画像&#10;&#10;自動的に生成された説明">
            <a:extLst>
              <a:ext uri="{FF2B5EF4-FFF2-40B4-BE49-F238E27FC236}">
                <a16:creationId xmlns:a16="http://schemas.microsoft.com/office/drawing/2014/main" id="{D2C60FBF-BBAA-2D51-F86D-69540F3598C6}"/>
              </a:ext>
            </a:extLst>
          </p:cNvPr>
          <p:cNvPicPr>
            <a:picLocks noChangeAspect="1"/>
          </p:cNvPicPr>
          <p:nvPr userDrawn="1"/>
        </p:nvPicPr>
        <p:blipFill>
          <a:blip r:embed="rId2"/>
          <a:stretch>
            <a:fillRect/>
          </a:stretch>
        </p:blipFill>
        <p:spPr>
          <a:xfrm>
            <a:off x="5238" y="1586"/>
            <a:ext cx="10078024" cy="7563600"/>
          </a:xfrm>
          <a:prstGeom prst="rect">
            <a:avLst/>
          </a:prstGeom>
        </p:spPr>
      </p:pic>
      <p:sp>
        <p:nvSpPr>
          <p:cNvPr id="9" name="タイトル プレースホルダー 31">
            <a:extLst>
              <a:ext uri="{FF2B5EF4-FFF2-40B4-BE49-F238E27FC236}">
                <a16:creationId xmlns:a16="http://schemas.microsoft.com/office/drawing/2014/main" id="{E7D79915-43F7-BFD5-9A9C-A6840FE8F8DF}"/>
              </a:ext>
            </a:extLst>
          </p:cNvPr>
          <p:cNvSpPr>
            <a:spLocks noGrp="1"/>
          </p:cNvSpPr>
          <p:nvPr userDrawn="1">
            <p:ph type="title" hasCustomPrompt="1"/>
          </p:nvPr>
        </p:nvSpPr>
        <p:spPr>
          <a:xfrm>
            <a:off x="1013053" y="2222515"/>
            <a:ext cx="7502134" cy="854914"/>
          </a:xfrm>
          <a:prstGeom prst="rect">
            <a:avLst/>
          </a:prstGeom>
        </p:spPr>
        <p:txBody>
          <a:bodyPr vert="horz" wrap="square" lIns="0" tIns="0" rIns="0" bIns="0" rtlCol="0" anchor="ctr" anchorCtr="0">
            <a:spAutoFit/>
          </a:bodyPr>
          <a:lstStyle>
            <a:lvl1pPr marL="0" indent="0">
              <a:lnSpc>
                <a:spcPts val="3582"/>
              </a:lnSpc>
              <a:buFont typeface="Arial" panose="020B0604020202020204" pitchFamily="34" charset="0"/>
              <a:buNone/>
              <a:defRPr sz="2545">
                <a:latin typeface="+mj-ea"/>
                <a:ea typeface="+mj-ea"/>
              </a:defRPr>
            </a:lvl1pPr>
          </a:lstStyle>
          <a:p>
            <a:r>
              <a:rPr kumimoji="1" lang="ja-JP" altLang="en-US"/>
              <a:t>タイトル</a:t>
            </a:r>
            <a:r>
              <a:rPr kumimoji="1" lang="en-US" altLang="ja-JP"/>
              <a:t>/BIZ UDP</a:t>
            </a:r>
            <a:r>
              <a:rPr kumimoji="1" lang="ja-JP" altLang="en-US"/>
              <a:t>ゴシック</a:t>
            </a:r>
            <a:r>
              <a:rPr kumimoji="1" lang="en-US" altLang="ja-JP"/>
              <a:t>/27pt/</a:t>
            </a:r>
            <a:r>
              <a:rPr kumimoji="1" lang="ja-JP" altLang="en-US"/>
              <a:t>行間</a:t>
            </a:r>
            <a:r>
              <a:rPr kumimoji="1" lang="en-US" altLang="ja-JP"/>
              <a:t>38pt</a:t>
            </a:r>
            <a:r>
              <a:rPr kumimoji="1" lang="ja-JP" altLang="en-US"/>
              <a:t>〇〇〇〇〇〇〇〇〇〇〇〇〇〇〇</a:t>
            </a:r>
          </a:p>
        </p:txBody>
      </p:sp>
      <p:sp>
        <p:nvSpPr>
          <p:cNvPr id="10" name="テキスト プレースホルダー 2">
            <a:extLst>
              <a:ext uri="{FF2B5EF4-FFF2-40B4-BE49-F238E27FC236}">
                <a16:creationId xmlns:a16="http://schemas.microsoft.com/office/drawing/2014/main" id="{1DC63F3E-2CCB-BB64-EC48-53B9CA1B5A0A}"/>
              </a:ext>
            </a:extLst>
          </p:cNvPr>
          <p:cNvSpPr>
            <a:spLocks noGrp="1"/>
          </p:cNvSpPr>
          <p:nvPr userDrawn="1">
            <p:ph type="body" sz="quarter" idx="10" hasCustomPrompt="1"/>
          </p:nvPr>
        </p:nvSpPr>
        <p:spPr>
          <a:xfrm>
            <a:off x="673059" y="703324"/>
            <a:ext cx="5281143" cy="217624"/>
          </a:xfrm>
          <a:prstGeom prst="rect">
            <a:avLst/>
          </a:prstGeom>
        </p:spPr>
        <p:txBody>
          <a:bodyPr lIns="0" tIns="0" rIns="0" bIns="0">
            <a:spAutoFit/>
          </a:bodyPr>
          <a:lstStyle>
            <a:lvl1pPr marL="0" indent="0">
              <a:lnSpc>
                <a:spcPct val="100000"/>
              </a:lnSpc>
              <a:buNone/>
              <a:defRPr sz="1414" b="0" i="0">
                <a:latin typeface="+mn-ea"/>
                <a:ea typeface="+mn-ea"/>
              </a:defRPr>
            </a:lvl1pPr>
            <a:lvl2pPr>
              <a:defRPr b="0" i="0">
                <a:latin typeface="Yu Gothic Medium" panose="020B0400000000000000" pitchFamily="34" charset="-128"/>
                <a:ea typeface="Yu Gothic Medium" panose="020B0400000000000000" pitchFamily="34" charset="-128"/>
              </a:defRPr>
            </a:lvl2pPr>
            <a:lvl3pPr>
              <a:defRPr b="0" i="0">
                <a:latin typeface="Yu Gothic Medium" panose="020B0400000000000000" pitchFamily="34" charset="-128"/>
                <a:ea typeface="Yu Gothic Medium" panose="020B0400000000000000" pitchFamily="34" charset="-128"/>
              </a:defRPr>
            </a:lvl3pPr>
            <a:lvl4pPr>
              <a:defRPr b="0" i="0">
                <a:latin typeface="Yu Gothic Medium" panose="020B0400000000000000" pitchFamily="34" charset="-128"/>
                <a:ea typeface="Yu Gothic Medium" panose="020B0400000000000000" pitchFamily="34" charset="-128"/>
              </a:defRPr>
            </a:lvl4pPr>
            <a:lvl5pPr>
              <a:defRPr b="0" i="0">
                <a:latin typeface="Yu Gothic Medium" panose="020B0400000000000000" pitchFamily="34" charset="-128"/>
                <a:ea typeface="Yu Gothic Medium" panose="020B0400000000000000" pitchFamily="34" charset="-128"/>
              </a:defRPr>
            </a:lvl5pPr>
          </a:lstStyle>
          <a:p>
            <a:pPr lvl="0"/>
            <a:r>
              <a:rPr kumimoji="1" lang="ja-JP" altLang="en-US"/>
              <a:t>会社名</a:t>
            </a:r>
            <a:r>
              <a:rPr kumimoji="1" lang="en-US" altLang="ja-JP"/>
              <a:t>/BIZ UDP</a:t>
            </a:r>
            <a:r>
              <a:rPr kumimoji="1" lang="ja-JP" altLang="en-US"/>
              <a:t>ゴシック</a:t>
            </a:r>
            <a:r>
              <a:rPr kumimoji="1" lang="en-US" altLang="ja-JP"/>
              <a:t>/15pt</a:t>
            </a:r>
            <a:endParaRPr kumimoji="1" lang="ja-JP" altLang="en-US"/>
          </a:p>
        </p:txBody>
      </p:sp>
      <p:sp>
        <p:nvSpPr>
          <p:cNvPr id="11" name="テキスト プレースホルダー 2">
            <a:extLst>
              <a:ext uri="{FF2B5EF4-FFF2-40B4-BE49-F238E27FC236}">
                <a16:creationId xmlns:a16="http://schemas.microsoft.com/office/drawing/2014/main" id="{C21982E8-0AA5-B139-A638-609E7BE6AA6D}"/>
              </a:ext>
            </a:extLst>
          </p:cNvPr>
          <p:cNvSpPr>
            <a:spLocks noGrp="1"/>
          </p:cNvSpPr>
          <p:nvPr userDrawn="1">
            <p:ph type="body" sz="quarter" idx="11" hasCustomPrompt="1"/>
          </p:nvPr>
        </p:nvSpPr>
        <p:spPr>
          <a:xfrm>
            <a:off x="1013050" y="3369600"/>
            <a:ext cx="5429880" cy="217624"/>
          </a:xfrm>
          <a:prstGeom prst="rect">
            <a:avLst/>
          </a:prstGeom>
        </p:spPr>
        <p:txBody>
          <a:bodyPr lIns="0" tIns="0" rIns="0" bIns="0">
            <a:spAutoFit/>
          </a:bodyPr>
          <a:lstStyle>
            <a:lvl1pPr marL="0" indent="0">
              <a:lnSpc>
                <a:spcPct val="100000"/>
              </a:lnSpc>
              <a:buNone/>
              <a:defRPr sz="1414" b="0" i="0">
                <a:latin typeface="+mn-ea"/>
                <a:ea typeface="+mn-ea"/>
              </a:defRPr>
            </a:lvl1pPr>
            <a:lvl2pPr>
              <a:defRPr b="0" i="0">
                <a:latin typeface="Yu Gothic Medium" panose="020B0400000000000000" pitchFamily="34" charset="-128"/>
                <a:ea typeface="Yu Gothic Medium" panose="020B0400000000000000" pitchFamily="34" charset="-128"/>
              </a:defRPr>
            </a:lvl2pPr>
            <a:lvl3pPr>
              <a:defRPr b="0" i="0">
                <a:latin typeface="Yu Gothic Medium" panose="020B0400000000000000" pitchFamily="34" charset="-128"/>
                <a:ea typeface="Yu Gothic Medium" panose="020B0400000000000000" pitchFamily="34" charset="-128"/>
              </a:defRPr>
            </a:lvl3pPr>
            <a:lvl4pPr>
              <a:defRPr b="0" i="0">
                <a:latin typeface="Yu Gothic Medium" panose="020B0400000000000000" pitchFamily="34" charset="-128"/>
                <a:ea typeface="Yu Gothic Medium" panose="020B0400000000000000" pitchFamily="34" charset="-128"/>
              </a:defRPr>
            </a:lvl4pPr>
            <a:lvl5pPr>
              <a:defRPr b="0" i="0">
                <a:latin typeface="Yu Gothic Medium" panose="020B0400000000000000" pitchFamily="34" charset="-128"/>
                <a:ea typeface="Yu Gothic Medium" panose="020B0400000000000000" pitchFamily="34" charset="-128"/>
              </a:defRPr>
            </a:lvl5pPr>
          </a:lstStyle>
          <a:p>
            <a:pPr lvl="0"/>
            <a:r>
              <a:rPr kumimoji="1" lang="ja-JP" altLang="en-US"/>
              <a:t>タイトル</a:t>
            </a:r>
            <a:r>
              <a:rPr kumimoji="1" lang="en-US" altLang="ja-JP"/>
              <a:t>/BIZ UDP</a:t>
            </a:r>
            <a:r>
              <a:rPr kumimoji="1" lang="ja-JP" altLang="en-US"/>
              <a:t>ゴシック</a:t>
            </a:r>
            <a:r>
              <a:rPr kumimoji="1" lang="en-US" altLang="ja-JP"/>
              <a:t>/15pt</a:t>
            </a:r>
            <a:endParaRPr kumimoji="1" lang="ja-JP" altLang="en-US"/>
          </a:p>
        </p:txBody>
      </p:sp>
      <p:sp>
        <p:nvSpPr>
          <p:cNvPr id="12" name="テキスト プレースホルダー 2">
            <a:extLst>
              <a:ext uri="{FF2B5EF4-FFF2-40B4-BE49-F238E27FC236}">
                <a16:creationId xmlns:a16="http://schemas.microsoft.com/office/drawing/2014/main" id="{98F789AA-6DDF-1CB2-212D-496D0A30DBFF}"/>
              </a:ext>
            </a:extLst>
          </p:cNvPr>
          <p:cNvSpPr>
            <a:spLocks noGrp="1"/>
          </p:cNvSpPr>
          <p:nvPr userDrawn="1">
            <p:ph type="body" sz="quarter" idx="12" hasCustomPrompt="1"/>
          </p:nvPr>
        </p:nvSpPr>
        <p:spPr>
          <a:xfrm>
            <a:off x="1013050" y="4060800"/>
            <a:ext cx="5429880" cy="217624"/>
          </a:xfrm>
          <a:prstGeom prst="rect">
            <a:avLst/>
          </a:prstGeom>
        </p:spPr>
        <p:txBody>
          <a:bodyPr lIns="0" tIns="0" rIns="0" bIns="0">
            <a:spAutoFit/>
          </a:bodyPr>
          <a:lstStyle>
            <a:lvl1pPr marL="0" indent="0">
              <a:lnSpc>
                <a:spcPct val="100000"/>
              </a:lnSpc>
              <a:buNone/>
              <a:defRPr sz="1414" b="0" i="0">
                <a:latin typeface="+mn-ea"/>
                <a:ea typeface="+mn-ea"/>
              </a:defRPr>
            </a:lvl1pPr>
            <a:lvl2pPr>
              <a:defRPr b="0" i="0">
                <a:latin typeface="Yu Gothic Medium" panose="020B0400000000000000" pitchFamily="34" charset="-128"/>
                <a:ea typeface="Yu Gothic Medium" panose="020B0400000000000000" pitchFamily="34" charset="-128"/>
              </a:defRPr>
            </a:lvl2pPr>
            <a:lvl3pPr>
              <a:defRPr b="0" i="0">
                <a:latin typeface="Yu Gothic Medium" panose="020B0400000000000000" pitchFamily="34" charset="-128"/>
                <a:ea typeface="Yu Gothic Medium" panose="020B0400000000000000" pitchFamily="34" charset="-128"/>
              </a:defRPr>
            </a:lvl3pPr>
            <a:lvl4pPr>
              <a:defRPr b="0" i="0">
                <a:latin typeface="Yu Gothic Medium" panose="020B0400000000000000" pitchFamily="34" charset="-128"/>
                <a:ea typeface="Yu Gothic Medium" panose="020B0400000000000000" pitchFamily="34" charset="-128"/>
              </a:defRPr>
            </a:lvl4pPr>
            <a:lvl5pPr>
              <a:defRPr b="0" i="0">
                <a:latin typeface="Yu Gothic Medium" panose="020B0400000000000000" pitchFamily="34" charset="-128"/>
                <a:ea typeface="Yu Gothic Medium" panose="020B0400000000000000" pitchFamily="34" charset="-128"/>
              </a:defRPr>
            </a:lvl5pPr>
          </a:lstStyle>
          <a:p>
            <a:pPr lvl="0"/>
            <a:r>
              <a:rPr kumimoji="1" lang="ja-JP" altLang="en-US"/>
              <a:t>日付</a:t>
            </a:r>
            <a:r>
              <a:rPr kumimoji="1" lang="en-US" altLang="ja-JP"/>
              <a:t>/BIZ UDP</a:t>
            </a:r>
            <a:r>
              <a:rPr kumimoji="1" lang="ja-JP" altLang="en-US"/>
              <a:t>ゴシック</a:t>
            </a:r>
            <a:r>
              <a:rPr kumimoji="1" lang="en-US" altLang="ja-JP"/>
              <a:t>/15pt</a:t>
            </a:r>
            <a:endParaRPr kumimoji="1" lang="ja-JP" altLang="en-US"/>
          </a:p>
        </p:txBody>
      </p:sp>
      <p:sp>
        <p:nvSpPr>
          <p:cNvPr id="13" name="テキスト プレースホルダー 2">
            <a:extLst>
              <a:ext uri="{FF2B5EF4-FFF2-40B4-BE49-F238E27FC236}">
                <a16:creationId xmlns:a16="http://schemas.microsoft.com/office/drawing/2014/main" id="{4636B0AC-C4BF-B3EB-36B9-77DC068456A5}"/>
              </a:ext>
            </a:extLst>
          </p:cNvPr>
          <p:cNvSpPr>
            <a:spLocks noGrp="1"/>
          </p:cNvSpPr>
          <p:nvPr userDrawn="1">
            <p:ph type="body" sz="quarter" idx="13" hasCustomPrompt="1"/>
          </p:nvPr>
        </p:nvSpPr>
        <p:spPr>
          <a:xfrm>
            <a:off x="1013051" y="4356000"/>
            <a:ext cx="3393675" cy="217624"/>
          </a:xfrm>
          <a:prstGeom prst="rect">
            <a:avLst/>
          </a:prstGeom>
        </p:spPr>
        <p:txBody>
          <a:bodyPr wrap="square" lIns="0" tIns="0" rIns="0" bIns="0">
            <a:spAutoFit/>
          </a:bodyPr>
          <a:lstStyle>
            <a:lvl1pPr marL="0" indent="0">
              <a:lnSpc>
                <a:spcPct val="100000"/>
              </a:lnSpc>
              <a:buNone/>
              <a:defRPr sz="1414" b="0" i="0">
                <a:latin typeface="+mn-ea"/>
                <a:ea typeface="+mn-ea"/>
              </a:defRPr>
            </a:lvl1pPr>
            <a:lvl2pPr>
              <a:defRPr b="0" i="0">
                <a:latin typeface="Yu Gothic Medium" panose="020B0400000000000000" pitchFamily="34" charset="-128"/>
                <a:ea typeface="Yu Gothic Medium" panose="020B0400000000000000" pitchFamily="34" charset="-128"/>
              </a:defRPr>
            </a:lvl2pPr>
            <a:lvl3pPr>
              <a:defRPr b="0" i="0">
                <a:latin typeface="Yu Gothic Medium" panose="020B0400000000000000" pitchFamily="34" charset="-128"/>
                <a:ea typeface="Yu Gothic Medium" panose="020B0400000000000000" pitchFamily="34" charset="-128"/>
              </a:defRPr>
            </a:lvl3pPr>
            <a:lvl4pPr>
              <a:defRPr b="0" i="0">
                <a:latin typeface="Yu Gothic Medium" panose="020B0400000000000000" pitchFamily="34" charset="-128"/>
                <a:ea typeface="Yu Gothic Medium" panose="020B0400000000000000" pitchFamily="34" charset="-128"/>
              </a:defRPr>
            </a:lvl4pPr>
            <a:lvl5pPr>
              <a:defRPr b="0" i="0">
                <a:latin typeface="Yu Gothic Medium" panose="020B0400000000000000" pitchFamily="34" charset="-128"/>
                <a:ea typeface="Yu Gothic Medium" panose="020B0400000000000000" pitchFamily="34" charset="-128"/>
              </a:defRPr>
            </a:lvl5pPr>
          </a:lstStyle>
          <a:p>
            <a:pPr lvl="0"/>
            <a:r>
              <a:rPr kumimoji="1" lang="ja-JP" altLang="en-US"/>
              <a:t>部署名</a:t>
            </a:r>
            <a:r>
              <a:rPr kumimoji="1" lang="en-US" altLang="ja-JP"/>
              <a:t>/BIZ UDP</a:t>
            </a:r>
            <a:r>
              <a:rPr kumimoji="1" lang="ja-JP" altLang="en-US"/>
              <a:t>ゴシック</a:t>
            </a:r>
            <a:r>
              <a:rPr kumimoji="1" lang="en-US" altLang="ja-JP"/>
              <a:t>/15pt</a:t>
            </a:r>
            <a:endParaRPr kumimoji="1" lang="ja-JP" altLang="en-US"/>
          </a:p>
        </p:txBody>
      </p:sp>
      <p:sp>
        <p:nvSpPr>
          <p:cNvPr id="14" name="テキスト プレースホルダー 2">
            <a:extLst>
              <a:ext uri="{FF2B5EF4-FFF2-40B4-BE49-F238E27FC236}">
                <a16:creationId xmlns:a16="http://schemas.microsoft.com/office/drawing/2014/main" id="{A142F527-8628-4EAD-A942-20ED53FCA85F}"/>
              </a:ext>
            </a:extLst>
          </p:cNvPr>
          <p:cNvSpPr>
            <a:spLocks noGrp="1"/>
          </p:cNvSpPr>
          <p:nvPr userDrawn="1">
            <p:ph type="body" sz="quarter" idx="14" hasCustomPrompt="1"/>
          </p:nvPr>
        </p:nvSpPr>
        <p:spPr>
          <a:xfrm>
            <a:off x="4501194" y="4356000"/>
            <a:ext cx="3393675" cy="217624"/>
          </a:xfrm>
          <a:prstGeom prst="rect">
            <a:avLst/>
          </a:prstGeom>
        </p:spPr>
        <p:txBody>
          <a:bodyPr wrap="square" lIns="0" tIns="0" rIns="0" bIns="0">
            <a:spAutoFit/>
          </a:bodyPr>
          <a:lstStyle>
            <a:lvl1pPr marL="0" indent="0">
              <a:lnSpc>
                <a:spcPct val="100000"/>
              </a:lnSpc>
              <a:buNone/>
              <a:defRPr sz="1414" b="0" i="0">
                <a:latin typeface="+mn-ea"/>
                <a:ea typeface="+mn-ea"/>
              </a:defRPr>
            </a:lvl1pPr>
            <a:lvl2pPr>
              <a:defRPr b="0" i="0">
                <a:latin typeface="Yu Gothic Medium" panose="020B0400000000000000" pitchFamily="34" charset="-128"/>
                <a:ea typeface="Yu Gothic Medium" panose="020B0400000000000000" pitchFamily="34" charset="-128"/>
              </a:defRPr>
            </a:lvl2pPr>
            <a:lvl3pPr>
              <a:defRPr b="0" i="0">
                <a:latin typeface="Yu Gothic Medium" panose="020B0400000000000000" pitchFamily="34" charset="-128"/>
                <a:ea typeface="Yu Gothic Medium" panose="020B0400000000000000" pitchFamily="34" charset="-128"/>
              </a:defRPr>
            </a:lvl3pPr>
            <a:lvl4pPr>
              <a:defRPr b="0" i="0">
                <a:latin typeface="Yu Gothic Medium" panose="020B0400000000000000" pitchFamily="34" charset="-128"/>
                <a:ea typeface="Yu Gothic Medium" panose="020B0400000000000000" pitchFamily="34" charset="-128"/>
              </a:defRPr>
            </a:lvl4pPr>
            <a:lvl5pPr>
              <a:defRPr b="0" i="0">
                <a:latin typeface="Yu Gothic Medium" panose="020B0400000000000000" pitchFamily="34" charset="-128"/>
                <a:ea typeface="Yu Gothic Medium" panose="020B0400000000000000" pitchFamily="34" charset="-128"/>
              </a:defRPr>
            </a:lvl5pPr>
          </a:lstStyle>
          <a:p>
            <a:pPr lvl="0"/>
            <a:r>
              <a:rPr kumimoji="1" lang="ja-JP" altLang="en-US"/>
              <a:t>氏名</a:t>
            </a:r>
            <a:r>
              <a:rPr kumimoji="1" lang="en-US" altLang="ja-JP"/>
              <a:t>/BIZ UDP</a:t>
            </a:r>
            <a:r>
              <a:rPr kumimoji="1" lang="ja-JP" altLang="en-US"/>
              <a:t>ゴシック</a:t>
            </a:r>
            <a:r>
              <a:rPr kumimoji="1" lang="en-US" altLang="ja-JP"/>
              <a:t>/15pt</a:t>
            </a:r>
            <a:endParaRPr kumimoji="1" lang="ja-JP" altLang="en-US"/>
          </a:p>
        </p:txBody>
      </p:sp>
      <p:sp>
        <p:nvSpPr>
          <p:cNvPr id="6" name="正方形/長方形 5">
            <a:extLst>
              <a:ext uri="{FF2B5EF4-FFF2-40B4-BE49-F238E27FC236}">
                <a16:creationId xmlns:a16="http://schemas.microsoft.com/office/drawing/2014/main" id="{737C73DF-67C4-B8F3-369C-176B13E9599A}"/>
              </a:ext>
            </a:extLst>
          </p:cNvPr>
          <p:cNvSpPr/>
          <p:nvPr userDrawn="1"/>
        </p:nvSpPr>
        <p:spPr>
          <a:xfrm>
            <a:off x="683498" y="2223631"/>
            <a:ext cx="135747" cy="864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791">
              <a:latin typeface="+mn-ea"/>
              <a:ea typeface="+mn-ea"/>
            </a:endParaRPr>
          </a:p>
        </p:txBody>
      </p:sp>
    </p:spTree>
    <p:extLst>
      <p:ext uri="{BB962C8B-B14F-4D97-AF65-F5344CB8AC3E}">
        <p14:creationId xmlns:p14="http://schemas.microsoft.com/office/powerpoint/2010/main" val="1056462188"/>
      </p:ext>
    </p:extLst>
  </p:cSld>
  <p:clrMapOvr>
    <a:masterClrMapping/>
  </p:clrMapOvr>
  <p:extLst>
    <p:ext uri="{DCECCB84-F9BA-43D5-87BE-67443E8EF086}">
      <p15:sldGuideLst xmlns:p15="http://schemas.microsoft.com/office/powerpoint/2012/main">
        <p15:guide id="2" orient="horz" pos="58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本文1">
    <p:spTree>
      <p:nvGrpSpPr>
        <p:cNvPr id="1" name=""/>
        <p:cNvGrpSpPr/>
        <p:nvPr/>
      </p:nvGrpSpPr>
      <p:grpSpPr>
        <a:xfrm>
          <a:off x="0" y="0"/>
          <a:ext cx="0" cy="0"/>
          <a:chOff x="0" y="0"/>
          <a:chExt cx="0" cy="0"/>
        </a:xfrm>
      </p:grpSpPr>
      <p:pic>
        <p:nvPicPr>
          <p:cNvPr id="3" name="図 2" descr="図形 が含まれている画像&#10;&#10;自動的に生成された説明">
            <a:extLst>
              <a:ext uri="{FF2B5EF4-FFF2-40B4-BE49-F238E27FC236}">
                <a16:creationId xmlns:a16="http://schemas.microsoft.com/office/drawing/2014/main" id="{AA6F6701-1A79-1BE1-706A-C65F2EC4D6FF}"/>
              </a:ext>
            </a:extLst>
          </p:cNvPr>
          <p:cNvPicPr>
            <a:picLocks noChangeAspect="1"/>
          </p:cNvPicPr>
          <p:nvPr userDrawn="1"/>
        </p:nvPicPr>
        <p:blipFill>
          <a:blip r:embed="rId2"/>
          <a:stretch>
            <a:fillRect/>
          </a:stretch>
        </p:blipFill>
        <p:spPr>
          <a:xfrm>
            <a:off x="5238" y="1586"/>
            <a:ext cx="10078024" cy="7563600"/>
          </a:xfrm>
          <a:prstGeom prst="rect">
            <a:avLst/>
          </a:prstGeom>
        </p:spPr>
      </p:pic>
      <p:sp>
        <p:nvSpPr>
          <p:cNvPr id="13" name="スライド番号プレースホルダー 12">
            <a:extLst>
              <a:ext uri="{FF2B5EF4-FFF2-40B4-BE49-F238E27FC236}">
                <a16:creationId xmlns:a16="http://schemas.microsoft.com/office/drawing/2014/main" id="{02CED2FB-6D79-069B-F8EE-8E481331DBB3}"/>
              </a:ext>
            </a:extLst>
          </p:cNvPr>
          <p:cNvSpPr>
            <a:spLocks noGrp="1"/>
          </p:cNvSpPr>
          <p:nvPr userDrawn="1">
            <p:ph type="sldNum" sz="quarter" idx="13"/>
          </p:nvPr>
        </p:nvSpPr>
        <p:spPr/>
        <p:txBody>
          <a:bodyPr/>
          <a:lstStyle/>
          <a:p>
            <a:fld id="{9BF854DB-42D3-EE44-9486-1E8138C63EFC}" type="slidenum">
              <a:rPr lang="ja-JP" altLang="en-US" smtClean="0"/>
              <a:pPr/>
              <a:t>‹#›</a:t>
            </a:fld>
            <a:endParaRPr lang="ja-JP" altLang="en-US"/>
          </a:p>
        </p:txBody>
      </p:sp>
      <p:sp>
        <p:nvSpPr>
          <p:cNvPr id="14" name="Content Placeholder 2">
            <a:extLst>
              <a:ext uri="{FF2B5EF4-FFF2-40B4-BE49-F238E27FC236}">
                <a16:creationId xmlns:a16="http://schemas.microsoft.com/office/drawing/2014/main" id="{40117111-BC5D-3E5E-2113-5E262AB793B3}"/>
              </a:ext>
            </a:extLst>
          </p:cNvPr>
          <p:cNvSpPr>
            <a:spLocks noGrp="1"/>
          </p:cNvSpPr>
          <p:nvPr userDrawn="1">
            <p:ph sz="half" idx="1"/>
          </p:nvPr>
        </p:nvSpPr>
        <p:spPr>
          <a:xfrm>
            <a:off x="329187" y="1800000"/>
            <a:ext cx="9400479" cy="4752000"/>
          </a:xfrm>
          <a:prstGeom prst="rect">
            <a:avLst/>
          </a:prstGeom>
        </p:spPr>
        <p:txBody>
          <a:bodyPr/>
          <a:lstStyle>
            <a:lvl1pPr marL="0" indent="0">
              <a:lnSpc>
                <a:spcPts val="1320"/>
              </a:lnSpc>
              <a:spcBef>
                <a:spcPts val="0"/>
              </a:spcBef>
              <a:buFontTx/>
              <a:buNone/>
              <a:defRPr sz="1037" b="0" i="0">
                <a:latin typeface="+mn-ea"/>
                <a:ea typeface="+mn-ea"/>
              </a:defRPr>
            </a:lvl1pPr>
            <a:lvl2pPr marL="475899" indent="0">
              <a:lnSpc>
                <a:spcPts val="1320"/>
              </a:lnSpc>
              <a:buFontTx/>
              <a:buNone/>
              <a:defRPr sz="1037" b="0" i="0">
                <a:latin typeface="Yu Gothic Medium" panose="020B0400000000000000" pitchFamily="34" charset="-128"/>
                <a:ea typeface="Yu Gothic Medium" panose="020B0400000000000000" pitchFamily="34" charset="-128"/>
              </a:defRPr>
            </a:lvl2pPr>
            <a:lvl3pPr marL="950301" indent="0">
              <a:lnSpc>
                <a:spcPts val="1320"/>
              </a:lnSpc>
              <a:buFontTx/>
              <a:buNone/>
              <a:defRPr sz="1037" b="0" i="0">
                <a:latin typeface="Yu Gothic Medium" panose="020B0400000000000000" pitchFamily="34" charset="-128"/>
                <a:ea typeface="Yu Gothic Medium" panose="020B0400000000000000" pitchFamily="34" charset="-128"/>
              </a:defRPr>
            </a:lvl3pPr>
            <a:lvl4pPr marL="1426200" indent="0">
              <a:lnSpc>
                <a:spcPts val="1320"/>
              </a:lnSpc>
              <a:buFontTx/>
              <a:buNone/>
              <a:defRPr sz="1037" b="0" i="0">
                <a:latin typeface="Yu Gothic Medium" panose="020B0400000000000000" pitchFamily="34" charset="-128"/>
                <a:ea typeface="Yu Gothic Medium" panose="020B0400000000000000" pitchFamily="34" charset="-128"/>
              </a:defRPr>
            </a:lvl4pPr>
            <a:lvl5pPr marL="1900601" indent="0">
              <a:lnSpc>
                <a:spcPts val="1320"/>
              </a:lnSpc>
              <a:buFontTx/>
              <a:buNone/>
              <a:defRPr sz="1037" b="0" i="0">
                <a:latin typeface="Yu Gothic Medium" panose="020B0400000000000000" pitchFamily="34" charset="-128"/>
                <a:ea typeface="Yu Gothic Medium" panose="020B0400000000000000" pitchFamily="34" charset="-128"/>
              </a:defRPr>
            </a:lvl5pPr>
          </a:lstStyle>
          <a:p>
            <a:pPr lvl="0"/>
            <a:r>
              <a:rPr lang="ja-JP" altLang="en-US"/>
              <a:t>マスター テキストの書式設定</a:t>
            </a:r>
          </a:p>
        </p:txBody>
      </p:sp>
      <p:sp>
        <p:nvSpPr>
          <p:cNvPr id="17" name="タイトル プレースホルダー 21">
            <a:extLst>
              <a:ext uri="{FF2B5EF4-FFF2-40B4-BE49-F238E27FC236}">
                <a16:creationId xmlns:a16="http://schemas.microsoft.com/office/drawing/2014/main" id="{7417C78E-E432-79DA-F370-0575C3DE9B74}"/>
              </a:ext>
            </a:extLst>
          </p:cNvPr>
          <p:cNvSpPr>
            <a:spLocks noGrp="1"/>
          </p:cNvSpPr>
          <p:nvPr userDrawn="1">
            <p:ph type="title" hasCustomPrompt="1"/>
          </p:nvPr>
        </p:nvSpPr>
        <p:spPr>
          <a:xfrm>
            <a:off x="529141" y="612000"/>
            <a:ext cx="8314503" cy="720000"/>
          </a:xfrm>
          <a:prstGeom prst="rect">
            <a:avLst/>
          </a:prstGeom>
        </p:spPr>
        <p:txBody>
          <a:bodyPr vert="horz" lIns="0" tIns="0" rIns="0" bIns="0" rtlCol="0" anchor="ctr">
            <a:noAutofit/>
          </a:bodyPr>
          <a:lstStyle>
            <a:lvl1pPr>
              <a:defRPr>
                <a:latin typeface="+mj-ea"/>
                <a:ea typeface="+mj-ea"/>
              </a:defRPr>
            </a:lvl1pPr>
          </a:lstStyle>
          <a:p>
            <a:r>
              <a:rPr kumimoji="1" lang="ja-JP" altLang="en-US"/>
              <a:t>タイトル</a:t>
            </a:r>
            <a:r>
              <a:rPr kumimoji="1" lang="en-US" altLang="ja-JP"/>
              <a:t>/BIZ UDP</a:t>
            </a:r>
            <a:r>
              <a:rPr kumimoji="1" lang="ja-JP" altLang="en-US"/>
              <a:t>ゴシック</a:t>
            </a:r>
            <a:r>
              <a:rPr kumimoji="1" lang="en-US" altLang="ja-JP"/>
              <a:t>/18</a:t>
            </a:r>
            <a:r>
              <a:rPr kumimoji="1" lang="ja-JP" altLang="en-US"/>
              <a:t>ｐｔ</a:t>
            </a:r>
          </a:p>
        </p:txBody>
      </p:sp>
      <p:sp>
        <p:nvSpPr>
          <p:cNvPr id="4" name="正方形/長方形 3">
            <a:extLst>
              <a:ext uri="{FF2B5EF4-FFF2-40B4-BE49-F238E27FC236}">
                <a16:creationId xmlns:a16="http://schemas.microsoft.com/office/drawing/2014/main" id="{F91647BD-381A-AF13-BFF3-D5C091ED80CC}"/>
              </a:ext>
            </a:extLst>
          </p:cNvPr>
          <p:cNvSpPr/>
          <p:nvPr userDrawn="1"/>
        </p:nvSpPr>
        <p:spPr>
          <a:xfrm>
            <a:off x="339368" y="759600"/>
            <a:ext cx="67873" cy="43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791"/>
          </a:p>
        </p:txBody>
      </p:sp>
    </p:spTree>
    <p:extLst>
      <p:ext uri="{BB962C8B-B14F-4D97-AF65-F5344CB8AC3E}">
        <p14:creationId xmlns:p14="http://schemas.microsoft.com/office/powerpoint/2010/main" val="423389694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本文2">
    <p:spTree>
      <p:nvGrpSpPr>
        <p:cNvPr id="1" name=""/>
        <p:cNvGrpSpPr/>
        <p:nvPr/>
      </p:nvGrpSpPr>
      <p:grpSpPr>
        <a:xfrm>
          <a:off x="0" y="0"/>
          <a:ext cx="0" cy="0"/>
          <a:chOff x="0" y="0"/>
          <a:chExt cx="0" cy="0"/>
        </a:xfrm>
      </p:grpSpPr>
      <p:pic>
        <p:nvPicPr>
          <p:cNvPr id="2" name="図 1" descr="図形 が含まれている画像&#10;&#10;自動的に生成された説明">
            <a:extLst>
              <a:ext uri="{FF2B5EF4-FFF2-40B4-BE49-F238E27FC236}">
                <a16:creationId xmlns:a16="http://schemas.microsoft.com/office/drawing/2014/main" id="{EADAFBDA-F769-85B4-0C64-2722E22AF1A2}"/>
              </a:ext>
            </a:extLst>
          </p:cNvPr>
          <p:cNvPicPr>
            <a:picLocks noChangeAspect="1"/>
          </p:cNvPicPr>
          <p:nvPr userDrawn="1"/>
        </p:nvPicPr>
        <p:blipFill>
          <a:blip r:embed="rId2"/>
          <a:stretch>
            <a:fillRect/>
          </a:stretch>
        </p:blipFill>
        <p:spPr>
          <a:xfrm>
            <a:off x="5238" y="1586"/>
            <a:ext cx="10078024" cy="7563600"/>
          </a:xfrm>
          <a:prstGeom prst="rect">
            <a:avLst/>
          </a:prstGeom>
        </p:spPr>
      </p:pic>
      <p:sp>
        <p:nvSpPr>
          <p:cNvPr id="13" name="スライド番号プレースホルダー 12">
            <a:extLst>
              <a:ext uri="{FF2B5EF4-FFF2-40B4-BE49-F238E27FC236}">
                <a16:creationId xmlns:a16="http://schemas.microsoft.com/office/drawing/2014/main" id="{02CED2FB-6D79-069B-F8EE-8E481331DBB3}"/>
              </a:ext>
            </a:extLst>
          </p:cNvPr>
          <p:cNvSpPr>
            <a:spLocks noGrp="1"/>
          </p:cNvSpPr>
          <p:nvPr>
            <p:ph type="sldNum" sz="quarter" idx="13"/>
          </p:nvPr>
        </p:nvSpPr>
        <p:spPr/>
        <p:txBody>
          <a:bodyPr/>
          <a:lstStyle>
            <a:lvl1pPr>
              <a:defRPr>
                <a:latin typeface="+mn-ea"/>
                <a:ea typeface="+mn-ea"/>
              </a:defRPr>
            </a:lvl1pPr>
          </a:lstStyle>
          <a:p>
            <a:fld id="{9BF854DB-42D3-EE44-9486-1E8138C63EFC}" type="slidenum">
              <a:rPr lang="ja-JP" altLang="en-US" smtClean="0"/>
              <a:pPr/>
              <a:t>‹#›</a:t>
            </a:fld>
            <a:endParaRPr lang="ja-JP" altLang="en-US"/>
          </a:p>
        </p:txBody>
      </p:sp>
      <p:sp>
        <p:nvSpPr>
          <p:cNvPr id="14" name="Content Placeholder 2">
            <a:extLst>
              <a:ext uri="{FF2B5EF4-FFF2-40B4-BE49-F238E27FC236}">
                <a16:creationId xmlns:a16="http://schemas.microsoft.com/office/drawing/2014/main" id="{40117111-BC5D-3E5E-2113-5E262AB793B3}"/>
              </a:ext>
            </a:extLst>
          </p:cNvPr>
          <p:cNvSpPr>
            <a:spLocks noGrp="1"/>
          </p:cNvSpPr>
          <p:nvPr>
            <p:ph sz="half" idx="1"/>
          </p:nvPr>
        </p:nvSpPr>
        <p:spPr>
          <a:xfrm>
            <a:off x="329186" y="1800000"/>
            <a:ext cx="4649335" cy="4752000"/>
          </a:xfrm>
          <a:prstGeom prst="rect">
            <a:avLst/>
          </a:prstGeom>
        </p:spPr>
        <p:txBody>
          <a:bodyPr/>
          <a:lstStyle>
            <a:lvl1pPr marL="0" indent="0">
              <a:lnSpc>
                <a:spcPts val="1320"/>
              </a:lnSpc>
              <a:spcBef>
                <a:spcPts val="0"/>
              </a:spcBef>
              <a:buFontTx/>
              <a:buNone/>
              <a:defRPr sz="1037" b="0" i="0">
                <a:latin typeface="+mn-ea"/>
                <a:ea typeface="+mn-ea"/>
              </a:defRPr>
            </a:lvl1pPr>
            <a:lvl2pPr marL="475899" indent="0">
              <a:lnSpc>
                <a:spcPts val="1320"/>
              </a:lnSpc>
              <a:buFontTx/>
              <a:buNone/>
              <a:defRPr sz="1037" b="0" i="0">
                <a:latin typeface="Yu Gothic Medium" panose="020B0400000000000000" pitchFamily="34" charset="-128"/>
                <a:ea typeface="Yu Gothic Medium" panose="020B0400000000000000" pitchFamily="34" charset="-128"/>
              </a:defRPr>
            </a:lvl2pPr>
            <a:lvl3pPr marL="950301" indent="0">
              <a:lnSpc>
                <a:spcPts val="1320"/>
              </a:lnSpc>
              <a:buFontTx/>
              <a:buNone/>
              <a:defRPr sz="1037" b="0" i="0">
                <a:latin typeface="Yu Gothic Medium" panose="020B0400000000000000" pitchFamily="34" charset="-128"/>
                <a:ea typeface="Yu Gothic Medium" panose="020B0400000000000000" pitchFamily="34" charset="-128"/>
              </a:defRPr>
            </a:lvl3pPr>
            <a:lvl4pPr marL="1426200" indent="0">
              <a:lnSpc>
                <a:spcPts val="1320"/>
              </a:lnSpc>
              <a:buFontTx/>
              <a:buNone/>
              <a:defRPr sz="1037" b="0" i="0">
                <a:latin typeface="Yu Gothic Medium" panose="020B0400000000000000" pitchFamily="34" charset="-128"/>
                <a:ea typeface="Yu Gothic Medium" panose="020B0400000000000000" pitchFamily="34" charset="-128"/>
              </a:defRPr>
            </a:lvl4pPr>
            <a:lvl5pPr marL="1900601" indent="0">
              <a:lnSpc>
                <a:spcPts val="1320"/>
              </a:lnSpc>
              <a:buFontTx/>
              <a:buNone/>
              <a:defRPr sz="1037" b="0" i="0">
                <a:latin typeface="Yu Gothic Medium" panose="020B0400000000000000" pitchFamily="34" charset="-128"/>
                <a:ea typeface="Yu Gothic Medium" panose="020B0400000000000000" pitchFamily="34" charset="-128"/>
              </a:defRPr>
            </a:lvl5pPr>
          </a:lstStyle>
          <a:p>
            <a:pPr lvl="0"/>
            <a:r>
              <a:rPr lang="ja-JP" altLang="en-US"/>
              <a:t>マスター テキストの書式設定</a:t>
            </a:r>
          </a:p>
        </p:txBody>
      </p:sp>
      <p:sp>
        <p:nvSpPr>
          <p:cNvPr id="15" name="Content Placeholder 3">
            <a:extLst>
              <a:ext uri="{FF2B5EF4-FFF2-40B4-BE49-F238E27FC236}">
                <a16:creationId xmlns:a16="http://schemas.microsoft.com/office/drawing/2014/main" id="{BF30B752-BE3E-4F07-AADB-D23BDD3A3574}"/>
              </a:ext>
            </a:extLst>
          </p:cNvPr>
          <p:cNvSpPr>
            <a:spLocks noGrp="1"/>
          </p:cNvSpPr>
          <p:nvPr>
            <p:ph sz="half" idx="2"/>
          </p:nvPr>
        </p:nvSpPr>
        <p:spPr>
          <a:xfrm>
            <a:off x="5090512" y="1800000"/>
            <a:ext cx="4649335" cy="4752000"/>
          </a:xfrm>
          <a:prstGeom prst="rect">
            <a:avLst/>
          </a:prstGeom>
        </p:spPr>
        <p:txBody>
          <a:bodyPr/>
          <a:lstStyle>
            <a:lvl1pPr marL="0" indent="0">
              <a:lnSpc>
                <a:spcPts val="1320"/>
              </a:lnSpc>
              <a:spcBef>
                <a:spcPts val="0"/>
              </a:spcBef>
              <a:buFontTx/>
              <a:buNone/>
              <a:defRPr sz="1037" b="0" i="0">
                <a:latin typeface="+mn-ea"/>
                <a:ea typeface="+mn-ea"/>
              </a:defRPr>
            </a:lvl1pPr>
            <a:lvl2pPr marL="475899" indent="0">
              <a:lnSpc>
                <a:spcPts val="1320"/>
              </a:lnSpc>
              <a:buFontTx/>
              <a:buNone/>
              <a:defRPr sz="1037" b="0" i="0">
                <a:latin typeface="Yu Gothic Medium" panose="020B0400000000000000" pitchFamily="34" charset="-128"/>
                <a:ea typeface="Yu Gothic Medium" panose="020B0400000000000000" pitchFamily="34" charset="-128"/>
              </a:defRPr>
            </a:lvl2pPr>
            <a:lvl3pPr marL="950301" indent="0">
              <a:lnSpc>
                <a:spcPts val="1320"/>
              </a:lnSpc>
              <a:buFontTx/>
              <a:buNone/>
              <a:defRPr sz="1037" b="0" i="0">
                <a:latin typeface="Yu Gothic Medium" panose="020B0400000000000000" pitchFamily="34" charset="-128"/>
                <a:ea typeface="Yu Gothic Medium" panose="020B0400000000000000" pitchFamily="34" charset="-128"/>
              </a:defRPr>
            </a:lvl3pPr>
            <a:lvl4pPr marL="1426200" indent="0">
              <a:lnSpc>
                <a:spcPts val="1320"/>
              </a:lnSpc>
              <a:buFontTx/>
              <a:buNone/>
              <a:defRPr sz="1037" b="0" i="0">
                <a:latin typeface="Yu Gothic Medium" panose="020B0400000000000000" pitchFamily="34" charset="-128"/>
                <a:ea typeface="Yu Gothic Medium" panose="020B0400000000000000" pitchFamily="34" charset="-128"/>
              </a:defRPr>
            </a:lvl4pPr>
            <a:lvl5pPr marL="1900601" indent="0">
              <a:lnSpc>
                <a:spcPts val="1320"/>
              </a:lnSpc>
              <a:buFontTx/>
              <a:buNone/>
              <a:defRPr sz="1037" b="0" i="0">
                <a:latin typeface="Yu Gothic Medium" panose="020B0400000000000000" pitchFamily="34" charset="-128"/>
                <a:ea typeface="Yu Gothic Medium" panose="020B0400000000000000" pitchFamily="34" charset="-128"/>
              </a:defRPr>
            </a:lvl5pPr>
          </a:lstStyle>
          <a:p>
            <a:pPr lvl="0"/>
            <a:r>
              <a:rPr lang="ja-JP" altLang="en-US"/>
              <a:t>マスター テキストの書式設定</a:t>
            </a:r>
          </a:p>
        </p:txBody>
      </p:sp>
      <p:sp>
        <p:nvSpPr>
          <p:cNvPr id="11" name="タイトル プレースホルダー 21">
            <a:extLst>
              <a:ext uri="{FF2B5EF4-FFF2-40B4-BE49-F238E27FC236}">
                <a16:creationId xmlns:a16="http://schemas.microsoft.com/office/drawing/2014/main" id="{7574F620-C30D-9C72-BF12-26F6E95C56BA}"/>
              </a:ext>
            </a:extLst>
          </p:cNvPr>
          <p:cNvSpPr>
            <a:spLocks noGrp="1"/>
          </p:cNvSpPr>
          <p:nvPr userDrawn="1">
            <p:ph type="title" hasCustomPrompt="1"/>
          </p:nvPr>
        </p:nvSpPr>
        <p:spPr>
          <a:xfrm>
            <a:off x="529141" y="612000"/>
            <a:ext cx="8314503" cy="720000"/>
          </a:xfrm>
          <a:prstGeom prst="rect">
            <a:avLst/>
          </a:prstGeom>
        </p:spPr>
        <p:txBody>
          <a:bodyPr vert="horz" lIns="0" tIns="0" rIns="0" bIns="0" rtlCol="0" anchor="ctr">
            <a:noAutofit/>
          </a:bodyPr>
          <a:lstStyle>
            <a:lvl1pPr>
              <a:defRPr>
                <a:latin typeface="+mj-ea"/>
                <a:ea typeface="+mj-ea"/>
              </a:defRPr>
            </a:lvl1pPr>
          </a:lstStyle>
          <a:p>
            <a:r>
              <a:rPr kumimoji="1" lang="ja-JP" altLang="en-US"/>
              <a:t>タイトル</a:t>
            </a:r>
            <a:r>
              <a:rPr kumimoji="1" lang="en-US" altLang="ja-JP"/>
              <a:t>/BIZ UDP</a:t>
            </a:r>
            <a:r>
              <a:rPr kumimoji="1" lang="ja-JP" altLang="en-US"/>
              <a:t>ゴシック</a:t>
            </a:r>
            <a:r>
              <a:rPr kumimoji="1" lang="en-US" altLang="ja-JP"/>
              <a:t>/18</a:t>
            </a:r>
            <a:r>
              <a:rPr kumimoji="1" lang="ja-JP" altLang="en-US"/>
              <a:t>ｐｔ</a:t>
            </a:r>
          </a:p>
        </p:txBody>
      </p:sp>
      <p:sp>
        <p:nvSpPr>
          <p:cNvPr id="3" name="正方形/長方形 2">
            <a:extLst>
              <a:ext uri="{FF2B5EF4-FFF2-40B4-BE49-F238E27FC236}">
                <a16:creationId xmlns:a16="http://schemas.microsoft.com/office/drawing/2014/main" id="{96617CEF-2746-C18A-B39B-43F6AF3B1AC2}"/>
              </a:ext>
            </a:extLst>
          </p:cNvPr>
          <p:cNvSpPr/>
          <p:nvPr userDrawn="1"/>
        </p:nvSpPr>
        <p:spPr>
          <a:xfrm>
            <a:off x="339368" y="759600"/>
            <a:ext cx="67873" cy="43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791"/>
          </a:p>
        </p:txBody>
      </p:sp>
    </p:spTree>
    <p:extLst>
      <p:ext uri="{BB962C8B-B14F-4D97-AF65-F5344CB8AC3E}">
        <p14:creationId xmlns:p14="http://schemas.microsoft.com/office/powerpoint/2010/main" val="3117291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本文3">
    <p:spTree>
      <p:nvGrpSpPr>
        <p:cNvPr id="1" name=""/>
        <p:cNvGrpSpPr/>
        <p:nvPr/>
      </p:nvGrpSpPr>
      <p:grpSpPr>
        <a:xfrm>
          <a:off x="0" y="0"/>
          <a:ext cx="0" cy="0"/>
          <a:chOff x="0" y="0"/>
          <a:chExt cx="0" cy="0"/>
        </a:xfrm>
      </p:grpSpPr>
      <p:pic>
        <p:nvPicPr>
          <p:cNvPr id="2" name="図 1" descr="図形 が含まれている画像&#10;&#10;自動的に生成された説明">
            <a:extLst>
              <a:ext uri="{FF2B5EF4-FFF2-40B4-BE49-F238E27FC236}">
                <a16:creationId xmlns:a16="http://schemas.microsoft.com/office/drawing/2014/main" id="{73B9DD23-2BC3-286C-7DD0-EB5F7A65CDE5}"/>
              </a:ext>
            </a:extLst>
          </p:cNvPr>
          <p:cNvPicPr>
            <a:picLocks noChangeAspect="1"/>
          </p:cNvPicPr>
          <p:nvPr userDrawn="1"/>
        </p:nvPicPr>
        <p:blipFill>
          <a:blip r:embed="rId2"/>
          <a:stretch>
            <a:fillRect/>
          </a:stretch>
        </p:blipFill>
        <p:spPr>
          <a:xfrm>
            <a:off x="5238" y="1586"/>
            <a:ext cx="10078024" cy="7563600"/>
          </a:xfrm>
          <a:prstGeom prst="rect">
            <a:avLst/>
          </a:prstGeom>
        </p:spPr>
      </p:pic>
      <p:sp>
        <p:nvSpPr>
          <p:cNvPr id="3" name="Picture Placeholder 2"/>
          <p:cNvSpPr>
            <a:spLocks noGrp="1"/>
          </p:cNvSpPr>
          <p:nvPr>
            <p:ph type="pic" idx="1"/>
          </p:nvPr>
        </p:nvSpPr>
        <p:spPr>
          <a:xfrm>
            <a:off x="3899332" y="1800000"/>
            <a:ext cx="5837121" cy="4752000"/>
          </a:xfrm>
          <a:prstGeom prst="rect">
            <a:avLst/>
          </a:prstGeom>
        </p:spPr>
        <p:txBody>
          <a:bodyPr rtlCol="0">
            <a:normAutofit/>
          </a:bodyPr>
          <a:lstStyle>
            <a:lvl1pPr marL="0" indent="0">
              <a:spcBef>
                <a:spcPts val="0"/>
              </a:spcBef>
              <a:buNone/>
              <a:defRPr sz="1037" b="0" i="0">
                <a:latin typeface="+mn-ea"/>
                <a:ea typeface="+mn-ea"/>
              </a:defRPr>
            </a:lvl1pPr>
            <a:lvl2pPr marL="475094" indent="0">
              <a:buNone/>
              <a:defRPr sz="2909"/>
            </a:lvl2pPr>
            <a:lvl3pPr marL="950188" indent="0">
              <a:buNone/>
              <a:defRPr sz="2494"/>
            </a:lvl3pPr>
            <a:lvl4pPr marL="1425282" indent="0">
              <a:buNone/>
              <a:defRPr sz="2079"/>
            </a:lvl4pPr>
            <a:lvl5pPr marL="1900376" indent="0">
              <a:buNone/>
              <a:defRPr sz="2079"/>
            </a:lvl5pPr>
            <a:lvl6pPr marL="2375470" indent="0">
              <a:buNone/>
              <a:defRPr sz="2079"/>
            </a:lvl6pPr>
            <a:lvl7pPr marL="2850564" indent="0">
              <a:buNone/>
              <a:defRPr sz="2079"/>
            </a:lvl7pPr>
            <a:lvl8pPr marL="3325658" indent="0">
              <a:buNone/>
              <a:defRPr sz="2079"/>
            </a:lvl8pPr>
            <a:lvl9pPr marL="3800751" indent="0">
              <a:buNone/>
              <a:defRPr sz="2079"/>
            </a:lvl9pPr>
          </a:lstStyle>
          <a:p>
            <a:pPr lvl="0"/>
            <a:r>
              <a:rPr lang="ja-JP" altLang="en-US" noProof="0"/>
              <a:t>アイコンをクリックして図を追加</a:t>
            </a:r>
            <a:endParaRPr lang="en-US" noProof="0"/>
          </a:p>
        </p:txBody>
      </p:sp>
      <p:sp>
        <p:nvSpPr>
          <p:cNvPr id="10" name="テキスト プレースホルダー 10">
            <a:extLst>
              <a:ext uri="{FF2B5EF4-FFF2-40B4-BE49-F238E27FC236}">
                <a16:creationId xmlns:a16="http://schemas.microsoft.com/office/drawing/2014/main" id="{1BAC0C75-DB0E-654F-213C-7C81C6B037D2}"/>
              </a:ext>
            </a:extLst>
          </p:cNvPr>
          <p:cNvSpPr>
            <a:spLocks noGrp="1"/>
          </p:cNvSpPr>
          <p:nvPr>
            <p:ph type="body" sz="quarter" idx="12"/>
          </p:nvPr>
        </p:nvSpPr>
        <p:spPr>
          <a:xfrm>
            <a:off x="329186" y="1800000"/>
            <a:ext cx="3393675" cy="4752000"/>
          </a:xfrm>
          <a:prstGeom prst="rect">
            <a:avLst/>
          </a:prstGeom>
        </p:spPr>
        <p:txBody>
          <a:bodyPr/>
          <a:lstStyle>
            <a:lvl1pPr marL="0" indent="0">
              <a:lnSpc>
                <a:spcPts val="1320"/>
              </a:lnSpc>
              <a:spcBef>
                <a:spcPts val="0"/>
              </a:spcBef>
              <a:buFontTx/>
              <a:buNone/>
              <a:defRPr sz="1037" b="0" i="0">
                <a:latin typeface="+mn-ea"/>
                <a:ea typeface="+mn-ea"/>
              </a:defRPr>
            </a:lvl1pPr>
            <a:lvl2pPr marL="475899" indent="0">
              <a:lnSpc>
                <a:spcPts val="1320"/>
              </a:lnSpc>
              <a:buFontTx/>
              <a:buNone/>
              <a:defRPr sz="1037" b="0" i="0">
                <a:latin typeface="Yu Gothic Medium" panose="020B0400000000000000" pitchFamily="34" charset="-128"/>
                <a:ea typeface="Yu Gothic Medium" panose="020B0400000000000000" pitchFamily="34" charset="-128"/>
              </a:defRPr>
            </a:lvl2pPr>
          </a:lstStyle>
          <a:p>
            <a:pPr lvl="0"/>
            <a:r>
              <a:rPr kumimoji="1" lang="ja-JP" altLang="en-US"/>
              <a:t>マスター テキストの書式設定</a:t>
            </a:r>
          </a:p>
        </p:txBody>
      </p:sp>
      <p:sp>
        <p:nvSpPr>
          <p:cNvPr id="12" name="スライド番号プレースホルダー 11">
            <a:extLst>
              <a:ext uri="{FF2B5EF4-FFF2-40B4-BE49-F238E27FC236}">
                <a16:creationId xmlns:a16="http://schemas.microsoft.com/office/drawing/2014/main" id="{A067DC4B-3363-5DE1-FF9A-4D74C1F904B4}"/>
              </a:ext>
            </a:extLst>
          </p:cNvPr>
          <p:cNvSpPr>
            <a:spLocks noGrp="1"/>
          </p:cNvSpPr>
          <p:nvPr>
            <p:ph type="sldNum" sz="quarter" idx="13"/>
          </p:nvPr>
        </p:nvSpPr>
        <p:spPr/>
        <p:txBody>
          <a:bodyPr/>
          <a:lstStyle/>
          <a:p>
            <a:fld id="{9BF854DB-42D3-EE44-9486-1E8138C63EFC}" type="slidenum">
              <a:rPr lang="ja-JP" altLang="en-US" smtClean="0"/>
              <a:pPr/>
              <a:t>‹#›</a:t>
            </a:fld>
            <a:endParaRPr lang="ja-JP" altLang="en-US"/>
          </a:p>
        </p:txBody>
      </p:sp>
      <p:sp>
        <p:nvSpPr>
          <p:cNvPr id="15" name="タイトル プレースホルダー 21">
            <a:extLst>
              <a:ext uri="{FF2B5EF4-FFF2-40B4-BE49-F238E27FC236}">
                <a16:creationId xmlns:a16="http://schemas.microsoft.com/office/drawing/2014/main" id="{ABBF96C1-7C9C-E464-E9F3-EB12E5D553A3}"/>
              </a:ext>
            </a:extLst>
          </p:cNvPr>
          <p:cNvSpPr>
            <a:spLocks noGrp="1"/>
          </p:cNvSpPr>
          <p:nvPr userDrawn="1">
            <p:ph type="title" hasCustomPrompt="1"/>
          </p:nvPr>
        </p:nvSpPr>
        <p:spPr>
          <a:xfrm>
            <a:off x="529141" y="612000"/>
            <a:ext cx="8314503" cy="720000"/>
          </a:xfrm>
          <a:prstGeom prst="rect">
            <a:avLst/>
          </a:prstGeom>
        </p:spPr>
        <p:txBody>
          <a:bodyPr vert="horz" lIns="0" tIns="0" rIns="0" bIns="0" rtlCol="0" anchor="ctr">
            <a:noAutofit/>
          </a:bodyPr>
          <a:lstStyle>
            <a:lvl1pPr>
              <a:defRPr>
                <a:latin typeface="+mj-ea"/>
                <a:ea typeface="+mj-ea"/>
              </a:defRPr>
            </a:lvl1pPr>
          </a:lstStyle>
          <a:p>
            <a:r>
              <a:rPr kumimoji="1" lang="ja-JP" altLang="en-US"/>
              <a:t>タイトル</a:t>
            </a:r>
            <a:r>
              <a:rPr kumimoji="1" lang="en-US" altLang="ja-JP"/>
              <a:t>/BIZ UDP</a:t>
            </a:r>
            <a:r>
              <a:rPr kumimoji="1" lang="ja-JP" altLang="en-US"/>
              <a:t>ゴシック</a:t>
            </a:r>
            <a:r>
              <a:rPr kumimoji="1" lang="en-US" altLang="ja-JP"/>
              <a:t>/18</a:t>
            </a:r>
            <a:r>
              <a:rPr kumimoji="1" lang="ja-JP" altLang="en-US"/>
              <a:t>ｐｔ</a:t>
            </a:r>
          </a:p>
        </p:txBody>
      </p:sp>
      <p:sp>
        <p:nvSpPr>
          <p:cNvPr id="4" name="正方形/長方形 3">
            <a:extLst>
              <a:ext uri="{FF2B5EF4-FFF2-40B4-BE49-F238E27FC236}">
                <a16:creationId xmlns:a16="http://schemas.microsoft.com/office/drawing/2014/main" id="{7967875A-7ADC-81E9-5032-46910552E27E}"/>
              </a:ext>
            </a:extLst>
          </p:cNvPr>
          <p:cNvSpPr/>
          <p:nvPr userDrawn="1"/>
        </p:nvSpPr>
        <p:spPr>
          <a:xfrm>
            <a:off x="339368" y="759600"/>
            <a:ext cx="67873" cy="43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791"/>
          </a:p>
        </p:txBody>
      </p:sp>
    </p:spTree>
    <p:extLst>
      <p:ext uri="{BB962C8B-B14F-4D97-AF65-F5344CB8AC3E}">
        <p14:creationId xmlns:p14="http://schemas.microsoft.com/office/powerpoint/2010/main" val="3931190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白紙">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9140EE84-EAF3-597E-90B3-074BD06659A5}"/>
              </a:ext>
            </a:extLst>
          </p:cNvPr>
          <p:cNvSpPr>
            <a:spLocks noGrp="1"/>
          </p:cNvSpPr>
          <p:nvPr>
            <p:ph type="sldNum" sz="quarter" idx="10"/>
          </p:nvPr>
        </p:nvSpPr>
        <p:spPr/>
        <p:txBody>
          <a:bodyPr/>
          <a:lstStyle/>
          <a:p>
            <a:fld id="{9BF854DB-42D3-EE44-9486-1E8138C63EFC}" type="slidenum">
              <a:rPr lang="ja-JP" altLang="en-US" smtClean="0"/>
              <a:pPr/>
              <a:t>‹#›</a:t>
            </a:fld>
            <a:endParaRPr lang="ja-JP" altLang="en-US"/>
          </a:p>
        </p:txBody>
      </p:sp>
    </p:spTree>
    <p:extLst>
      <p:ext uri="{BB962C8B-B14F-4D97-AF65-F5344CB8AC3E}">
        <p14:creationId xmlns:p14="http://schemas.microsoft.com/office/powerpoint/2010/main" val="51006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中扉">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BD4C7603-4FC1-824D-8FA0-C7A0ECCED59B}"/>
              </a:ext>
            </a:extLst>
          </p:cNvPr>
          <p:cNvPicPr>
            <a:picLocks noChangeAspect="1"/>
          </p:cNvPicPr>
          <p:nvPr userDrawn="1"/>
        </p:nvPicPr>
        <p:blipFill>
          <a:blip r:embed="rId2"/>
          <a:srcRect/>
          <a:stretch/>
        </p:blipFill>
        <p:spPr>
          <a:xfrm>
            <a:off x="0" y="1"/>
            <a:ext cx="10079038" cy="7559675"/>
          </a:xfrm>
          <a:prstGeom prst="rect">
            <a:avLst/>
          </a:prstGeom>
        </p:spPr>
      </p:pic>
      <p:sp>
        <p:nvSpPr>
          <p:cNvPr id="11" name="Slide Number Placeholder 5">
            <a:extLst>
              <a:ext uri="{FF2B5EF4-FFF2-40B4-BE49-F238E27FC236}">
                <a16:creationId xmlns:a16="http://schemas.microsoft.com/office/drawing/2014/main" id="{5396DE89-5E95-E24B-9977-7B3B02DE88E2}"/>
              </a:ext>
            </a:extLst>
          </p:cNvPr>
          <p:cNvSpPr>
            <a:spLocks noGrp="1"/>
          </p:cNvSpPr>
          <p:nvPr>
            <p:ph type="sldNum" sz="quarter" idx="4"/>
          </p:nvPr>
        </p:nvSpPr>
        <p:spPr>
          <a:xfrm>
            <a:off x="423031" y="7181759"/>
            <a:ext cx="201231" cy="198716"/>
          </a:xfrm>
          <a:prstGeom prst="rect">
            <a:avLst/>
          </a:prstGeom>
        </p:spPr>
        <p:txBody>
          <a:bodyPr vert="horz" wrap="none" lIns="0" tIns="0" rIns="0" bIns="0" rtlCol="0" anchor="t" anchorCtr="0"/>
          <a:lstStyle>
            <a:lvl1pPr algn="l">
              <a:defRPr sz="915">
                <a:solidFill>
                  <a:schemeClr val="tx1"/>
                </a:solidFill>
              </a:defRPr>
            </a:lvl1pPr>
          </a:lstStyle>
          <a:p>
            <a:fld id="{8D075B93-D109-AA40-90DC-047F609B1C05}" type="slidenum">
              <a:rPr lang="en-US" smtClean="0"/>
              <a:pPr/>
              <a:t>‹#›</a:t>
            </a:fld>
            <a:endParaRPr lang="en-US"/>
          </a:p>
        </p:txBody>
      </p:sp>
      <p:sp>
        <p:nvSpPr>
          <p:cNvPr id="17" name="テキスト プレースホルダー 10">
            <a:extLst>
              <a:ext uri="{FF2B5EF4-FFF2-40B4-BE49-F238E27FC236}">
                <a16:creationId xmlns:a16="http://schemas.microsoft.com/office/drawing/2014/main" id="{0F3C8D40-3BC9-BD46-A3AF-6CCD4E22658A}"/>
              </a:ext>
            </a:extLst>
          </p:cNvPr>
          <p:cNvSpPr>
            <a:spLocks noGrp="1"/>
          </p:cNvSpPr>
          <p:nvPr>
            <p:ph type="body" sz="quarter" idx="10" hasCustomPrompt="1"/>
          </p:nvPr>
        </p:nvSpPr>
        <p:spPr>
          <a:xfrm>
            <a:off x="555897" y="2176683"/>
            <a:ext cx="5415152" cy="1539140"/>
          </a:xfrm>
        </p:spPr>
        <p:txBody>
          <a:bodyPr lIns="0" tIns="0" rIns="0" bIns="0" anchor="ctr">
            <a:noAutofit/>
          </a:bodyPr>
          <a:lstStyle>
            <a:lvl1pPr>
              <a:lnSpc>
                <a:spcPct val="120000"/>
              </a:lnSpc>
              <a:spcBef>
                <a:spcPts val="0"/>
              </a:spcBef>
              <a:defRPr sz="2543"/>
            </a:lvl1pPr>
          </a:lstStyle>
          <a:p>
            <a:pPr lvl="0"/>
            <a:r>
              <a:rPr kumimoji="1" lang="ja-JP" altLang="en-US"/>
              <a:t>セクションタイトル</a:t>
            </a:r>
            <a:r>
              <a:rPr kumimoji="1" lang="en" altLang="ja-JP"/>
              <a:t>                                     MSP</a:t>
            </a:r>
            <a:r>
              <a:rPr kumimoji="1" lang="ja-JP" altLang="en-US"/>
              <a:t>ゴシック</a:t>
            </a:r>
            <a:r>
              <a:rPr kumimoji="1" lang="en-US" altLang="ja-JP"/>
              <a:t>+                                        Arial Regular 25pt</a:t>
            </a:r>
            <a:endParaRPr kumimoji="1" lang="ja-JP" altLang="en-US"/>
          </a:p>
        </p:txBody>
      </p:sp>
      <p:sp>
        <p:nvSpPr>
          <p:cNvPr id="18" name="テキスト プレースホルダー 10">
            <a:extLst>
              <a:ext uri="{FF2B5EF4-FFF2-40B4-BE49-F238E27FC236}">
                <a16:creationId xmlns:a16="http://schemas.microsoft.com/office/drawing/2014/main" id="{0CFC65B6-7955-AA4C-A709-50C14FDEDBD3}"/>
              </a:ext>
            </a:extLst>
          </p:cNvPr>
          <p:cNvSpPr>
            <a:spLocks noGrp="1"/>
          </p:cNvSpPr>
          <p:nvPr>
            <p:ph type="body" sz="quarter" idx="11" hasCustomPrompt="1"/>
          </p:nvPr>
        </p:nvSpPr>
        <p:spPr>
          <a:xfrm>
            <a:off x="555897" y="3943197"/>
            <a:ext cx="5415152" cy="220029"/>
          </a:xfrm>
        </p:spPr>
        <p:txBody>
          <a:bodyPr lIns="0" tIns="0" rIns="0" bIns="0">
            <a:noAutofit/>
          </a:bodyPr>
          <a:lstStyle>
            <a:lvl1pPr>
              <a:lnSpc>
                <a:spcPct val="120000"/>
              </a:lnSpc>
              <a:spcBef>
                <a:spcPts val="0"/>
              </a:spcBef>
              <a:defRPr sz="1221" b="0"/>
            </a:lvl1pPr>
          </a:lstStyle>
          <a:p>
            <a:pPr lvl="0"/>
            <a:r>
              <a:rPr kumimoji="1" lang="ja-JP" altLang="en-US"/>
              <a:t>セクションサブタイトル</a:t>
            </a:r>
            <a:r>
              <a:rPr kumimoji="1" lang="en" altLang="ja-JP"/>
              <a:t>  MSP</a:t>
            </a:r>
            <a:r>
              <a:rPr kumimoji="1" lang="ja-JP" altLang="en-US"/>
              <a:t>ゴシック</a:t>
            </a:r>
            <a:r>
              <a:rPr kumimoji="1" lang="en-US" altLang="ja-JP"/>
              <a:t> Arial Regular </a:t>
            </a:r>
            <a:r>
              <a:rPr kumimoji="1" lang="en" altLang="ja-JP"/>
              <a:t>12pt</a:t>
            </a:r>
            <a:endParaRPr kumimoji="1" lang="ja-JP" altLang="en-US"/>
          </a:p>
        </p:txBody>
      </p:sp>
    </p:spTree>
    <p:extLst>
      <p:ext uri="{BB962C8B-B14F-4D97-AF65-F5344CB8AC3E}">
        <p14:creationId xmlns:p14="http://schemas.microsoft.com/office/powerpoint/2010/main" val="36429366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9" name="スライド番号プレースホルダー 14">
            <a:extLst>
              <a:ext uri="{FF2B5EF4-FFF2-40B4-BE49-F238E27FC236}">
                <a16:creationId xmlns:a16="http://schemas.microsoft.com/office/drawing/2014/main" id="{C7747173-F1BD-41C8-EE7B-B137F7BF11F2}"/>
              </a:ext>
            </a:extLst>
          </p:cNvPr>
          <p:cNvSpPr>
            <a:spLocks noGrp="1"/>
          </p:cNvSpPr>
          <p:nvPr userDrawn="1">
            <p:ph type="sldNum" sz="quarter" idx="4"/>
          </p:nvPr>
        </p:nvSpPr>
        <p:spPr>
          <a:xfrm>
            <a:off x="3339376" y="7005600"/>
            <a:ext cx="3400462" cy="401638"/>
          </a:xfrm>
          <a:prstGeom prst="rect">
            <a:avLst/>
          </a:prstGeom>
        </p:spPr>
        <p:txBody>
          <a:bodyPr vert="horz" lIns="91440" tIns="45720" rIns="91440" bIns="45720" rtlCol="0" anchor="ctr"/>
          <a:lstStyle>
            <a:lvl1pPr algn="ctr">
              <a:defRPr sz="1131" b="0" i="0">
                <a:solidFill>
                  <a:schemeClr val="tx1">
                    <a:tint val="75000"/>
                  </a:schemeClr>
                </a:solidFill>
                <a:latin typeface="+mn-ea"/>
                <a:ea typeface="+mn-ea"/>
              </a:defRPr>
            </a:lvl1pPr>
          </a:lstStyle>
          <a:p>
            <a:fld id="{9BF854DB-42D3-EE44-9486-1E8138C63EFC}" type="slidenum">
              <a:rPr lang="ja-JP" altLang="en-US" smtClean="0"/>
              <a:pPr/>
              <a:t>‹#›</a:t>
            </a:fld>
            <a:endParaRPr lang="ja-JP" altLang="en-US"/>
          </a:p>
        </p:txBody>
      </p:sp>
      <p:sp>
        <p:nvSpPr>
          <p:cNvPr id="22" name="タイトル プレースホルダー 21">
            <a:extLst>
              <a:ext uri="{FF2B5EF4-FFF2-40B4-BE49-F238E27FC236}">
                <a16:creationId xmlns:a16="http://schemas.microsoft.com/office/drawing/2014/main" id="{29005AB4-90F9-48FF-9280-CAA39E8B05F0}"/>
              </a:ext>
            </a:extLst>
          </p:cNvPr>
          <p:cNvSpPr>
            <a:spLocks noGrp="1"/>
          </p:cNvSpPr>
          <p:nvPr userDrawn="1">
            <p:ph type="title"/>
          </p:nvPr>
        </p:nvSpPr>
        <p:spPr>
          <a:xfrm>
            <a:off x="441179" y="612000"/>
            <a:ext cx="8314503" cy="720000"/>
          </a:xfrm>
          <a:prstGeom prst="rect">
            <a:avLst/>
          </a:prstGeom>
        </p:spPr>
        <p:txBody>
          <a:bodyPr vert="horz" lIns="72000" tIns="108000" rIns="0" bIns="72000" rtlCol="0" anchor="ctr">
            <a:noAutofit/>
          </a:bodyPr>
          <a:lstStyle/>
          <a:p>
            <a:r>
              <a:rPr kumimoji="1" lang="ja-JP" altLang="en-US"/>
              <a:t>マスター タイトルの書式設定</a:t>
            </a:r>
          </a:p>
        </p:txBody>
      </p:sp>
    </p:spTree>
    <p:extLst>
      <p:ext uri="{BB962C8B-B14F-4D97-AF65-F5344CB8AC3E}">
        <p14:creationId xmlns:p14="http://schemas.microsoft.com/office/powerpoint/2010/main" val="1275258794"/>
      </p:ext>
    </p:extLst>
  </p:cSld>
  <p:clrMap bg1="lt1" tx1="dk1" bg2="lt2" tx2="dk2" accent1="accent1" accent2="accent2" accent3="accent3" accent4="accent4" accent5="accent5" accent6="accent6" hlink="hlink" folHlink="folHlink"/>
  <p:sldLayoutIdLst>
    <p:sldLayoutId id="2147483736" r:id="rId1"/>
    <p:sldLayoutId id="2147483729" r:id="rId2"/>
    <p:sldLayoutId id="2147483734" r:id="rId3"/>
    <p:sldLayoutId id="2147483730" r:id="rId4"/>
    <p:sldLayoutId id="2147483737" r:id="rId5"/>
    <p:sldLayoutId id="2147483738" r:id="rId6"/>
  </p:sldLayoutIdLst>
  <p:hf hdr="0" ftr="0" dt="0"/>
  <p:txStyles>
    <p:titleStyle>
      <a:lvl1pPr algn="l" defTabSz="948804" rtl="0" eaLnBrk="1" fontAlgn="base" hangingPunct="1">
        <a:lnSpc>
          <a:spcPct val="100000"/>
        </a:lnSpc>
        <a:spcBef>
          <a:spcPct val="0"/>
        </a:spcBef>
        <a:spcAft>
          <a:spcPct val="0"/>
        </a:spcAft>
        <a:defRPr kumimoji="1" sz="1697" b="0" i="0" kern="1200">
          <a:solidFill>
            <a:schemeClr val="tx1"/>
          </a:solidFill>
          <a:latin typeface="+mj-ea"/>
          <a:ea typeface="+mj-ea"/>
          <a:cs typeface="Yu Gothic Medium" panose="020B0400000000000000" pitchFamily="34" charset="-128"/>
        </a:defRPr>
      </a:lvl1pPr>
      <a:lvl2pPr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2pPr>
      <a:lvl3pPr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3pPr>
      <a:lvl4pPr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4pPr>
      <a:lvl5pPr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5pPr>
      <a:lvl6pPr marL="431002"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6pPr>
      <a:lvl7pPr marL="862005"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7pPr>
      <a:lvl8pPr marL="1293007"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8pPr>
      <a:lvl9pPr marL="1724010" algn="l" defTabSz="948804" rtl="0" eaLnBrk="1" fontAlgn="base" hangingPunct="1">
        <a:lnSpc>
          <a:spcPct val="90000"/>
        </a:lnSpc>
        <a:spcBef>
          <a:spcPct val="0"/>
        </a:spcBef>
        <a:spcAft>
          <a:spcPct val="0"/>
        </a:spcAft>
        <a:defRPr kumimoji="1" sz="4525">
          <a:solidFill>
            <a:schemeClr val="tx1"/>
          </a:solidFill>
          <a:latin typeface="Calibri Light" charset="0"/>
          <a:ea typeface="ＭＳ Ｐゴシック" charset="-128"/>
          <a:cs typeface="ＭＳ Ｐゴシック" charset="-128"/>
        </a:defRPr>
      </a:lvl9pPr>
    </p:titleStyle>
    <p:bodyStyle>
      <a:lvl1pPr marL="236453" indent="-236453" algn="l" defTabSz="948804" rtl="0" eaLnBrk="1" fontAlgn="base" hangingPunct="1">
        <a:lnSpc>
          <a:spcPct val="90000"/>
        </a:lnSpc>
        <a:spcBef>
          <a:spcPts val="1037"/>
        </a:spcBef>
        <a:spcAft>
          <a:spcPct val="0"/>
        </a:spcAft>
        <a:buFont typeface="Arial" panose="020B0604020202020204" pitchFamily="34" charset="0"/>
        <a:buChar char="•"/>
        <a:defRPr kumimoji="1" sz="2828" kern="1200">
          <a:solidFill>
            <a:schemeClr val="tx1"/>
          </a:solidFill>
          <a:latin typeface="+mn-lt"/>
          <a:ea typeface="+mn-ea"/>
          <a:cs typeface="ＭＳ Ｐゴシック" charset="-128"/>
        </a:defRPr>
      </a:lvl1pPr>
      <a:lvl2pPr marL="712351" indent="-236453" algn="l" defTabSz="948804" rtl="0" eaLnBrk="1" fontAlgn="base" hangingPunct="1">
        <a:lnSpc>
          <a:spcPct val="90000"/>
        </a:lnSpc>
        <a:spcBef>
          <a:spcPts val="518"/>
        </a:spcBef>
        <a:spcAft>
          <a:spcPct val="0"/>
        </a:spcAft>
        <a:buFont typeface="Arial" panose="020B0604020202020204" pitchFamily="34" charset="0"/>
        <a:buChar char="•"/>
        <a:defRPr kumimoji="1" sz="2451" kern="1200">
          <a:solidFill>
            <a:schemeClr val="tx1"/>
          </a:solidFill>
          <a:latin typeface="+mn-lt"/>
          <a:ea typeface="+mn-ea"/>
          <a:cs typeface="ＭＳ Ｐゴシック" charset="-128"/>
        </a:defRPr>
      </a:lvl2pPr>
      <a:lvl3pPr marL="1186754" indent="-236453" algn="l" defTabSz="948804" rtl="0" eaLnBrk="1" fontAlgn="base" hangingPunct="1">
        <a:lnSpc>
          <a:spcPct val="90000"/>
        </a:lnSpc>
        <a:spcBef>
          <a:spcPts val="518"/>
        </a:spcBef>
        <a:spcAft>
          <a:spcPct val="0"/>
        </a:spcAft>
        <a:buFont typeface="Arial" panose="020B0604020202020204" pitchFamily="34" charset="0"/>
        <a:buChar char="•"/>
        <a:defRPr kumimoji="1" sz="2074" kern="1200">
          <a:solidFill>
            <a:schemeClr val="tx1"/>
          </a:solidFill>
          <a:latin typeface="+mn-lt"/>
          <a:ea typeface="+mn-ea"/>
          <a:cs typeface="ＭＳ Ｐゴシック" charset="-128"/>
        </a:defRPr>
      </a:lvl3pPr>
      <a:lvl4pPr marL="1662652" indent="-236453" algn="l" defTabSz="948804" rtl="0" eaLnBrk="1" fontAlgn="base" hangingPunct="1">
        <a:lnSpc>
          <a:spcPct val="90000"/>
        </a:lnSpc>
        <a:spcBef>
          <a:spcPts val="518"/>
        </a:spcBef>
        <a:spcAft>
          <a:spcPct val="0"/>
        </a:spcAft>
        <a:buFont typeface="Arial" panose="020B0604020202020204" pitchFamily="34" charset="0"/>
        <a:buChar char="•"/>
        <a:defRPr kumimoji="1" sz="1791" kern="1200">
          <a:solidFill>
            <a:schemeClr val="tx1"/>
          </a:solidFill>
          <a:latin typeface="+mn-lt"/>
          <a:ea typeface="+mn-ea"/>
          <a:cs typeface="ＭＳ Ｐゴシック" charset="-128"/>
        </a:defRPr>
      </a:lvl4pPr>
      <a:lvl5pPr marL="2137054" indent="-236453" algn="l" defTabSz="948804" rtl="0" eaLnBrk="1" fontAlgn="base" hangingPunct="1">
        <a:lnSpc>
          <a:spcPct val="90000"/>
        </a:lnSpc>
        <a:spcBef>
          <a:spcPts val="518"/>
        </a:spcBef>
        <a:spcAft>
          <a:spcPct val="0"/>
        </a:spcAft>
        <a:buFont typeface="Arial" panose="020B0604020202020204" pitchFamily="34" charset="0"/>
        <a:buChar char="•"/>
        <a:defRPr kumimoji="1" sz="1791" kern="1200">
          <a:solidFill>
            <a:schemeClr val="tx1"/>
          </a:solidFill>
          <a:latin typeface="+mn-lt"/>
          <a:ea typeface="+mn-ea"/>
          <a:cs typeface="ＭＳ Ｐゴシック" charset="-128"/>
        </a:defRPr>
      </a:lvl5pPr>
      <a:lvl6pPr marL="2613017" indent="-237547" algn="l" defTabSz="950188" rtl="0" eaLnBrk="1" latinLnBrk="0" hangingPunct="1">
        <a:lnSpc>
          <a:spcPct val="90000"/>
        </a:lnSpc>
        <a:spcBef>
          <a:spcPts val="519"/>
        </a:spcBef>
        <a:buFont typeface="Arial" panose="020B0604020202020204" pitchFamily="34" charset="0"/>
        <a:buChar char="•"/>
        <a:defRPr kumimoji="1" sz="1870" kern="1200">
          <a:solidFill>
            <a:schemeClr val="tx1"/>
          </a:solidFill>
          <a:latin typeface="+mn-lt"/>
          <a:ea typeface="+mn-ea"/>
          <a:cs typeface="+mn-cs"/>
        </a:defRPr>
      </a:lvl6pPr>
      <a:lvl7pPr marL="3088111" indent="-237547" algn="l" defTabSz="950188" rtl="0" eaLnBrk="1" latinLnBrk="0" hangingPunct="1">
        <a:lnSpc>
          <a:spcPct val="90000"/>
        </a:lnSpc>
        <a:spcBef>
          <a:spcPts val="519"/>
        </a:spcBef>
        <a:buFont typeface="Arial" panose="020B0604020202020204" pitchFamily="34" charset="0"/>
        <a:buChar char="•"/>
        <a:defRPr kumimoji="1" sz="1870" kern="1200">
          <a:solidFill>
            <a:schemeClr val="tx1"/>
          </a:solidFill>
          <a:latin typeface="+mn-lt"/>
          <a:ea typeface="+mn-ea"/>
          <a:cs typeface="+mn-cs"/>
        </a:defRPr>
      </a:lvl7pPr>
      <a:lvl8pPr marL="3563205" indent="-237547" algn="l" defTabSz="950188" rtl="0" eaLnBrk="1" latinLnBrk="0" hangingPunct="1">
        <a:lnSpc>
          <a:spcPct val="90000"/>
        </a:lnSpc>
        <a:spcBef>
          <a:spcPts val="519"/>
        </a:spcBef>
        <a:buFont typeface="Arial" panose="020B0604020202020204" pitchFamily="34" charset="0"/>
        <a:buChar char="•"/>
        <a:defRPr kumimoji="1" sz="1870" kern="1200">
          <a:solidFill>
            <a:schemeClr val="tx1"/>
          </a:solidFill>
          <a:latin typeface="+mn-lt"/>
          <a:ea typeface="+mn-ea"/>
          <a:cs typeface="+mn-cs"/>
        </a:defRPr>
      </a:lvl8pPr>
      <a:lvl9pPr marL="4038299" indent="-237547" algn="l" defTabSz="950188" rtl="0" eaLnBrk="1" latinLnBrk="0" hangingPunct="1">
        <a:lnSpc>
          <a:spcPct val="90000"/>
        </a:lnSpc>
        <a:spcBef>
          <a:spcPts val="519"/>
        </a:spcBef>
        <a:buFont typeface="Arial" panose="020B0604020202020204" pitchFamily="34" charset="0"/>
        <a:buChar char="•"/>
        <a:defRPr kumimoji="1" sz="1870" kern="1200">
          <a:solidFill>
            <a:schemeClr val="tx1"/>
          </a:solidFill>
          <a:latin typeface="+mn-lt"/>
          <a:ea typeface="+mn-ea"/>
          <a:cs typeface="+mn-cs"/>
        </a:defRPr>
      </a:lvl9pPr>
    </p:bodyStyle>
    <p:otherStyle>
      <a:defPPr>
        <a:defRPr lang="en-US"/>
      </a:defPPr>
      <a:lvl1pPr marL="0" algn="l" defTabSz="950188" rtl="0" eaLnBrk="1" latinLnBrk="0" hangingPunct="1">
        <a:defRPr kumimoji="1" sz="1870" kern="1200">
          <a:solidFill>
            <a:schemeClr val="tx1"/>
          </a:solidFill>
          <a:latin typeface="+mn-lt"/>
          <a:ea typeface="+mn-ea"/>
          <a:cs typeface="+mn-cs"/>
        </a:defRPr>
      </a:lvl1pPr>
      <a:lvl2pPr marL="475094" algn="l" defTabSz="950188" rtl="0" eaLnBrk="1" latinLnBrk="0" hangingPunct="1">
        <a:defRPr kumimoji="1" sz="1870" kern="1200">
          <a:solidFill>
            <a:schemeClr val="tx1"/>
          </a:solidFill>
          <a:latin typeface="+mn-lt"/>
          <a:ea typeface="+mn-ea"/>
          <a:cs typeface="+mn-cs"/>
        </a:defRPr>
      </a:lvl2pPr>
      <a:lvl3pPr marL="950188" algn="l" defTabSz="950188" rtl="0" eaLnBrk="1" latinLnBrk="0" hangingPunct="1">
        <a:defRPr kumimoji="1" sz="1870" kern="1200">
          <a:solidFill>
            <a:schemeClr val="tx1"/>
          </a:solidFill>
          <a:latin typeface="+mn-lt"/>
          <a:ea typeface="+mn-ea"/>
          <a:cs typeface="+mn-cs"/>
        </a:defRPr>
      </a:lvl3pPr>
      <a:lvl4pPr marL="1425282" algn="l" defTabSz="950188" rtl="0" eaLnBrk="1" latinLnBrk="0" hangingPunct="1">
        <a:defRPr kumimoji="1" sz="1870" kern="1200">
          <a:solidFill>
            <a:schemeClr val="tx1"/>
          </a:solidFill>
          <a:latin typeface="+mn-lt"/>
          <a:ea typeface="+mn-ea"/>
          <a:cs typeface="+mn-cs"/>
        </a:defRPr>
      </a:lvl4pPr>
      <a:lvl5pPr marL="1900376" algn="l" defTabSz="950188" rtl="0" eaLnBrk="1" latinLnBrk="0" hangingPunct="1">
        <a:defRPr kumimoji="1" sz="1870" kern="1200">
          <a:solidFill>
            <a:schemeClr val="tx1"/>
          </a:solidFill>
          <a:latin typeface="+mn-lt"/>
          <a:ea typeface="+mn-ea"/>
          <a:cs typeface="+mn-cs"/>
        </a:defRPr>
      </a:lvl5pPr>
      <a:lvl6pPr marL="2375470" algn="l" defTabSz="950188" rtl="0" eaLnBrk="1" latinLnBrk="0" hangingPunct="1">
        <a:defRPr kumimoji="1" sz="1870" kern="1200">
          <a:solidFill>
            <a:schemeClr val="tx1"/>
          </a:solidFill>
          <a:latin typeface="+mn-lt"/>
          <a:ea typeface="+mn-ea"/>
          <a:cs typeface="+mn-cs"/>
        </a:defRPr>
      </a:lvl6pPr>
      <a:lvl7pPr marL="2850564" algn="l" defTabSz="950188" rtl="0" eaLnBrk="1" latinLnBrk="0" hangingPunct="1">
        <a:defRPr kumimoji="1" sz="1870" kern="1200">
          <a:solidFill>
            <a:schemeClr val="tx1"/>
          </a:solidFill>
          <a:latin typeface="+mn-lt"/>
          <a:ea typeface="+mn-ea"/>
          <a:cs typeface="+mn-cs"/>
        </a:defRPr>
      </a:lvl7pPr>
      <a:lvl8pPr marL="3325658" algn="l" defTabSz="950188" rtl="0" eaLnBrk="1" latinLnBrk="0" hangingPunct="1">
        <a:defRPr kumimoji="1" sz="1870" kern="1200">
          <a:solidFill>
            <a:schemeClr val="tx1"/>
          </a:solidFill>
          <a:latin typeface="+mn-lt"/>
          <a:ea typeface="+mn-ea"/>
          <a:cs typeface="+mn-cs"/>
        </a:defRPr>
      </a:lvl8pPr>
      <a:lvl9pPr marL="3800751" algn="l" defTabSz="950188" rtl="0" eaLnBrk="1" latinLnBrk="0" hangingPunct="1">
        <a:defRPr kumimoji="1" sz="187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1" userDrawn="1">
          <p15:clr>
            <a:srgbClr val="F26B43"/>
          </p15:clr>
        </p15:guide>
        <p15:guide id="2" pos="317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diagramColors" Target="../diagrams/colors2.xml"/><Relationship Id="rId18" Type="http://schemas.openxmlformats.org/officeDocument/2006/relationships/diagramColors" Target="../diagrams/colors3.xml"/><Relationship Id="rId3" Type="http://schemas.openxmlformats.org/officeDocument/2006/relationships/image" Target="../media/image5.jpeg"/><Relationship Id="rId21" Type="http://schemas.openxmlformats.org/officeDocument/2006/relationships/diagramLayout" Target="../diagrams/layout4.xml"/><Relationship Id="rId7" Type="http://schemas.openxmlformats.org/officeDocument/2006/relationships/diagramQuickStyle" Target="../diagrams/quickStyle1.xml"/><Relationship Id="rId12" Type="http://schemas.openxmlformats.org/officeDocument/2006/relationships/diagramQuickStyle" Target="../diagrams/quickStyle2.xml"/><Relationship Id="rId17" Type="http://schemas.openxmlformats.org/officeDocument/2006/relationships/diagramQuickStyle" Target="../diagrams/quickStyle3.xml"/><Relationship Id="rId2" Type="http://schemas.openxmlformats.org/officeDocument/2006/relationships/image" Target="../media/image4.png"/><Relationship Id="rId16" Type="http://schemas.openxmlformats.org/officeDocument/2006/relationships/diagramLayout" Target="../diagrams/layout3.xml"/><Relationship Id="rId20" Type="http://schemas.openxmlformats.org/officeDocument/2006/relationships/diagramData" Target="../diagrams/data4.xml"/><Relationship Id="rId1" Type="http://schemas.openxmlformats.org/officeDocument/2006/relationships/slideLayout" Target="../slideLayouts/slideLayout5.xml"/><Relationship Id="rId6" Type="http://schemas.openxmlformats.org/officeDocument/2006/relationships/diagramLayout" Target="../diagrams/layout1.xml"/><Relationship Id="rId11" Type="http://schemas.openxmlformats.org/officeDocument/2006/relationships/diagramLayout" Target="../diagrams/layout2.xml"/><Relationship Id="rId24" Type="http://schemas.microsoft.com/office/2007/relationships/diagramDrawing" Target="../diagrams/drawing4.xml"/><Relationship Id="rId5" Type="http://schemas.openxmlformats.org/officeDocument/2006/relationships/diagramData" Target="../diagrams/data1.xml"/><Relationship Id="rId15" Type="http://schemas.openxmlformats.org/officeDocument/2006/relationships/diagramData" Target="../diagrams/data3.xml"/><Relationship Id="rId23" Type="http://schemas.openxmlformats.org/officeDocument/2006/relationships/diagramColors" Target="../diagrams/colors4.xml"/><Relationship Id="rId10" Type="http://schemas.openxmlformats.org/officeDocument/2006/relationships/diagramData" Target="../diagrams/data2.xml"/><Relationship Id="rId19" Type="http://schemas.microsoft.com/office/2007/relationships/diagramDrawing" Target="../diagrams/drawing3.xml"/><Relationship Id="rId4" Type="http://schemas.openxmlformats.org/officeDocument/2006/relationships/image" Target="../media/image6.emf"/><Relationship Id="rId9" Type="http://schemas.microsoft.com/office/2007/relationships/diagramDrawing" Target="../diagrams/drawing1.xml"/><Relationship Id="rId14" Type="http://schemas.microsoft.com/office/2007/relationships/diagramDrawing" Target="../diagrams/drawing2.xml"/><Relationship Id="rId22"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7.emf"/><Relationship Id="rId5" Type="http://schemas.openxmlformats.org/officeDocument/2006/relationships/package" Target="../embeddings/Microsoft_Excel_Worksheet1.xlsx"/><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png"/><Relationship Id="rId1" Type="http://schemas.openxmlformats.org/officeDocument/2006/relationships/slideLayout" Target="../slideLayouts/slideLayout5.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8.emf"/></Relationships>
</file>

<file path=ppt/slides/_rels/slide12.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image" Target="../media/image13.jpeg"/><Relationship Id="rId7" Type="http://schemas.openxmlformats.org/officeDocument/2006/relationships/image" Target="../media/image16.emf"/><Relationship Id="rId12" Type="http://schemas.openxmlformats.org/officeDocument/2006/relationships/image" Target="../media/image21.emf"/><Relationship Id="rId2" Type="http://schemas.openxmlformats.org/officeDocument/2006/relationships/image" Target="../media/image4.png"/><Relationship Id="rId1" Type="http://schemas.openxmlformats.org/officeDocument/2006/relationships/slideLayout" Target="../slideLayouts/slideLayout5.xml"/><Relationship Id="rId6" Type="http://schemas.openxmlformats.org/officeDocument/2006/relationships/image" Target="../media/image15.emf"/><Relationship Id="rId11" Type="http://schemas.openxmlformats.org/officeDocument/2006/relationships/image" Target="../media/image20.emf"/><Relationship Id="rId5" Type="http://schemas.openxmlformats.org/officeDocument/2006/relationships/image" Target="../media/image14.jpeg"/><Relationship Id="rId10" Type="http://schemas.openxmlformats.org/officeDocument/2006/relationships/image" Target="../media/image19.emf"/><Relationship Id="rId4" Type="http://schemas.openxmlformats.org/officeDocument/2006/relationships/image" Target="../media/image9.jpeg"/><Relationship Id="rId9" Type="http://schemas.openxmlformats.org/officeDocument/2006/relationships/image" Target="../media/image18.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10275A-F8E1-BB95-61A7-FF5E52C474B8}"/>
              </a:ext>
            </a:extLst>
          </p:cNvPr>
          <p:cNvSpPr>
            <a:spLocks noGrp="1"/>
          </p:cNvSpPr>
          <p:nvPr>
            <p:ph type="title"/>
          </p:nvPr>
        </p:nvSpPr>
        <p:spPr>
          <a:xfrm>
            <a:off x="1013053" y="2323453"/>
            <a:ext cx="7502134" cy="383182"/>
          </a:xfrm>
        </p:spPr>
        <p:txBody>
          <a:bodyPr/>
          <a:lstStyle/>
          <a:p>
            <a:r>
              <a:rPr lang="en-US" altLang="ja-JP" sz="2000" dirty="0"/>
              <a:t>MTBJ</a:t>
            </a:r>
            <a:r>
              <a:rPr lang="ja-JP" altLang="en-US" sz="2000" dirty="0"/>
              <a:t>全体像ならびに業務企画推進部と担当業務について</a:t>
            </a:r>
            <a:endParaRPr kumimoji="1" lang="ja-JP" altLang="en-US" sz="2000" dirty="0"/>
          </a:p>
        </p:txBody>
      </p:sp>
      <p:sp>
        <p:nvSpPr>
          <p:cNvPr id="5" name="テキスト プレースホルダー 4">
            <a:extLst>
              <a:ext uri="{FF2B5EF4-FFF2-40B4-BE49-F238E27FC236}">
                <a16:creationId xmlns:a16="http://schemas.microsoft.com/office/drawing/2014/main" id="{C8346C48-AFCF-2B3D-40E5-A4BFB020CAA9}"/>
              </a:ext>
            </a:extLst>
          </p:cNvPr>
          <p:cNvSpPr>
            <a:spLocks noGrp="1"/>
          </p:cNvSpPr>
          <p:nvPr>
            <p:ph type="body" sz="quarter" idx="12"/>
          </p:nvPr>
        </p:nvSpPr>
        <p:spPr>
          <a:xfrm>
            <a:off x="1836239" y="3990548"/>
            <a:ext cx="4319773" cy="217624"/>
          </a:xfrm>
        </p:spPr>
        <p:txBody>
          <a:bodyPr/>
          <a:lstStyle/>
          <a:p>
            <a:r>
              <a:rPr lang="en-US" altLang="ja-JP" dirty="0"/>
              <a:t>2025</a:t>
            </a:r>
            <a:r>
              <a:rPr lang="ja-JP" altLang="en-US" dirty="0"/>
              <a:t>年４月</a:t>
            </a:r>
            <a:endParaRPr kumimoji="1" lang="ja-JP" altLang="en-US" dirty="0"/>
          </a:p>
        </p:txBody>
      </p:sp>
      <p:sp>
        <p:nvSpPr>
          <p:cNvPr id="6" name="テキスト プレースホルダー 5">
            <a:extLst>
              <a:ext uri="{FF2B5EF4-FFF2-40B4-BE49-F238E27FC236}">
                <a16:creationId xmlns:a16="http://schemas.microsoft.com/office/drawing/2014/main" id="{E4E380E0-30B3-5FDE-0DB0-FE410ECB0381}"/>
              </a:ext>
            </a:extLst>
          </p:cNvPr>
          <p:cNvSpPr>
            <a:spLocks noGrp="1"/>
          </p:cNvSpPr>
          <p:nvPr>
            <p:ph type="body" sz="quarter" idx="13"/>
          </p:nvPr>
        </p:nvSpPr>
        <p:spPr>
          <a:xfrm>
            <a:off x="1836239" y="4211937"/>
            <a:ext cx="2699859" cy="217624"/>
          </a:xfrm>
        </p:spPr>
        <p:txBody>
          <a:bodyPr/>
          <a:lstStyle/>
          <a:p>
            <a:r>
              <a:rPr lang="ja-JP" altLang="en-US" dirty="0"/>
              <a:t>業務企画推進部</a:t>
            </a:r>
          </a:p>
        </p:txBody>
      </p:sp>
      <p:sp>
        <p:nvSpPr>
          <p:cNvPr id="13" name="テキスト プレースホルダー 12">
            <a:extLst>
              <a:ext uri="{FF2B5EF4-FFF2-40B4-BE49-F238E27FC236}">
                <a16:creationId xmlns:a16="http://schemas.microsoft.com/office/drawing/2014/main" id="{74F24243-1E4F-F6C2-A879-B85CAC3AA529}"/>
              </a:ext>
            </a:extLst>
          </p:cNvPr>
          <p:cNvSpPr>
            <a:spLocks noGrp="1"/>
          </p:cNvSpPr>
          <p:nvPr>
            <p:ph type="body" sz="quarter" idx="10"/>
          </p:nvPr>
        </p:nvSpPr>
        <p:spPr>
          <a:xfrm>
            <a:off x="1004827" y="2795913"/>
            <a:ext cx="4201444" cy="217624"/>
          </a:xfrm>
        </p:spPr>
        <p:txBody>
          <a:bodyPr/>
          <a:lstStyle/>
          <a:p>
            <a:r>
              <a:rPr lang="en-US" altLang="ja-JP" dirty="0"/>
              <a:t>2025</a:t>
            </a:r>
            <a:r>
              <a:rPr lang="zh-TW" altLang="en-US" dirty="0"/>
              <a:t>年度新入社員研修</a:t>
            </a:r>
            <a:endParaRPr lang="ja-JP" altLang="en-US" dirty="0"/>
          </a:p>
        </p:txBody>
      </p:sp>
    </p:spTree>
    <p:extLst>
      <p:ext uri="{BB962C8B-B14F-4D97-AF65-F5344CB8AC3E}">
        <p14:creationId xmlns:p14="http://schemas.microsoft.com/office/powerpoint/2010/main" val="1361939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91862C4-14CA-B069-F390-CE71D6B47862}"/>
              </a:ext>
            </a:extLst>
          </p:cNvPr>
          <p:cNvSpPr>
            <a:spLocks noGrp="1"/>
          </p:cNvSpPr>
          <p:nvPr>
            <p:ph type="sldNum" sz="quarter" idx="13"/>
          </p:nvPr>
        </p:nvSpPr>
        <p:spPr/>
        <p:txBody>
          <a:bodyPr/>
          <a:lstStyle/>
          <a:p>
            <a:fld id="{9BF854DB-42D3-EE44-9486-1E8138C63EFC}" type="slidenum">
              <a:rPr lang="ja-JP" altLang="en-US" smtClean="0"/>
              <a:pPr/>
              <a:t>1</a:t>
            </a:fld>
            <a:endParaRPr lang="ja-JP" altLang="en-US"/>
          </a:p>
        </p:txBody>
      </p:sp>
      <p:sp>
        <p:nvSpPr>
          <p:cNvPr id="11" name="テキスト ボックス 1">
            <a:extLst>
              <a:ext uri="{FF2B5EF4-FFF2-40B4-BE49-F238E27FC236}">
                <a16:creationId xmlns:a16="http://schemas.microsoft.com/office/drawing/2014/main" id="{A496480A-E4A8-4702-8E58-7B70C5683E97}"/>
              </a:ext>
            </a:extLst>
          </p:cNvPr>
          <p:cNvSpPr txBox="1"/>
          <p:nvPr/>
        </p:nvSpPr>
        <p:spPr>
          <a:xfrm>
            <a:off x="5206632" y="2085798"/>
            <a:ext cx="4447695" cy="4219231"/>
          </a:xfrm>
          <a:prstGeom prst="rect">
            <a:avLst/>
          </a:prstGeom>
          <a:solidFill>
            <a:srgbClr val="E8ECEB"/>
          </a:solidFill>
          <a:ln w="9525" cmpd="sng">
            <a:noFill/>
          </a:ln>
          <a:effectLst>
            <a:outerShdw blurRad="50800" dist="152400" dir="2700000" algn="tl"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wrap="square" lIns="169684"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altLang="ja-JP" sz="3771">
              <a:solidFill>
                <a:schemeClr val="tx1"/>
              </a:solidFill>
              <a:latin typeface="+mn-ea"/>
              <a:cs typeface="Tahoma" panose="020B0604030504040204" pitchFamily="34" charset="0"/>
            </a:endParaRPr>
          </a:p>
        </p:txBody>
      </p:sp>
      <p:sp>
        <p:nvSpPr>
          <p:cNvPr id="21" name="テキスト ボックス 2">
            <a:extLst>
              <a:ext uri="{FF2B5EF4-FFF2-40B4-BE49-F238E27FC236}">
                <a16:creationId xmlns:a16="http://schemas.microsoft.com/office/drawing/2014/main" id="{AB3A4E32-0228-489B-B5EA-A86BE846D32A}"/>
              </a:ext>
            </a:extLst>
          </p:cNvPr>
          <p:cNvSpPr txBox="1"/>
          <p:nvPr/>
        </p:nvSpPr>
        <p:spPr>
          <a:xfrm>
            <a:off x="529142" y="2085798"/>
            <a:ext cx="4447695" cy="4219231"/>
          </a:xfrm>
          <a:prstGeom prst="rect">
            <a:avLst/>
          </a:prstGeom>
          <a:solidFill>
            <a:srgbClr val="406A7A"/>
          </a:solidFill>
          <a:ln w="9525" cmpd="sng">
            <a:noFill/>
          </a:ln>
          <a:effectLst>
            <a:outerShdw blurRad="50800" dist="152400" dir="2700000" algn="tl"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wrap="square" lIns="169684"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ja-JP" altLang="en-US" sz="3771">
                <a:solidFill>
                  <a:schemeClr val="bg1"/>
                </a:solidFill>
                <a:latin typeface="+mn-ea"/>
                <a:cs typeface="Tahoma" panose="020B0604030504040204" pitchFamily="34" charset="0"/>
              </a:rPr>
              <a:t>会社概要</a:t>
            </a:r>
          </a:p>
        </p:txBody>
      </p:sp>
    </p:spTree>
    <p:extLst>
      <p:ext uri="{BB962C8B-B14F-4D97-AF65-F5344CB8AC3E}">
        <p14:creationId xmlns:p14="http://schemas.microsoft.com/office/powerpoint/2010/main" val="1965605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図形, 円&#10;&#10;自動的に生成された説明">
            <a:extLst>
              <a:ext uri="{FF2B5EF4-FFF2-40B4-BE49-F238E27FC236}">
                <a16:creationId xmlns:a16="http://schemas.microsoft.com/office/drawing/2014/main" id="{88911EB9-3C35-860F-F154-71F392CB4714}"/>
              </a:ext>
            </a:extLst>
          </p:cNvPr>
          <p:cNvPicPr>
            <a:picLocks noChangeAspect="1"/>
          </p:cNvPicPr>
          <p:nvPr/>
        </p:nvPicPr>
        <p:blipFill>
          <a:blip r:embed="rId2"/>
          <a:stretch>
            <a:fillRect/>
          </a:stretch>
        </p:blipFill>
        <p:spPr>
          <a:xfrm>
            <a:off x="6685364" y="-4743"/>
            <a:ext cx="3393675" cy="3393675"/>
          </a:xfrm>
          <a:prstGeom prst="rect">
            <a:avLst/>
          </a:prstGeom>
        </p:spPr>
      </p:pic>
      <p:sp>
        <p:nvSpPr>
          <p:cNvPr id="2" name="スライド番号プレースホルダー 1">
            <a:extLst>
              <a:ext uri="{FF2B5EF4-FFF2-40B4-BE49-F238E27FC236}">
                <a16:creationId xmlns:a16="http://schemas.microsoft.com/office/drawing/2014/main" id="{8C62D85A-64A2-837E-3F6F-BA9924A18726}"/>
              </a:ext>
            </a:extLst>
          </p:cNvPr>
          <p:cNvSpPr>
            <a:spLocks noGrp="1"/>
          </p:cNvSpPr>
          <p:nvPr>
            <p:ph type="sldNum" sz="quarter" idx="10"/>
          </p:nvPr>
        </p:nvSpPr>
        <p:spPr/>
        <p:txBody>
          <a:bodyPr/>
          <a:lstStyle/>
          <a:p>
            <a:fld id="{9BF854DB-42D3-EE44-9486-1E8138C63EFC}" type="slidenum">
              <a:rPr lang="ja-JP" altLang="en-US" smtClean="0"/>
              <a:pPr/>
              <a:t>2</a:t>
            </a:fld>
            <a:endParaRPr lang="ja-JP" altLang="en-US"/>
          </a:p>
        </p:txBody>
      </p:sp>
      <p:sp>
        <p:nvSpPr>
          <p:cNvPr id="3" name="タイトル 1">
            <a:extLst>
              <a:ext uri="{FF2B5EF4-FFF2-40B4-BE49-F238E27FC236}">
                <a16:creationId xmlns:a16="http://schemas.microsoft.com/office/drawing/2014/main" id="{84D28E6A-7F03-759A-1E87-75A06B40837B}"/>
              </a:ext>
            </a:extLst>
          </p:cNvPr>
          <p:cNvSpPr txBox="1">
            <a:spLocks/>
          </p:cNvSpPr>
          <p:nvPr/>
        </p:nvSpPr>
        <p:spPr>
          <a:xfrm>
            <a:off x="327822" y="618767"/>
            <a:ext cx="9352365" cy="437815"/>
          </a:xfrm>
          <a:prstGeom prst="rect">
            <a:avLst/>
          </a:prstGeom>
        </p:spPr>
        <p:txBody>
          <a:bodyPr>
            <a:noAutofit/>
          </a:bodyP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r>
              <a:rPr lang="en" altLang="ja-JP"/>
              <a:t>MTBJ</a:t>
            </a:r>
            <a:r>
              <a:rPr lang="ja-JP" altLang="en-US"/>
              <a:t>について </a:t>
            </a:r>
            <a:r>
              <a:rPr lang="en-US" altLang="ja-JP"/>
              <a:t>| MUFG</a:t>
            </a:r>
            <a:r>
              <a:rPr lang="ja-JP" altLang="en-US"/>
              <a:t>における立ち位置</a:t>
            </a:r>
          </a:p>
        </p:txBody>
      </p:sp>
      <p:cxnSp>
        <p:nvCxnSpPr>
          <p:cNvPr id="4" name="直線コネクタ 3">
            <a:extLst>
              <a:ext uri="{FF2B5EF4-FFF2-40B4-BE49-F238E27FC236}">
                <a16:creationId xmlns:a16="http://schemas.microsoft.com/office/drawing/2014/main" id="{5B74B43F-C7CE-36D2-7709-2138D57FCBF3}"/>
              </a:ext>
            </a:extLst>
          </p:cNvPr>
          <p:cNvCxnSpPr>
            <a:cxnSpLocks/>
          </p:cNvCxnSpPr>
          <p:nvPr/>
        </p:nvCxnSpPr>
        <p:spPr>
          <a:xfrm>
            <a:off x="417668" y="1123606"/>
            <a:ext cx="926251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タイトル 4">
            <a:extLst>
              <a:ext uri="{FF2B5EF4-FFF2-40B4-BE49-F238E27FC236}">
                <a16:creationId xmlns:a16="http://schemas.microsoft.com/office/drawing/2014/main" id="{AE15C2E7-8281-FF14-066D-DD7B0AAD6315}"/>
              </a:ext>
            </a:extLst>
          </p:cNvPr>
          <p:cNvSpPr txBox="1"/>
          <p:nvPr/>
        </p:nvSpPr>
        <p:spPr>
          <a:xfrm>
            <a:off x="514148" y="5146677"/>
            <a:ext cx="9050740" cy="1572179"/>
          </a:xfrm>
          <a:prstGeom prst="rect">
            <a:avLst/>
          </a:prstGeom>
          <a:solidFill>
            <a:srgbClr val="7A9EAF"/>
          </a:solidFill>
          <a:effectLst>
            <a:reflection stA="20000" endPos="20000" dist="50800" dir="5400000" sy="-100000" algn="bl" rotWithShape="0"/>
          </a:effectLst>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endParaRPr lang="ja-JP" altLang="en-US" sz="2262">
              <a:solidFill>
                <a:schemeClr val="bg1"/>
              </a:solidFill>
            </a:endParaRPr>
          </a:p>
        </p:txBody>
      </p:sp>
      <p:sp>
        <p:nvSpPr>
          <p:cNvPr id="50" name="正方形/長方形 49">
            <a:extLst>
              <a:ext uri="{FF2B5EF4-FFF2-40B4-BE49-F238E27FC236}">
                <a16:creationId xmlns:a16="http://schemas.microsoft.com/office/drawing/2014/main" id="{405F8C8B-DCF0-107A-7233-9E102C435573}"/>
              </a:ext>
            </a:extLst>
          </p:cNvPr>
          <p:cNvSpPr/>
          <p:nvPr/>
        </p:nvSpPr>
        <p:spPr>
          <a:xfrm>
            <a:off x="514148" y="1815303"/>
            <a:ext cx="9050740" cy="323862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885">
              <a:solidFill>
                <a:schemeClr val="accent4"/>
              </a:solidFill>
              <a:latin typeface="+mn-ea"/>
            </a:endParaRPr>
          </a:p>
        </p:txBody>
      </p:sp>
      <p:sp>
        <p:nvSpPr>
          <p:cNvPr id="51" name="Text Box 11">
            <a:extLst>
              <a:ext uri="{FF2B5EF4-FFF2-40B4-BE49-F238E27FC236}">
                <a16:creationId xmlns:a16="http://schemas.microsoft.com/office/drawing/2014/main" id="{615F00E2-5D8B-1CD1-70CD-C473BB41D759}"/>
              </a:ext>
            </a:extLst>
          </p:cNvPr>
          <p:cNvSpPr txBox="1">
            <a:spLocks noChangeArrowheads="1"/>
          </p:cNvSpPr>
          <p:nvPr/>
        </p:nvSpPr>
        <p:spPr bwMode="auto">
          <a:xfrm>
            <a:off x="814112" y="4531868"/>
            <a:ext cx="4024314" cy="478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spcBef>
                <a:spcPts val="283"/>
              </a:spcBef>
              <a:defRPr/>
            </a:pPr>
            <a:r>
              <a:rPr lang="ja-JP" altLang="en-US" sz="1131" b="1">
                <a:solidFill>
                  <a:srgbClr val="595959"/>
                </a:solidFill>
                <a:latin typeface="+mj-ea"/>
                <a:ea typeface="+mj-ea"/>
                <a:cs typeface="HGP創英角ｺﾞｼｯｸUB" charset="0"/>
              </a:rPr>
              <a:t>リテール業務　資産金融業務　不動産業務　証券代行業務</a:t>
            </a:r>
            <a:r>
              <a:rPr lang="en-US" altLang="ja-JP" sz="1131" b="1">
                <a:solidFill>
                  <a:srgbClr val="595959"/>
                </a:solidFill>
                <a:latin typeface="+mj-ea"/>
                <a:ea typeface="+mj-ea"/>
                <a:cs typeface="HGP創英角ｺﾞｼｯｸUB" charset="0"/>
              </a:rPr>
              <a:t> </a:t>
            </a:r>
          </a:p>
          <a:p>
            <a:pPr marL="0" indent="-89792" algn="ctr" defTabSz="862005" eaLnBrk="1" hangingPunct="1">
              <a:spcBef>
                <a:spcPts val="283"/>
              </a:spcBef>
              <a:defRPr/>
            </a:pPr>
            <a:r>
              <a:rPr lang="ja-JP" altLang="en-US" sz="1131" b="1">
                <a:solidFill>
                  <a:srgbClr val="595959"/>
                </a:solidFill>
                <a:latin typeface="+mj-ea"/>
                <a:ea typeface="+mj-ea"/>
                <a:cs typeface="HGP創英角ｺﾞｼｯｸUB" charset="0"/>
              </a:rPr>
              <a:t>市場国際業務　受託財産業務・・・資産運用</a:t>
            </a:r>
          </a:p>
        </p:txBody>
      </p:sp>
      <p:sp>
        <p:nvSpPr>
          <p:cNvPr id="52" name="Text Box 11">
            <a:extLst>
              <a:ext uri="{FF2B5EF4-FFF2-40B4-BE49-F238E27FC236}">
                <a16:creationId xmlns:a16="http://schemas.microsoft.com/office/drawing/2014/main" id="{635E9E27-9451-008F-F559-1FE923D3D49A}"/>
              </a:ext>
            </a:extLst>
          </p:cNvPr>
          <p:cNvSpPr txBox="1">
            <a:spLocks noChangeArrowheads="1"/>
          </p:cNvSpPr>
          <p:nvPr/>
        </p:nvSpPr>
        <p:spPr bwMode="auto">
          <a:xfrm>
            <a:off x="5225029" y="4483860"/>
            <a:ext cx="2538740" cy="295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spcBef>
                <a:spcPts val="283"/>
              </a:spcBef>
              <a:defRPr/>
            </a:pPr>
            <a:r>
              <a:rPr lang="ja-JP" altLang="en-US" sz="1320" b="1">
                <a:solidFill>
                  <a:schemeClr val="accent1"/>
                </a:solidFill>
                <a:latin typeface="+mj-ea"/>
                <a:ea typeface="+mj-ea"/>
                <a:cs typeface="HGP創英角ｺﾞｼｯｸUB" charset="0"/>
              </a:rPr>
              <a:t>受託財産業務・・・資産管理</a:t>
            </a:r>
          </a:p>
        </p:txBody>
      </p:sp>
      <p:cxnSp>
        <p:nvCxnSpPr>
          <p:cNvPr id="53" name="直線コネクタ 52">
            <a:extLst>
              <a:ext uri="{FF2B5EF4-FFF2-40B4-BE49-F238E27FC236}">
                <a16:creationId xmlns:a16="http://schemas.microsoft.com/office/drawing/2014/main" id="{5FD1B2B1-7934-9097-ADBA-6772E89E8A7D}"/>
              </a:ext>
            </a:extLst>
          </p:cNvPr>
          <p:cNvCxnSpPr>
            <a:cxnSpLocks/>
          </p:cNvCxnSpPr>
          <p:nvPr/>
        </p:nvCxnSpPr>
        <p:spPr>
          <a:xfrm>
            <a:off x="6636992" y="4247223"/>
            <a:ext cx="0" cy="241354"/>
          </a:xfrm>
          <a:prstGeom prst="line">
            <a:avLst/>
          </a:prstGeom>
          <a:ln w="6350">
            <a:solidFill>
              <a:schemeClr val="accent1"/>
            </a:solidFill>
            <a:prstDash val="sysDash"/>
          </a:ln>
        </p:spPr>
        <p:style>
          <a:lnRef idx="1">
            <a:schemeClr val="accent1"/>
          </a:lnRef>
          <a:fillRef idx="0">
            <a:schemeClr val="accent1"/>
          </a:fillRef>
          <a:effectRef idx="0">
            <a:schemeClr val="accent1"/>
          </a:effectRef>
          <a:fontRef idx="minor">
            <a:schemeClr val="tx1"/>
          </a:fontRef>
        </p:style>
      </p:cxnSp>
      <p:grpSp>
        <p:nvGrpSpPr>
          <p:cNvPr id="54" name="グループ化 53">
            <a:extLst>
              <a:ext uri="{FF2B5EF4-FFF2-40B4-BE49-F238E27FC236}">
                <a16:creationId xmlns:a16="http://schemas.microsoft.com/office/drawing/2014/main" id="{E549900A-4241-2C2A-F95B-2C57DBD99D19}"/>
              </a:ext>
            </a:extLst>
          </p:cNvPr>
          <p:cNvGrpSpPr/>
          <p:nvPr/>
        </p:nvGrpSpPr>
        <p:grpSpPr>
          <a:xfrm>
            <a:off x="623388" y="2924030"/>
            <a:ext cx="2105048" cy="678735"/>
            <a:chOff x="554981" y="2468107"/>
            <a:chExt cx="2233029" cy="720000"/>
          </a:xfrm>
        </p:grpSpPr>
        <p:sp>
          <p:nvSpPr>
            <p:cNvPr id="55" name="Text Box 11">
              <a:extLst>
                <a:ext uri="{FF2B5EF4-FFF2-40B4-BE49-F238E27FC236}">
                  <a16:creationId xmlns:a16="http://schemas.microsoft.com/office/drawing/2014/main" id="{56981A2A-3B80-FE01-95C3-51512619B39E}"/>
                </a:ext>
              </a:extLst>
            </p:cNvPr>
            <p:cNvSpPr txBox="1">
              <a:spLocks noChangeArrowheads="1"/>
            </p:cNvSpPr>
            <p:nvPr/>
          </p:nvSpPr>
          <p:spPr bwMode="auto">
            <a:xfrm>
              <a:off x="945363" y="2550865"/>
              <a:ext cx="1842647" cy="523220"/>
            </a:xfrm>
            <a:prstGeom prst="rect">
              <a:avLst/>
            </a:prstGeom>
            <a:solidFill>
              <a:schemeClr val="bg1"/>
            </a:solidFill>
            <a:ln>
              <a:solidFill>
                <a:schemeClr val="accent4"/>
              </a:solidFill>
            </a:ln>
          </p:spPr>
          <p:txBody>
            <a:bodyPr wrap="square" anchor="ctr">
              <a:no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en-US" altLang="ja-JP" sz="1131">
                  <a:solidFill>
                    <a:schemeClr val="accent4"/>
                  </a:solidFill>
                  <a:latin typeface="+mj-ea"/>
                  <a:ea typeface="+mj-ea"/>
                  <a:cs typeface="HGP創英角ｺﾞｼｯｸUB" charset="0"/>
                </a:rPr>
                <a:t>      </a:t>
              </a:r>
              <a:r>
                <a:rPr lang="ja-JP" altLang="en-US" sz="1131">
                  <a:solidFill>
                    <a:schemeClr val="accent4"/>
                  </a:solidFill>
                  <a:latin typeface="+mj-ea"/>
                  <a:ea typeface="+mj-ea"/>
                  <a:cs typeface="HGP創英角ｺﾞｼｯｸUB" charset="0"/>
                </a:rPr>
                <a:t>三菱</a:t>
              </a:r>
              <a:r>
                <a:rPr lang="en" altLang="ja-JP" sz="1131">
                  <a:solidFill>
                    <a:schemeClr val="accent4"/>
                  </a:solidFill>
                  <a:latin typeface="+mj-ea"/>
                  <a:ea typeface="+mj-ea"/>
                  <a:cs typeface="HGP創英角ｺﾞｼｯｸUB" charset="0"/>
                </a:rPr>
                <a:t>UFJ</a:t>
              </a:r>
              <a:r>
                <a:rPr lang="ja-JP" altLang="en-US" sz="1131">
                  <a:solidFill>
                    <a:schemeClr val="accent4"/>
                  </a:solidFill>
                  <a:latin typeface="+mj-ea"/>
                  <a:ea typeface="+mj-ea"/>
                  <a:cs typeface="HGP創英角ｺﾞｼｯｸUB" charset="0"/>
                </a:rPr>
                <a:t>キャピタル</a:t>
              </a:r>
            </a:p>
          </p:txBody>
        </p:sp>
        <p:sp>
          <p:nvSpPr>
            <p:cNvPr id="56" name="円/楕円 191">
              <a:extLst>
                <a:ext uri="{FF2B5EF4-FFF2-40B4-BE49-F238E27FC236}">
                  <a16:creationId xmlns:a16="http://schemas.microsoft.com/office/drawing/2014/main" id="{95BD594D-7313-442D-4AA1-9FA9A3A903FE}"/>
                </a:ext>
              </a:extLst>
            </p:cNvPr>
            <p:cNvSpPr/>
            <p:nvPr/>
          </p:nvSpPr>
          <p:spPr>
            <a:xfrm>
              <a:off x="554981" y="2468107"/>
              <a:ext cx="720000" cy="72000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131" b="1">
                <a:solidFill>
                  <a:schemeClr val="bg1"/>
                </a:solidFill>
              </a:endParaRPr>
            </a:p>
          </p:txBody>
        </p:sp>
      </p:grpSp>
      <p:grpSp>
        <p:nvGrpSpPr>
          <p:cNvPr id="57" name="グループ化 56">
            <a:extLst>
              <a:ext uri="{FF2B5EF4-FFF2-40B4-BE49-F238E27FC236}">
                <a16:creationId xmlns:a16="http://schemas.microsoft.com/office/drawing/2014/main" id="{1019B52C-7A8F-602B-0FDE-C21AE4663E4A}"/>
              </a:ext>
            </a:extLst>
          </p:cNvPr>
          <p:cNvGrpSpPr/>
          <p:nvPr/>
        </p:nvGrpSpPr>
        <p:grpSpPr>
          <a:xfrm>
            <a:off x="1081521" y="2111583"/>
            <a:ext cx="2324750" cy="678735"/>
            <a:chOff x="1583209" y="1606265"/>
            <a:chExt cx="2466088" cy="720000"/>
          </a:xfrm>
        </p:grpSpPr>
        <p:sp>
          <p:nvSpPr>
            <p:cNvPr id="58" name="Text Box 11">
              <a:extLst>
                <a:ext uri="{FF2B5EF4-FFF2-40B4-BE49-F238E27FC236}">
                  <a16:creationId xmlns:a16="http://schemas.microsoft.com/office/drawing/2014/main" id="{D6A18FDD-4ACE-0E30-BA93-0AD9814542EF}"/>
                </a:ext>
              </a:extLst>
            </p:cNvPr>
            <p:cNvSpPr txBox="1">
              <a:spLocks noChangeArrowheads="1"/>
            </p:cNvSpPr>
            <p:nvPr/>
          </p:nvSpPr>
          <p:spPr bwMode="auto">
            <a:xfrm>
              <a:off x="2098537" y="1704655"/>
              <a:ext cx="1950760" cy="523220"/>
            </a:xfrm>
            <a:prstGeom prst="rect">
              <a:avLst/>
            </a:prstGeom>
            <a:solidFill>
              <a:schemeClr val="bg1"/>
            </a:solidFill>
            <a:ln>
              <a:solidFill>
                <a:schemeClr val="accent4"/>
              </a:solidFill>
            </a:ln>
          </p:spPr>
          <p:txBody>
            <a:bodyPr wrap="square" anchor="ctr">
              <a:no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ja-JP" altLang="en-US" sz="1131">
                  <a:solidFill>
                    <a:schemeClr val="accent4"/>
                  </a:solidFill>
                  <a:latin typeface="+mj-ea"/>
                  <a:ea typeface="+mj-ea"/>
                  <a:cs typeface="HGP創英角ｺﾞｼｯｸUB" charset="0"/>
                </a:rPr>
                <a:t>三菱</a:t>
              </a:r>
              <a:r>
                <a:rPr lang="en" altLang="ja-JP" sz="1131">
                  <a:solidFill>
                    <a:schemeClr val="accent4"/>
                  </a:solidFill>
                  <a:latin typeface="+mj-ea"/>
                  <a:ea typeface="+mj-ea"/>
                  <a:cs typeface="HGP創英角ｺﾞｼｯｸUB" charset="0"/>
                </a:rPr>
                <a:t>UFJ</a:t>
              </a:r>
              <a:r>
                <a:rPr lang="ja-JP" altLang="en-US" sz="1131">
                  <a:solidFill>
                    <a:schemeClr val="accent4"/>
                  </a:solidFill>
                  <a:latin typeface="+mj-ea"/>
                  <a:ea typeface="+mj-ea"/>
                  <a:cs typeface="HGP創英角ｺﾞｼｯｸUB" charset="0"/>
                </a:rPr>
                <a:t>銀行</a:t>
              </a:r>
            </a:p>
          </p:txBody>
        </p:sp>
        <p:sp>
          <p:nvSpPr>
            <p:cNvPr id="59" name="円/楕円 192">
              <a:extLst>
                <a:ext uri="{FF2B5EF4-FFF2-40B4-BE49-F238E27FC236}">
                  <a16:creationId xmlns:a16="http://schemas.microsoft.com/office/drawing/2014/main" id="{BA473BCA-E128-CF39-90DE-675FCEAB4ECE}"/>
                </a:ext>
              </a:extLst>
            </p:cNvPr>
            <p:cNvSpPr/>
            <p:nvPr/>
          </p:nvSpPr>
          <p:spPr>
            <a:xfrm>
              <a:off x="1583209" y="1606265"/>
              <a:ext cx="720000" cy="72000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31" b="1">
                  <a:solidFill>
                    <a:schemeClr val="bg1"/>
                  </a:solidFill>
                </a:rPr>
                <a:t>銀行</a:t>
              </a:r>
            </a:p>
          </p:txBody>
        </p:sp>
      </p:grpSp>
      <p:grpSp>
        <p:nvGrpSpPr>
          <p:cNvPr id="60" name="グループ化 59">
            <a:extLst>
              <a:ext uri="{FF2B5EF4-FFF2-40B4-BE49-F238E27FC236}">
                <a16:creationId xmlns:a16="http://schemas.microsoft.com/office/drawing/2014/main" id="{68C244DE-4E36-10BD-1FAA-31A4C4E7BC2D}"/>
              </a:ext>
            </a:extLst>
          </p:cNvPr>
          <p:cNvGrpSpPr/>
          <p:nvPr/>
        </p:nvGrpSpPr>
        <p:grpSpPr>
          <a:xfrm>
            <a:off x="3748740" y="2128670"/>
            <a:ext cx="2508707" cy="678735"/>
            <a:chOff x="4412586" y="1614111"/>
            <a:chExt cx="2661229" cy="720000"/>
          </a:xfrm>
        </p:grpSpPr>
        <p:sp>
          <p:nvSpPr>
            <p:cNvPr id="61" name="Text Box 11">
              <a:extLst>
                <a:ext uri="{FF2B5EF4-FFF2-40B4-BE49-F238E27FC236}">
                  <a16:creationId xmlns:a16="http://schemas.microsoft.com/office/drawing/2014/main" id="{C3FBACE7-2182-A920-FA8C-8D93CE613207}"/>
                </a:ext>
              </a:extLst>
            </p:cNvPr>
            <p:cNvSpPr txBox="1">
              <a:spLocks noChangeArrowheads="1"/>
            </p:cNvSpPr>
            <p:nvPr/>
          </p:nvSpPr>
          <p:spPr bwMode="auto">
            <a:xfrm>
              <a:off x="4904293" y="1704655"/>
              <a:ext cx="2169522" cy="523220"/>
            </a:xfrm>
            <a:prstGeom prst="rect">
              <a:avLst/>
            </a:prstGeom>
            <a:solidFill>
              <a:schemeClr val="bg1"/>
            </a:solidFill>
            <a:ln>
              <a:solidFill>
                <a:schemeClr val="accent4"/>
              </a:solidFill>
            </a:ln>
          </p:spPr>
          <p:txBody>
            <a:bodyPr wrap="square" anchor="ctr">
              <a:no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ja-JP" altLang="en-US" sz="1131">
                  <a:solidFill>
                    <a:schemeClr val="accent4"/>
                  </a:solidFill>
                  <a:latin typeface="+mj-ea"/>
                  <a:ea typeface="+mj-ea"/>
                  <a:cs typeface="HGP創英角ｺﾞｼｯｸUB" charset="0"/>
                </a:rPr>
                <a:t>三菱</a:t>
              </a:r>
              <a:r>
                <a:rPr lang="en" altLang="ja-JP" sz="1131">
                  <a:solidFill>
                    <a:schemeClr val="accent4"/>
                  </a:solidFill>
                  <a:latin typeface="+mj-ea"/>
                  <a:ea typeface="+mj-ea"/>
                  <a:cs typeface="HGP創英角ｺﾞｼｯｸUB" charset="0"/>
                </a:rPr>
                <a:t>UFJ</a:t>
              </a:r>
              <a:r>
                <a:rPr lang="ja-JP" altLang="en-US" sz="1131">
                  <a:solidFill>
                    <a:schemeClr val="accent4"/>
                  </a:solidFill>
                  <a:latin typeface="+mj-ea"/>
                  <a:ea typeface="+mj-ea"/>
                  <a:cs typeface="HGP創英角ｺﾞｼｯｸUB" charset="0"/>
                </a:rPr>
                <a:t>証券</a:t>
              </a:r>
            </a:p>
            <a:p>
              <a:pPr marL="0" indent="-89792" algn="ctr" defTabSz="862005" eaLnBrk="1" hangingPunct="1">
                <a:defRPr/>
              </a:pPr>
              <a:r>
                <a:rPr lang="ja-JP" altLang="en-US" sz="1131">
                  <a:solidFill>
                    <a:schemeClr val="accent4"/>
                  </a:solidFill>
                  <a:latin typeface="+mj-ea"/>
                  <a:ea typeface="+mj-ea"/>
                  <a:cs typeface="HGP創英角ｺﾞｼｯｸUB" charset="0"/>
                </a:rPr>
                <a:t>ホールディングス</a:t>
              </a:r>
            </a:p>
          </p:txBody>
        </p:sp>
        <p:sp>
          <p:nvSpPr>
            <p:cNvPr id="62" name="円/楕円 193">
              <a:extLst>
                <a:ext uri="{FF2B5EF4-FFF2-40B4-BE49-F238E27FC236}">
                  <a16:creationId xmlns:a16="http://schemas.microsoft.com/office/drawing/2014/main" id="{46EF88B7-8D24-C9E9-0BDC-9FDDF6321472}"/>
                </a:ext>
              </a:extLst>
            </p:cNvPr>
            <p:cNvSpPr/>
            <p:nvPr/>
          </p:nvSpPr>
          <p:spPr>
            <a:xfrm>
              <a:off x="4412586" y="1614111"/>
              <a:ext cx="720000" cy="72000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31" b="1">
                  <a:solidFill>
                    <a:schemeClr val="bg1"/>
                  </a:solidFill>
                </a:rPr>
                <a:t>証券</a:t>
              </a:r>
            </a:p>
          </p:txBody>
        </p:sp>
      </p:grpSp>
      <p:grpSp>
        <p:nvGrpSpPr>
          <p:cNvPr id="63" name="グループ化 62">
            <a:extLst>
              <a:ext uri="{FF2B5EF4-FFF2-40B4-BE49-F238E27FC236}">
                <a16:creationId xmlns:a16="http://schemas.microsoft.com/office/drawing/2014/main" id="{18D8CC82-8E42-4538-4A50-2DDC822FD649}"/>
              </a:ext>
            </a:extLst>
          </p:cNvPr>
          <p:cNvGrpSpPr/>
          <p:nvPr/>
        </p:nvGrpSpPr>
        <p:grpSpPr>
          <a:xfrm>
            <a:off x="6565637" y="2127994"/>
            <a:ext cx="2392571" cy="678735"/>
            <a:chOff x="7400742" y="1623674"/>
            <a:chExt cx="2538032" cy="720000"/>
          </a:xfrm>
        </p:grpSpPr>
        <p:sp>
          <p:nvSpPr>
            <p:cNvPr id="64" name="Text Box 11">
              <a:extLst>
                <a:ext uri="{FF2B5EF4-FFF2-40B4-BE49-F238E27FC236}">
                  <a16:creationId xmlns:a16="http://schemas.microsoft.com/office/drawing/2014/main" id="{D51B5B12-5FA1-74A1-F504-06B2A9973089}"/>
                </a:ext>
              </a:extLst>
            </p:cNvPr>
            <p:cNvSpPr txBox="1">
              <a:spLocks noChangeArrowheads="1"/>
            </p:cNvSpPr>
            <p:nvPr/>
          </p:nvSpPr>
          <p:spPr bwMode="auto">
            <a:xfrm>
              <a:off x="7903914" y="1704655"/>
              <a:ext cx="2034860" cy="523220"/>
            </a:xfrm>
            <a:prstGeom prst="rect">
              <a:avLst/>
            </a:prstGeom>
            <a:solidFill>
              <a:schemeClr val="bg1"/>
            </a:solidFill>
            <a:ln>
              <a:solidFill>
                <a:schemeClr val="accent4"/>
              </a:solidFill>
            </a:ln>
          </p:spPr>
          <p:txBody>
            <a:bodyPr wrap="square" anchor="ctr">
              <a:no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ja-JP" altLang="en-US" sz="1131">
                  <a:solidFill>
                    <a:schemeClr val="accent4"/>
                  </a:solidFill>
                  <a:latin typeface="+mj-ea"/>
                  <a:ea typeface="+mj-ea"/>
                  <a:cs typeface="HGP創英角ｺﾞｼｯｸUB" charset="0"/>
                </a:rPr>
                <a:t>三菱</a:t>
              </a:r>
              <a:r>
                <a:rPr lang="en" altLang="ja-JP" sz="1131">
                  <a:solidFill>
                    <a:schemeClr val="accent4"/>
                  </a:solidFill>
                  <a:latin typeface="+mj-ea"/>
                  <a:ea typeface="+mj-ea"/>
                  <a:cs typeface="HGP創英角ｺﾞｼｯｸUB" charset="0"/>
                </a:rPr>
                <a:t>UFJ</a:t>
              </a:r>
            </a:p>
            <a:p>
              <a:pPr marL="0" indent="-89792" algn="ctr" defTabSz="862005" eaLnBrk="1" hangingPunct="1">
                <a:defRPr/>
              </a:pPr>
              <a:r>
                <a:rPr lang="ja-JP" altLang="en-US" sz="1131">
                  <a:solidFill>
                    <a:schemeClr val="accent4"/>
                  </a:solidFill>
                  <a:latin typeface="+mj-ea"/>
                  <a:ea typeface="+mj-ea"/>
                  <a:cs typeface="HGP創英角ｺﾞｼｯｸUB" charset="0"/>
                </a:rPr>
                <a:t>アセットマネジメント</a:t>
              </a:r>
            </a:p>
          </p:txBody>
        </p:sp>
        <p:sp>
          <p:nvSpPr>
            <p:cNvPr id="65" name="円/楕円 194">
              <a:extLst>
                <a:ext uri="{FF2B5EF4-FFF2-40B4-BE49-F238E27FC236}">
                  <a16:creationId xmlns:a16="http://schemas.microsoft.com/office/drawing/2014/main" id="{D78B34BC-E295-30AB-0CE0-C981C7D6C73C}"/>
                </a:ext>
              </a:extLst>
            </p:cNvPr>
            <p:cNvSpPr/>
            <p:nvPr/>
          </p:nvSpPr>
          <p:spPr>
            <a:xfrm>
              <a:off x="7400742" y="1623674"/>
              <a:ext cx="720000" cy="72000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31" b="1">
                  <a:solidFill>
                    <a:schemeClr val="bg1"/>
                  </a:solidFill>
                </a:rPr>
                <a:t>資産</a:t>
              </a:r>
              <a:endParaRPr lang="en-US" altLang="ja-JP" sz="1131" b="1">
                <a:solidFill>
                  <a:schemeClr val="bg1"/>
                </a:solidFill>
              </a:endParaRPr>
            </a:p>
            <a:p>
              <a:pPr algn="ctr"/>
              <a:r>
                <a:rPr lang="ja-JP" altLang="en-US" sz="1131" b="1">
                  <a:solidFill>
                    <a:schemeClr val="bg1"/>
                  </a:solidFill>
                </a:rPr>
                <a:t>運用</a:t>
              </a:r>
            </a:p>
          </p:txBody>
        </p:sp>
      </p:grpSp>
      <p:grpSp>
        <p:nvGrpSpPr>
          <p:cNvPr id="66" name="グループ化 65">
            <a:extLst>
              <a:ext uri="{FF2B5EF4-FFF2-40B4-BE49-F238E27FC236}">
                <a16:creationId xmlns:a16="http://schemas.microsoft.com/office/drawing/2014/main" id="{AC0FC6EA-B7E0-8B2E-A74D-5F2982E2B6A7}"/>
              </a:ext>
            </a:extLst>
          </p:cNvPr>
          <p:cNvGrpSpPr/>
          <p:nvPr/>
        </p:nvGrpSpPr>
        <p:grpSpPr>
          <a:xfrm>
            <a:off x="2847253" y="2924030"/>
            <a:ext cx="1815916" cy="678735"/>
            <a:chOff x="2977825" y="2468107"/>
            <a:chExt cx="1926318" cy="720000"/>
          </a:xfrm>
        </p:grpSpPr>
        <p:sp>
          <p:nvSpPr>
            <p:cNvPr id="67" name="Text Box 11">
              <a:extLst>
                <a:ext uri="{FF2B5EF4-FFF2-40B4-BE49-F238E27FC236}">
                  <a16:creationId xmlns:a16="http://schemas.microsoft.com/office/drawing/2014/main" id="{F682C01B-C94B-B56B-6FC6-9E0468E11984}"/>
                </a:ext>
              </a:extLst>
            </p:cNvPr>
            <p:cNvSpPr txBox="1">
              <a:spLocks noChangeArrowheads="1"/>
            </p:cNvSpPr>
            <p:nvPr/>
          </p:nvSpPr>
          <p:spPr bwMode="auto">
            <a:xfrm>
              <a:off x="3570831" y="2551175"/>
              <a:ext cx="1333312" cy="523220"/>
            </a:xfrm>
            <a:prstGeom prst="rect">
              <a:avLst/>
            </a:prstGeom>
            <a:solidFill>
              <a:schemeClr val="bg1"/>
            </a:solidFill>
            <a:ln>
              <a:solidFill>
                <a:schemeClr val="accent4"/>
              </a:solidFill>
            </a:ln>
          </p:spPr>
          <p:txBody>
            <a:bodyPr wrap="square" anchor="ctr">
              <a:no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en-US" altLang="ja-JP" sz="1131">
                  <a:solidFill>
                    <a:schemeClr val="accent4"/>
                  </a:solidFill>
                  <a:latin typeface="+mj-ea"/>
                  <a:ea typeface="+mj-ea"/>
                  <a:cs typeface="HGP創英角ｺﾞｼｯｸUB" charset="0"/>
                </a:rPr>
                <a:t>  </a:t>
              </a:r>
              <a:r>
                <a:rPr lang="ja-JP" altLang="en-US" sz="1131">
                  <a:solidFill>
                    <a:schemeClr val="accent4"/>
                  </a:solidFill>
                  <a:latin typeface="+mj-ea"/>
                  <a:ea typeface="+mj-ea"/>
                  <a:cs typeface="HGP創英角ｺﾞｼｯｸUB" charset="0"/>
                </a:rPr>
                <a:t>三菱</a:t>
              </a:r>
              <a:r>
                <a:rPr lang="en" altLang="ja-JP" sz="1131">
                  <a:solidFill>
                    <a:schemeClr val="accent4"/>
                  </a:solidFill>
                  <a:latin typeface="+mj-ea"/>
                  <a:ea typeface="+mj-ea"/>
                  <a:cs typeface="HGP創英角ｺﾞｼｯｸUB" charset="0"/>
                </a:rPr>
                <a:t>UFJ</a:t>
              </a:r>
              <a:r>
                <a:rPr lang="ja-JP" altLang="en-US" sz="1131">
                  <a:solidFill>
                    <a:schemeClr val="accent4"/>
                  </a:solidFill>
                  <a:latin typeface="+mj-ea"/>
                  <a:ea typeface="+mj-ea"/>
                  <a:cs typeface="HGP創英角ｺﾞｼｯｸUB" charset="0"/>
                </a:rPr>
                <a:t>ニコス</a:t>
              </a:r>
            </a:p>
          </p:txBody>
        </p:sp>
        <p:sp>
          <p:nvSpPr>
            <p:cNvPr id="68" name="円/楕円 195">
              <a:extLst>
                <a:ext uri="{FF2B5EF4-FFF2-40B4-BE49-F238E27FC236}">
                  <a16:creationId xmlns:a16="http://schemas.microsoft.com/office/drawing/2014/main" id="{8ED5B3D8-899A-A052-A314-D4EF18BE391F}"/>
                </a:ext>
              </a:extLst>
            </p:cNvPr>
            <p:cNvSpPr/>
            <p:nvPr/>
          </p:nvSpPr>
          <p:spPr>
            <a:xfrm>
              <a:off x="2977825" y="2468107"/>
              <a:ext cx="720000" cy="72000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84" b="1">
                <a:solidFill>
                  <a:schemeClr val="bg1"/>
                </a:solidFill>
              </a:endParaRPr>
            </a:p>
          </p:txBody>
        </p:sp>
      </p:grpSp>
      <p:grpSp>
        <p:nvGrpSpPr>
          <p:cNvPr id="69" name="グループ化 68">
            <a:extLst>
              <a:ext uri="{FF2B5EF4-FFF2-40B4-BE49-F238E27FC236}">
                <a16:creationId xmlns:a16="http://schemas.microsoft.com/office/drawing/2014/main" id="{49B748E8-81F2-4C34-A884-261A6233E03E}"/>
              </a:ext>
            </a:extLst>
          </p:cNvPr>
          <p:cNvGrpSpPr/>
          <p:nvPr/>
        </p:nvGrpSpPr>
        <p:grpSpPr>
          <a:xfrm>
            <a:off x="4773020" y="2924030"/>
            <a:ext cx="2111422" cy="678735"/>
            <a:chOff x="5247892" y="2468107"/>
            <a:chExt cx="2239790" cy="720000"/>
          </a:xfrm>
        </p:grpSpPr>
        <p:sp>
          <p:nvSpPr>
            <p:cNvPr id="70" name="Text Box 11">
              <a:extLst>
                <a:ext uri="{FF2B5EF4-FFF2-40B4-BE49-F238E27FC236}">
                  <a16:creationId xmlns:a16="http://schemas.microsoft.com/office/drawing/2014/main" id="{DC737D30-E589-CC30-4ADE-89AA96E355D2}"/>
                </a:ext>
              </a:extLst>
            </p:cNvPr>
            <p:cNvSpPr txBox="1">
              <a:spLocks noChangeArrowheads="1"/>
            </p:cNvSpPr>
            <p:nvPr/>
          </p:nvSpPr>
          <p:spPr bwMode="auto">
            <a:xfrm>
              <a:off x="5772858" y="2539513"/>
              <a:ext cx="1714824" cy="523220"/>
            </a:xfrm>
            <a:prstGeom prst="rect">
              <a:avLst/>
            </a:prstGeom>
            <a:solidFill>
              <a:schemeClr val="bg1"/>
            </a:solidFill>
            <a:ln>
              <a:solidFill>
                <a:schemeClr val="accent4"/>
              </a:solidFill>
            </a:ln>
          </p:spPr>
          <p:txBody>
            <a:bodyPr wrap="square" anchor="ctr">
              <a:no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ja-JP" altLang="en-US" sz="1131">
                  <a:solidFill>
                    <a:schemeClr val="accent4"/>
                  </a:solidFill>
                  <a:latin typeface="+mj-ea"/>
                  <a:ea typeface="+mj-ea"/>
                  <a:cs typeface="HGP創英角ｺﾞｼｯｸUB" charset="0"/>
                </a:rPr>
                <a:t>　三菱</a:t>
              </a:r>
              <a:r>
                <a:rPr lang="en" altLang="ja-JP" sz="1131">
                  <a:solidFill>
                    <a:schemeClr val="accent4"/>
                  </a:solidFill>
                  <a:latin typeface="+mj-ea"/>
                  <a:ea typeface="+mj-ea"/>
                  <a:cs typeface="HGP創英角ｺﾞｼｯｸUB" charset="0"/>
                </a:rPr>
                <a:t>HC</a:t>
              </a:r>
              <a:r>
                <a:rPr lang="ja-JP" altLang="en-US" sz="1131">
                  <a:solidFill>
                    <a:schemeClr val="accent4"/>
                  </a:solidFill>
                  <a:latin typeface="+mj-ea"/>
                  <a:ea typeface="+mj-ea"/>
                  <a:cs typeface="HGP創英角ｺﾞｼｯｸUB" charset="0"/>
                </a:rPr>
                <a:t>キャピタル</a:t>
              </a:r>
            </a:p>
          </p:txBody>
        </p:sp>
        <p:sp>
          <p:nvSpPr>
            <p:cNvPr id="71" name="円/楕円 196">
              <a:extLst>
                <a:ext uri="{FF2B5EF4-FFF2-40B4-BE49-F238E27FC236}">
                  <a16:creationId xmlns:a16="http://schemas.microsoft.com/office/drawing/2014/main" id="{E0385027-6916-5340-F5D3-87F51F51AD2B}"/>
                </a:ext>
              </a:extLst>
            </p:cNvPr>
            <p:cNvSpPr/>
            <p:nvPr/>
          </p:nvSpPr>
          <p:spPr>
            <a:xfrm>
              <a:off x="5247892" y="2468107"/>
              <a:ext cx="720000" cy="72000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131" b="1" spc="-141">
                <a:solidFill>
                  <a:schemeClr val="bg1"/>
                </a:solidFill>
              </a:endParaRPr>
            </a:p>
          </p:txBody>
        </p:sp>
      </p:grpSp>
      <p:grpSp>
        <p:nvGrpSpPr>
          <p:cNvPr id="72" name="グループ化 71">
            <a:extLst>
              <a:ext uri="{FF2B5EF4-FFF2-40B4-BE49-F238E27FC236}">
                <a16:creationId xmlns:a16="http://schemas.microsoft.com/office/drawing/2014/main" id="{4BA60637-82D3-B9F2-B958-EAE362F720A5}"/>
              </a:ext>
            </a:extLst>
          </p:cNvPr>
          <p:cNvGrpSpPr/>
          <p:nvPr/>
        </p:nvGrpSpPr>
        <p:grpSpPr>
          <a:xfrm>
            <a:off x="7030354" y="2924030"/>
            <a:ext cx="2388624" cy="678735"/>
            <a:chOff x="7602987" y="2468107"/>
            <a:chExt cx="2533845" cy="720000"/>
          </a:xfrm>
        </p:grpSpPr>
        <p:sp>
          <p:nvSpPr>
            <p:cNvPr id="73" name="Text Box 11">
              <a:extLst>
                <a:ext uri="{FF2B5EF4-FFF2-40B4-BE49-F238E27FC236}">
                  <a16:creationId xmlns:a16="http://schemas.microsoft.com/office/drawing/2014/main" id="{B9165062-82D8-1F2D-E444-57E8B887BA28}"/>
                </a:ext>
              </a:extLst>
            </p:cNvPr>
            <p:cNvSpPr txBox="1">
              <a:spLocks noChangeArrowheads="1"/>
            </p:cNvSpPr>
            <p:nvPr/>
          </p:nvSpPr>
          <p:spPr bwMode="auto">
            <a:xfrm>
              <a:off x="7973171" y="2468107"/>
              <a:ext cx="2163661" cy="700741"/>
            </a:xfrm>
            <a:prstGeom prst="rect">
              <a:avLst/>
            </a:prstGeom>
            <a:solidFill>
              <a:schemeClr val="bg1"/>
            </a:solidFill>
            <a:ln>
              <a:solidFill>
                <a:schemeClr val="accent4"/>
              </a:solidFill>
            </a:ln>
          </p:spPr>
          <p:txBody>
            <a:bodyPr wrap="square" anchor="ctr">
              <a:no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ja-JP" altLang="en-US" sz="1131">
                  <a:solidFill>
                    <a:schemeClr val="accent4"/>
                  </a:solidFill>
                  <a:latin typeface="+mj-ea"/>
                  <a:ea typeface="+mj-ea"/>
                  <a:cs typeface="HGP創英角ｺﾞｼｯｸUB" charset="0"/>
                </a:rPr>
                <a:t>三菱</a:t>
              </a:r>
              <a:r>
                <a:rPr lang="en" altLang="ja-JP" sz="1131">
                  <a:solidFill>
                    <a:schemeClr val="accent4"/>
                  </a:solidFill>
                  <a:latin typeface="+mj-ea"/>
                  <a:ea typeface="+mj-ea"/>
                  <a:cs typeface="HGP創英角ｺﾞｼｯｸUB" charset="0"/>
                </a:rPr>
                <a:t>UFJ</a:t>
              </a:r>
            </a:p>
            <a:p>
              <a:pPr marL="0" indent="-89792" algn="ctr" defTabSz="862005" eaLnBrk="1" hangingPunct="1">
                <a:defRPr/>
              </a:pPr>
              <a:r>
                <a:rPr lang="ja-JP" altLang="en-US" sz="1131">
                  <a:solidFill>
                    <a:schemeClr val="accent4"/>
                  </a:solidFill>
                  <a:latin typeface="+mj-ea"/>
                  <a:ea typeface="+mj-ea"/>
                  <a:cs typeface="HGP創英角ｺﾞｼｯｸUB" charset="0"/>
                </a:rPr>
                <a:t>　モルガン・スタンレー</a:t>
              </a:r>
              <a:endParaRPr lang="en-US" altLang="ja-JP" sz="1131">
                <a:solidFill>
                  <a:schemeClr val="accent4"/>
                </a:solidFill>
                <a:latin typeface="+mj-ea"/>
                <a:ea typeface="+mj-ea"/>
                <a:cs typeface="HGP創英角ｺﾞｼｯｸUB" charset="0"/>
              </a:endParaRPr>
            </a:p>
            <a:p>
              <a:pPr marL="0" indent="-89792" algn="ctr" defTabSz="862005" eaLnBrk="1" hangingPunct="1">
                <a:defRPr/>
              </a:pPr>
              <a:r>
                <a:rPr lang="ja-JP" altLang="en-US" sz="1131">
                  <a:solidFill>
                    <a:schemeClr val="accent4"/>
                  </a:solidFill>
                  <a:latin typeface="+mj-ea"/>
                  <a:ea typeface="+mj-ea"/>
                  <a:cs typeface="HGP創英角ｺﾞｼｯｸUB" charset="0"/>
                </a:rPr>
                <a:t>証券</a:t>
              </a:r>
            </a:p>
          </p:txBody>
        </p:sp>
        <p:sp>
          <p:nvSpPr>
            <p:cNvPr id="74" name="円/楕円 197">
              <a:extLst>
                <a:ext uri="{FF2B5EF4-FFF2-40B4-BE49-F238E27FC236}">
                  <a16:creationId xmlns:a16="http://schemas.microsoft.com/office/drawing/2014/main" id="{75759278-E00D-6173-3D28-0BFAA8DFFBEB}"/>
                </a:ext>
              </a:extLst>
            </p:cNvPr>
            <p:cNvSpPr/>
            <p:nvPr/>
          </p:nvSpPr>
          <p:spPr>
            <a:xfrm>
              <a:off x="7602987" y="2468107"/>
              <a:ext cx="720000" cy="72000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31" b="1">
                  <a:solidFill>
                    <a:schemeClr val="bg1"/>
                  </a:solidFill>
                </a:rPr>
                <a:t>総合</a:t>
              </a:r>
              <a:endParaRPr lang="en-US" altLang="ja-JP" sz="1131" b="1">
                <a:solidFill>
                  <a:schemeClr val="bg1"/>
                </a:solidFill>
              </a:endParaRPr>
            </a:p>
            <a:p>
              <a:pPr algn="ctr"/>
              <a:r>
                <a:rPr lang="ja-JP" altLang="en-US" sz="1131" b="1">
                  <a:solidFill>
                    <a:schemeClr val="bg1"/>
                  </a:solidFill>
                </a:rPr>
                <a:t>証券</a:t>
              </a:r>
            </a:p>
          </p:txBody>
        </p:sp>
      </p:grpSp>
      <p:sp>
        <p:nvSpPr>
          <p:cNvPr id="75" name="タイトル 4">
            <a:extLst>
              <a:ext uri="{FF2B5EF4-FFF2-40B4-BE49-F238E27FC236}">
                <a16:creationId xmlns:a16="http://schemas.microsoft.com/office/drawing/2014/main" id="{6125CB7E-CEB9-B050-845F-36886153EFCB}"/>
              </a:ext>
            </a:extLst>
          </p:cNvPr>
          <p:cNvSpPr txBox="1"/>
          <p:nvPr/>
        </p:nvSpPr>
        <p:spPr>
          <a:xfrm>
            <a:off x="1420889" y="1596784"/>
            <a:ext cx="7030035" cy="396550"/>
          </a:xfrm>
          <a:prstGeom prst="rect">
            <a:avLst/>
          </a:prstGeom>
          <a:solidFill>
            <a:srgbClr val="7A9EAF"/>
          </a:solidFill>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697">
                <a:solidFill>
                  <a:schemeClr val="bg1"/>
                </a:solidFill>
              </a:rPr>
              <a:t>三菱</a:t>
            </a:r>
            <a:r>
              <a:rPr lang="en" altLang="ja-JP" sz="1697">
                <a:solidFill>
                  <a:schemeClr val="bg1"/>
                </a:solidFill>
              </a:rPr>
              <a:t>UFJ</a:t>
            </a:r>
            <a:r>
              <a:rPr lang="ja-JP" altLang="en-US" sz="1697">
                <a:solidFill>
                  <a:schemeClr val="bg1"/>
                </a:solidFill>
              </a:rPr>
              <a:t>フィナンシャル・グループ</a:t>
            </a:r>
          </a:p>
        </p:txBody>
      </p:sp>
      <p:sp>
        <p:nvSpPr>
          <p:cNvPr id="76" name="Text Box 11">
            <a:extLst>
              <a:ext uri="{FF2B5EF4-FFF2-40B4-BE49-F238E27FC236}">
                <a16:creationId xmlns:a16="http://schemas.microsoft.com/office/drawing/2014/main" id="{78A403C7-F85F-C17A-1BC3-20FBB09BAA90}"/>
              </a:ext>
            </a:extLst>
          </p:cNvPr>
          <p:cNvSpPr txBox="1">
            <a:spLocks noChangeArrowheads="1"/>
          </p:cNvSpPr>
          <p:nvPr/>
        </p:nvSpPr>
        <p:spPr bwMode="auto">
          <a:xfrm>
            <a:off x="623388" y="5646641"/>
            <a:ext cx="8616865" cy="565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defTabSz="862005" eaLnBrk="1" hangingPunct="1">
              <a:lnSpc>
                <a:spcPts val="1961"/>
              </a:lnSpc>
              <a:defRPr/>
            </a:pPr>
            <a:r>
              <a:rPr lang="ja-JP" altLang="en-US" sz="1320">
                <a:solidFill>
                  <a:schemeClr val="bg1"/>
                </a:solidFill>
                <a:latin typeface="+mj-ea"/>
                <a:ea typeface="+mj-ea"/>
                <a:cs typeface="HGP創英角ｺﾞｼｯｸUB" charset="0"/>
              </a:rPr>
              <a:t>三菱</a:t>
            </a:r>
            <a:r>
              <a:rPr lang="en" altLang="ja-JP" sz="1320">
                <a:solidFill>
                  <a:schemeClr val="bg1"/>
                </a:solidFill>
                <a:latin typeface="+mj-ea"/>
                <a:ea typeface="+mj-ea"/>
                <a:cs typeface="HGP創英角ｺﾞｼｯｸUB" charset="0"/>
              </a:rPr>
              <a:t>UFJ</a:t>
            </a:r>
            <a:r>
              <a:rPr lang="ja-JP" altLang="en-US" sz="1320">
                <a:solidFill>
                  <a:schemeClr val="bg1"/>
                </a:solidFill>
                <a:latin typeface="+mj-ea"/>
                <a:ea typeface="+mj-ea"/>
                <a:cs typeface="HGP創英角ｺﾞｼｯｸUB" charset="0"/>
              </a:rPr>
              <a:t>フィナンシャル・グループの中で、信託業務（受託財産業務）を行えるのは、三菱</a:t>
            </a:r>
            <a:r>
              <a:rPr lang="en" altLang="ja-JP" sz="1320">
                <a:solidFill>
                  <a:schemeClr val="bg1"/>
                </a:solidFill>
                <a:latin typeface="+mj-ea"/>
                <a:ea typeface="+mj-ea"/>
                <a:cs typeface="HGP創英角ｺﾞｼｯｸUB" charset="0"/>
              </a:rPr>
              <a:t>UFJ</a:t>
            </a:r>
            <a:r>
              <a:rPr lang="ja-JP" altLang="en-US" sz="1320">
                <a:solidFill>
                  <a:schemeClr val="bg1"/>
                </a:solidFill>
                <a:latin typeface="+mj-ea"/>
                <a:ea typeface="+mj-ea"/>
                <a:cs typeface="HGP創英角ｺﾞｼｯｸUB" charset="0"/>
              </a:rPr>
              <a:t>信託銀行と当社のみ。中でも当社は「資産管理」に特化し、圧倒的に高品質なサービスによって日本における資産管理をけん引しています。</a:t>
            </a:r>
          </a:p>
        </p:txBody>
      </p:sp>
      <p:sp>
        <p:nvSpPr>
          <p:cNvPr id="78" name="円/楕円 7">
            <a:extLst>
              <a:ext uri="{FF2B5EF4-FFF2-40B4-BE49-F238E27FC236}">
                <a16:creationId xmlns:a16="http://schemas.microsoft.com/office/drawing/2014/main" id="{91044AF7-4B0A-3A03-304C-56A3AECC36A2}"/>
              </a:ext>
            </a:extLst>
          </p:cNvPr>
          <p:cNvSpPr/>
          <p:nvPr/>
        </p:nvSpPr>
        <p:spPr>
          <a:xfrm>
            <a:off x="2701285" y="2905875"/>
            <a:ext cx="935309" cy="678735"/>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31" b="1">
                <a:solidFill>
                  <a:schemeClr val="bg1"/>
                </a:solidFill>
              </a:rPr>
              <a:t>カード</a:t>
            </a:r>
          </a:p>
        </p:txBody>
      </p:sp>
      <p:sp>
        <p:nvSpPr>
          <p:cNvPr id="79" name="円/楕円 8">
            <a:extLst>
              <a:ext uri="{FF2B5EF4-FFF2-40B4-BE49-F238E27FC236}">
                <a16:creationId xmlns:a16="http://schemas.microsoft.com/office/drawing/2014/main" id="{88C13012-F5D7-1DAB-2300-F6E2EFEA5E44}"/>
              </a:ext>
            </a:extLst>
          </p:cNvPr>
          <p:cNvSpPr/>
          <p:nvPr/>
        </p:nvSpPr>
        <p:spPr>
          <a:xfrm>
            <a:off x="4645559" y="2905875"/>
            <a:ext cx="935309" cy="678735"/>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31" b="1">
                <a:solidFill>
                  <a:schemeClr val="bg1"/>
                </a:solidFill>
              </a:rPr>
              <a:t>リース</a:t>
            </a:r>
          </a:p>
        </p:txBody>
      </p:sp>
      <p:cxnSp>
        <p:nvCxnSpPr>
          <p:cNvPr id="80" name="直線コネクタ 79">
            <a:extLst>
              <a:ext uri="{FF2B5EF4-FFF2-40B4-BE49-F238E27FC236}">
                <a16:creationId xmlns:a16="http://schemas.microsoft.com/office/drawing/2014/main" id="{D95DD36A-55B5-1257-CA3E-E95E34A00C7B}"/>
              </a:ext>
            </a:extLst>
          </p:cNvPr>
          <p:cNvCxnSpPr>
            <a:cxnSpLocks/>
          </p:cNvCxnSpPr>
          <p:nvPr/>
        </p:nvCxnSpPr>
        <p:spPr>
          <a:xfrm>
            <a:off x="3859458" y="4247223"/>
            <a:ext cx="0" cy="241354"/>
          </a:xfrm>
          <a:prstGeom prst="line">
            <a:avLst/>
          </a:prstGeom>
          <a:ln w="6350">
            <a:solidFill>
              <a:schemeClr val="accent1"/>
            </a:solidFill>
            <a:prstDash val="sysDash"/>
          </a:ln>
        </p:spPr>
        <p:style>
          <a:lnRef idx="1">
            <a:schemeClr val="accent1"/>
          </a:lnRef>
          <a:fillRef idx="0">
            <a:schemeClr val="accent1"/>
          </a:fillRef>
          <a:effectRef idx="0">
            <a:schemeClr val="accent1"/>
          </a:effectRef>
          <a:fontRef idx="minor">
            <a:schemeClr val="tx1"/>
          </a:fontRef>
        </p:style>
      </p:cxnSp>
      <p:grpSp>
        <p:nvGrpSpPr>
          <p:cNvPr id="81" name="グループ化 80">
            <a:extLst>
              <a:ext uri="{FF2B5EF4-FFF2-40B4-BE49-F238E27FC236}">
                <a16:creationId xmlns:a16="http://schemas.microsoft.com/office/drawing/2014/main" id="{0B829BA5-23F5-A27A-74ED-4A1FB5A2A5A7}"/>
              </a:ext>
            </a:extLst>
          </p:cNvPr>
          <p:cNvGrpSpPr/>
          <p:nvPr/>
        </p:nvGrpSpPr>
        <p:grpSpPr>
          <a:xfrm>
            <a:off x="2490006" y="3711301"/>
            <a:ext cx="5273763" cy="678735"/>
            <a:chOff x="2787855" y="3493483"/>
            <a:chExt cx="5594392" cy="720000"/>
          </a:xfrm>
        </p:grpSpPr>
        <p:grpSp>
          <p:nvGrpSpPr>
            <p:cNvPr id="82" name="グループ化 81">
              <a:extLst>
                <a:ext uri="{FF2B5EF4-FFF2-40B4-BE49-F238E27FC236}">
                  <a16:creationId xmlns:a16="http://schemas.microsoft.com/office/drawing/2014/main" id="{4D829199-8D95-C711-A255-7B4555809CC5}"/>
                </a:ext>
              </a:extLst>
            </p:cNvPr>
            <p:cNvGrpSpPr/>
            <p:nvPr/>
          </p:nvGrpSpPr>
          <p:grpSpPr>
            <a:xfrm>
              <a:off x="2787855" y="3493483"/>
              <a:ext cx="2491196" cy="720000"/>
              <a:chOff x="2354987" y="3867904"/>
              <a:chExt cx="2491196" cy="720000"/>
            </a:xfrm>
          </p:grpSpPr>
          <p:sp>
            <p:nvSpPr>
              <p:cNvPr id="86" name="Text Box 11">
                <a:extLst>
                  <a:ext uri="{FF2B5EF4-FFF2-40B4-BE49-F238E27FC236}">
                    <a16:creationId xmlns:a16="http://schemas.microsoft.com/office/drawing/2014/main" id="{96C94794-8414-5DE0-F89A-D1AD52C52E27}"/>
                  </a:ext>
                </a:extLst>
              </p:cNvPr>
              <p:cNvSpPr txBox="1">
                <a:spLocks noChangeArrowheads="1"/>
              </p:cNvSpPr>
              <p:nvPr/>
            </p:nvSpPr>
            <p:spPr bwMode="auto">
              <a:xfrm>
                <a:off x="2822557" y="3942729"/>
                <a:ext cx="2023626" cy="523220"/>
              </a:xfrm>
              <a:prstGeom prst="rect">
                <a:avLst/>
              </a:prstGeom>
              <a:solidFill>
                <a:schemeClr val="bg1"/>
              </a:solidFill>
              <a:ln>
                <a:solidFill>
                  <a:schemeClr val="accent1"/>
                </a:solidFill>
              </a:ln>
            </p:spPr>
            <p:txBody>
              <a:bodyPr wrap="square" anchor="ctr">
                <a:no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ja-JP" altLang="en-US" sz="1131">
                    <a:solidFill>
                      <a:schemeClr val="accent1"/>
                    </a:solidFill>
                    <a:latin typeface="+mj-ea"/>
                    <a:ea typeface="+mj-ea"/>
                    <a:cs typeface="HGP創英角ｺﾞｼｯｸUB" charset="0"/>
                  </a:rPr>
                  <a:t>三菱</a:t>
                </a:r>
                <a:r>
                  <a:rPr lang="en" altLang="ja-JP" sz="1131">
                    <a:solidFill>
                      <a:schemeClr val="accent1"/>
                    </a:solidFill>
                    <a:latin typeface="+mj-ea"/>
                    <a:ea typeface="+mj-ea"/>
                    <a:cs typeface="HGP創英角ｺﾞｼｯｸUB" charset="0"/>
                  </a:rPr>
                  <a:t>UFJ</a:t>
                </a:r>
                <a:r>
                  <a:rPr lang="ja-JP" altLang="en-US" sz="1131">
                    <a:solidFill>
                      <a:schemeClr val="accent1"/>
                    </a:solidFill>
                    <a:latin typeface="+mj-ea"/>
                    <a:ea typeface="+mj-ea"/>
                    <a:cs typeface="HGP創英角ｺﾞｼｯｸUB" charset="0"/>
                  </a:rPr>
                  <a:t>信託銀行</a:t>
                </a:r>
              </a:p>
            </p:txBody>
          </p:sp>
          <p:sp>
            <p:nvSpPr>
              <p:cNvPr id="87" name="円/楕円 147">
                <a:extLst>
                  <a:ext uri="{FF2B5EF4-FFF2-40B4-BE49-F238E27FC236}">
                    <a16:creationId xmlns:a16="http://schemas.microsoft.com/office/drawing/2014/main" id="{83995EE8-87B9-D8CB-0F5E-54A6A23168CC}"/>
                  </a:ext>
                </a:extLst>
              </p:cNvPr>
              <p:cNvSpPr/>
              <p:nvPr/>
            </p:nvSpPr>
            <p:spPr>
              <a:xfrm>
                <a:off x="2354987" y="3867904"/>
                <a:ext cx="720000" cy="720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31" b="1">
                    <a:solidFill>
                      <a:schemeClr val="bg1"/>
                    </a:solidFill>
                  </a:rPr>
                  <a:t>信託銀行</a:t>
                </a:r>
              </a:p>
            </p:txBody>
          </p:sp>
        </p:grpSp>
        <p:grpSp>
          <p:nvGrpSpPr>
            <p:cNvPr id="83" name="グループ化 82">
              <a:extLst>
                <a:ext uri="{FF2B5EF4-FFF2-40B4-BE49-F238E27FC236}">
                  <a16:creationId xmlns:a16="http://schemas.microsoft.com/office/drawing/2014/main" id="{435AA2F9-2EB4-B2A6-A64A-DE343C77BF9A}"/>
                </a:ext>
              </a:extLst>
            </p:cNvPr>
            <p:cNvGrpSpPr/>
            <p:nvPr/>
          </p:nvGrpSpPr>
          <p:grpSpPr>
            <a:xfrm>
              <a:off x="5705691" y="3493483"/>
              <a:ext cx="2676556" cy="720000"/>
              <a:chOff x="4979893" y="3867904"/>
              <a:chExt cx="2676556" cy="720000"/>
            </a:xfrm>
          </p:grpSpPr>
          <p:sp>
            <p:nvSpPr>
              <p:cNvPr id="84" name="Text Box 11">
                <a:extLst>
                  <a:ext uri="{FF2B5EF4-FFF2-40B4-BE49-F238E27FC236}">
                    <a16:creationId xmlns:a16="http://schemas.microsoft.com/office/drawing/2014/main" id="{8849D3B1-7773-9D59-CF77-2B77558CAB07}"/>
                  </a:ext>
                </a:extLst>
              </p:cNvPr>
              <p:cNvSpPr txBox="1">
                <a:spLocks noChangeArrowheads="1"/>
              </p:cNvSpPr>
              <p:nvPr/>
            </p:nvSpPr>
            <p:spPr bwMode="auto">
              <a:xfrm>
                <a:off x="5451247" y="3972002"/>
                <a:ext cx="2205202" cy="467151"/>
              </a:xfrm>
              <a:prstGeom prst="rect">
                <a:avLst/>
              </a:prstGeom>
              <a:solidFill>
                <a:schemeClr val="bg1"/>
              </a:solidFill>
              <a:ln>
                <a:solidFill>
                  <a:schemeClr val="accent1"/>
                </a:solidFill>
              </a:ln>
            </p:spPr>
            <p:txBody>
              <a:bodyPr wrap="square" anchor="ctr">
                <a:sp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ja-JP" altLang="en-US" sz="1131">
                    <a:solidFill>
                      <a:schemeClr val="accent1"/>
                    </a:solidFill>
                    <a:latin typeface="+mj-ea"/>
                    <a:ea typeface="+mj-ea"/>
                    <a:cs typeface="HGP創英角ｺﾞｼｯｸUB" charset="0"/>
                  </a:rPr>
                  <a:t>日本マスタートラスト</a:t>
                </a:r>
                <a:endParaRPr lang="en-US" altLang="ja-JP" sz="1131">
                  <a:solidFill>
                    <a:schemeClr val="accent1"/>
                  </a:solidFill>
                  <a:latin typeface="+mj-ea"/>
                  <a:ea typeface="+mj-ea"/>
                  <a:cs typeface="HGP創英角ｺﾞｼｯｸUB" charset="0"/>
                </a:endParaRPr>
              </a:p>
              <a:p>
                <a:pPr marL="0" indent="-89792" algn="ctr" defTabSz="862005" eaLnBrk="1" hangingPunct="1">
                  <a:defRPr/>
                </a:pPr>
                <a:r>
                  <a:rPr lang="ja-JP" altLang="en-US" sz="1131">
                    <a:solidFill>
                      <a:schemeClr val="accent1"/>
                    </a:solidFill>
                    <a:latin typeface="+mj-ea"/>
                    <a:ea typeface="+mj-ea"/>
                    <a:cs typeface="HGP創英角ｺﾞｼｯｸUB" charset="0"/>
                  </a:rPr>
                  <a:t>信託銀行</a:t>
                </a:r>
              </a:p>
            </p:txBody>
          </p:sp>
          <p:sp>
            <p:nvSpPr>
              <p:cNvPr id="85" name="円/楕円 145">
                <a:extLst>
                  <a:ext uri="{FF2B5EF4-FFF2-40B4-BE49-F238E27FC236}">
                    <a16:creationId xmlns:a16="http://schemas.microsoft.com/office/drawing/2014/main" id="{FBFB4B71-10DA-6495-C92A-37688215E185}"/>
                  </a:ext>
                </a:extLst>
              </p:cNvPr>
              <p:cNvSpPr/>
              <p:nvPr/>
            </p:nvSpPr>
            <p:spPr>
              <a:xfrm>
                <a:off x="4979893" y="3867904"/>
                <a:ext cx="720000" cy="7200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31" b="1">
                    <a:solidFill>
                      <a:schemeClr val="bg1"/>
                    </a:solidFill>
                  </a:rPr>
                  <a:t>信託銀行</a:t>
                </a:r>
              </a:p>
            </p:txBody>
          </p:sp>
        </p:grpSp>
      </p:grpSp>
      <p:sp>
        <p:nvSpPr>
          <p:cNvPr id="89" name="円/楕円 6">
            <a:extLst>
              <a:ext uri="{FF2B5EF4-FFF2-40B4-BE49-F238E27FC236}">
                <a16:creationId xmlns:a16="http://schemas.microsoft.com/office/drawing/2014/main" id="{FEE103D2-53D3-AD69-857A-7DEE6D631388}"/>
              </a:ext>
            </a:extLst>
          </p:cNvPr>
          <p:cNvSpPr/>
          <p:nvPr/>
        </p:nvSpPr>
        <p:spPr>
          <a:xfrm>
            <a:off x="404270" y="2963374"/>
            <a:ext cx="1102457" cy="583085"/>
          </a:xfrm>
          <a:prstGeom prst="ellips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48" b="1">
                <a:solidFill>
                  <a:schemeClr val="bg1"/>
                </a:solidFill>
              </a:rPr>
              <a:t>ベンチャー</a:t>
            </a:r>
          </a:p>
          <a:p>
            <a:pPr algn="ctr"/>
            <a:r>
              <a:rPr lang="ja-JP" altLang="en-US" sz="848" b="1">
                <a:solidFill>
                  <a:schemeClr val="bg1"/>
                </a:solidFill>
              </a:rPr>
              <a:t>キャピタル</a:t>
            </a:r>
          </a:p>
        </p:txBody>
      </p:sp>
    </p:spTree>
    <p:extLst>
      <p:ext uri="{BB962C8B-B14F-4D97-AF65-F5344CB8AC3E}">
        <p14:creationId xmlns:p14="http://schemas.microsoft.com/office/powerpoint/2010/main" val="3415252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四角形: 角を丸くする 82">
            <a:extLst>
              <a:ext uri="{FF2B5EF4-FFF2-40B4-BE49-F238E27FC236}">
                <a16:creationId xmlns:a16="http://schemas.microsoft.com/office/drawing/2014/main" id="{37F15E87-6ADC-F19F-C627-D230BD6D91D1}"/>
              </a:ext>
            </a:extLst>
          </p:cNvPr>
          <p:cNvSpPr/>
          <p:nvPr/>
        </p:nvSpPr>
        <p:spPr>
          <a:xfrm>
            <a:off x="5361272" y="6045732"/>
            <a:ext cx="4357752" cy="972000"/>
          </a:xfrm>
          <a:prstGeom prst="round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a:ln>
                <a:noFill/>
              </a:ln>
              <a:solidFill>
                <a:srgbClr val="FFFFFF"/>
              </a:solidFill>
              <a:effectLst/>
              <a:uLnTx/>
              <a:uFillTx/>
              <a:latin typeface="Arial"/>
              <a:ea typeface="BIZ UDPゴシック"/>
              <a:cs typeface="+mn-cs"/>
            </a:endParaRPr>
          </a:p>
        </p:txBody>
      </p:sp>
      <p:pic>
        <p:nvPicPr>
          <p:cNvPr id="5" name="図 4" descr="図形, 円&#10;&#10;自動的に生成された説明">
            <a:extLst>
              <a:ext uri="{FF2B5EF4-FFF2-40B4-BE49-F238E27FC236}">
                <a16:creationId xmlns:a16="http://schemas.microsoft.com/office/drawing/2014/main" id="{88911EB9-3C35-860F-F154-71F392CB4714}"/>
              </a:ext>
            </a:extLst>
          </p:cNvPr>
          <p:cNvPicPr>
            <a:picLocks noChangeAspect="1"/>
          </p:cNvPicPr>
          <p:nvPr/>
        </p:nvPicPr>
        <p:blipFill>
          <a:blip r:embed="rId2"/>
          <a:stretch>
            <a:fillRect/>
          </a:stretch>
        </p:blipFill>
        <p:spPr>
          <a:xfrm>
            <a:off x="6685364" y="-4743"/>
            <a:ext cx="3393675" cy="3393675"/>
          </a:xfrm>
          <a:prstGeom prst="rect">
            <a:avLst/>
          </a:prstGeom>
        </p:spPr>
      </p:pic>
      <p:sp>
        <p:nvSpPr>
          <p:cNvPr id="2" name="スライド番号プレースホルダー 1">
            <a:extLst>
              <a:ext uri="{FF2B5EF4-FFF2-40B4-BE49-F238E27FC236}">
                <a16:creationId xmlns:a16="http://schemas.microsoft.com/office/drawing/2014/main" id="{8C62D85A-64A2-837E-3F6F-BA9924A18726}"/>
              </a:ext>
            </a:extLst>
          </p:cNvPr>
          <p:cNvSpPr>
            <a:spLocks noGrp="1"/>
          </p:cNvSpPr>
          <p:nvPr>
            <p:ph type="sldNum" sz="quarter" idx="10"/>
          </p:nvPr>
        </p:nvSpPr>
        <p:spPr/>
        <p:txBody>
          <a:bodyPr/>
          <a:lstStyle/>
          <a:p>
            <a:fld id="{9BF854DB-42D3-EE44-9486-1E8138C63EFC}" type="slidenum">
              <a:rPr lang="ja-JP" altLang="en-US" smtClean="0"/>
              <a:pPr/>
              <a:t>3</a:t>
            </a:fld>
            <a:endParaRPr lang="ja-JP" altLang="en-US"/>
          </a:p>
        </p:txBody>
      </p:sp>
      <p:sp>
        <p:nvSpPr>
          <p:cNvPr id="3" name="タイトル 1">
            <a:extLst>
              <a:ext uri="{FF2B5EF4-FFF2-40B4-BE49-F238E27FC236}">
                <a16:creationId xmlns:a16="http://schemas.microsoft.com/office/drawing/2014/main" id="{84D28E6A-7F03-759A-1E87-75A06B40837B}"/>
              </a:ext>
            </a:extLst>
          </p:cNvPr>
          <p:cNvSpPr txBox="1">
            <a:spLocks/>
          </p:cNvSpPr>
          <p:nvPr/>
        </p:nvSpPr>
        <p:spPr>
          <a:xfrm>
            <a:off x="327822" y="618767"/>
            <a:ext cx="9352365" cy="437815"/>
          </a:xfrm>
          <a:prstGeom prst="rect">
            <a:avLst/>
          </a:prstGeom>
        </p:spPr>
        <p:txBody>
          <a:bodyPr>
            <a:noAutofit/>
          </a:bodyP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r>
              <a:rPr lang="en" altLang="ja-JP"/>
              <a:t>MTBJ</a:t>
            </a:r>
            <a:r>
              <a:rPr lang="ja-JP" altLang="en-US"/>
              <a:t>について </a:t>
            </a:r>
            <a:r>
              <a:rPr lang="en-US" altLang="ja-JP"/>
              <a:t>|</a:t>
            </a:r>
            <a:r>
              <a:rPr lang="ja-JP" altLang="en-US"/>
              <a:t>会社概要</a:t>
            </a:r>
          </a:p>
        </p:txBody>
      </p:sp>
      <p:cxnSp>
        <p:nvCxnSpPr>
          <p:cNvPr id="4" name="直線コネクタ 3">
            <a:extLst>
              <a:ext uri="{FF2B5EF4-FFF2-40B4-BE49-F238E27FC236}">
                <a16:creationId xmlns:a16="http://schemas.microsoft.com/office/drawing/2014/main" id="{5B74B43F-C7CE-36D2-7709-2138D57FCBF3}"/>
              </a:ext>
            </a:extLst>
          </p:cNvPr>
          <p:cNvCxnSpPr>
            <a:cxnSpLocks/>
          </p:cNvCxnSpPr>
          <p:nvPr/>
        </p:nvCxnSpPr>
        <p:spPr>
          <a:xfrm>
            <a:off x="417668" y="1123606"/>
            <a:ext cx="926251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タイトル 4">
            <a:extLst>
              <a:ext uri="{FF2B5EF4-FFF2-40B4-BE49-F238E27FC236}">
                <a16:creationId xmlns:a16="http://schemas.microsoft.com/office/drawing/2014/main" id="{436CB731-4B22-4D46-D4FA-A00000228054}"/>
              </a:ext>
            </a:extLst>
          </p:cNvPr>
          <p:cNvSpPr txBox="1"/>
          <p:nvPr/>
        </p:nvSpPr>
        <p:spPr>
          <a:xfrm>
            <a:off x="417668" y="1384890"/>
            <a:ext cx="9262519" cy="720000"/>
          </a:xfrm>
          <a:prstGeom prst="rect">
            <a:avLst/>
          </a:prstGeom>
          <a:solidFill>
            <a:srgbClr val="E3EAEE"/>
          </a:solidFill>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2000">
                <a:solidFill>
                  <a:schemeClr val="accent4"/>
                </a:solidFill>
              </a:rPr>
              <a:t>　　　私たちは三菱</a:t>
            </a:r>
            <a:r>
              <a:rPr lang="en" altLang="ja-JP" sz="2000">
                <a:solidFill>
                  <a:schemeClr val="accent4"/>
                </a:solidFill>
              </a:rPr>
              <a:t>UFJ</a:t>
            </a:r>
            <a:r>
              <a:rPr lang="ja-JP" altLang="en-US" sz="2000">
                <a:solidFill>
                  <a:schemeClr val="accent4"/>
                </a:solidFill>
              </a:rPr>
              <a:t>フィナンシャル・グループの資産管理専門信託銀行です</a:t>
            </a:r>
          </a:p>
        </p:txBody>
      </p:sp>
      <p:sp>
        <p:nvSpPr>
          <p:cNvPr id="68" name="正方形/長方形 67">
            <a:extLst>
              <a:ext uri="{FF2B5EF4-FFF2-40B4-BE49-F238E27FC236}">
                <a16:creationId xmlns:a16="http://schemas.microsoft.com/office/drawing/2014/main" id="{6B088784-53AB-70DC-6D70-AADBB98DFD7C}"/>
              </a:ext>
            </a:extLst>
          </p:cNvPr>
          <p:cNvSpPr/>
          <p:nvPr/>
        </p:nvSpPr>
        <p:spPr>
          <a:xfrm>
            <a:off x="5361270" y="2213750"/>
            <a:ext cx="4259139" cy="252000"/>
          </a:xfrm>
          <a:prstGeom prst="rect">
            <a:avLst/>
          </a:prstGeom>
          <a:solidFill>
            <a:srgbClr val="7A9E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bg1"/>
                </a:solidFill>
                <a:latin typeface="+mn-ea"/>
                <a:ea typeface="+mn-ea"/>
              </a:rPr>
              <a:t>コーポレートステイトメント</a:t>
            </a:r>
          </a:p>
        </p:txBody>
      </p:sp>
      <p:pic>
        <p:nvPicPr>
          <p:cNvPr id="69" name="図 68">
            <a:extLst>
              <a:ext uri="{FF2B5EF4-FFF2-40B4-BE49-F238E27FC236}">
                <a16:creationId xmlns:a16="http://schemas.microsoft.com/office/drawing/2014/main" id="{F180150F-F4DC-B246-81B6-D3CF6C886EE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80311" y="2573806"/>
            <a:ext cx="3593998" cy="1979006"/>
          </a:xfrm>
          <a:prstGeom prst="rect">
            <a:avLst/>
          </a:prstGeom>
        </p:spPr>
      </p:pic>
      <p:grpSp>
        <p:nvGrpSpPr>
          <p:cNvPr id="85" name="グループ化 84">
            <a:extLst>
              <a:ext uri="{FF2B5EF4-FFF2-40B4-BE49-F238E27FC236}">
                <a16:creationId xmlns:a16="http://schemas.microsoft.com/office/drawing/2014/main" id="{92535A7B-2787-55EA-808D-C2E0C177E607}"/>
              </a:ext>
            </a:extLst>
          </p:cNvPr>
          <p:cNvGrpSpPr/>
          <p:nvPr/>
        </p:nvGrpSpPr>
        <p:grpSpPr>
          <a:xfrm>
            <a:off x="458628" y="2669778"/>
            <a:ext cx="4580781" cy="3848949"/>
            <a:chOff x="458628" y="2342518"/>
            <a:chExt cx="4580781" cy="3848949"/>
          </a:xfrm>
        </p:grpSpPr>
        <p:sp>
          <p:nvSpPr>
            <p:cNvPr id="11" name="Text Box 11">
              <a:extLst>
                <a:ext uri="{FF2B5EF4-FFF2-40B4-BE49-F238E27FC236}">
                  <a16:creationId xmlns:a16="http://schemas.microsoft.com/office/drawing/2014/main" id="{FCE7B6D0-5283-8585-7D52-67B670151BEC}"/>
                </a:ext>
              </a:extLst>
            </p:cNvPr>
            <p:cNvSpPr txBox="1">
              <a:spLocks noChangeArrowheads="1"/>
            </p:cNvSpPr>
            <p:nvPr/>
          </p:nvSpPr>
          <p:spPr bwMode="auto">
            <a:xfrm>
              <a:off x="1452090" y="4907297"/>
              <a:ext cx="3587319" cy="276999"/>
            </a:xfrm>
            <a:prstGeom prst="rect">
              <a:avLst/>
            </a:prstGeom>
            <a:noFill/>
            <a:ln>
              <a:noFill/>
            </a:ln>
          </p:spPr>
          <p:txBody>
            <a:bodyPr wrap="square">
              <a:spAutoFit/>
            </a:bodyPr>
            <a:lstStyle>
              <a:lvl1pPr>
                <a:defRPr kumimoji="1" sz="2400">
                  <a:solidFill>
                    <a:schemeClr val="tx1"/>
                  </a:solidFill>
                  <a:latin typeface="Arial" charset="0"/>
                  <a:ea typeface="ＭＳ Ｐゴシック" charset="-128"/>
                </a:defRPr>
              </a:lvl1pPr>
              <a:lvl2pPr marL="742950" indent="-285750">
                <a:defRPr kumimoji="1" sz="2400">
                  <a:solidFill>
                    <a:schemeClr val="tx1"/>
                  </a:solidFill>
                  <a:latin typeface="Arial" charset="0"/>
                  <a:ea typeface="ＭＳ Ｐゴシック" charset="-128"/>
                </a:defRPr>
              </a:lvl2pPr>
              <a:lvl3pPr marL="1143000" indent="-228600">
                <a:defRPr kumimoji="1" sz="2400">
                  <a:solidFill>
                    <a:schemeClr val="tx1"/>
                  </a:solidFill>
                  <a:latin typeface="Arial" charset="0"/>
                  <a:ea typeface="ＭＳ Ｐゴシック" charset="-128"/>
                </a:defRPr>
              </a:lvl3pPr>
              <a:lvl4pPr marL="1600200" indent="-228600">
                <a:defRPr kumimoji="1" sz="2400">
                  <a:solidFill>
                    <a:schemeClr val="tx1"/>
                  </a:solidFill>
                  <a:latin typeface="Arial" charset="0"/>
                  <a:ea typeface="ＭＳ Ｐゴシック" charset="-128"/>
                </a:defRPr>
              </a:lvl4pPr>
              <a:lvl5pPr marL="2057400" indent="-228600">
                <a:defRPr kumimoji="1" sz="2400">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sz="2400">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sz="2400">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sz="2400">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sz="2400">
                  <a:solidFill>
                    <a:schemeClr val="tx1"/>
                  </a:solidFill>
                  <a:latin typeface="Arial" charset="0"/>
                  <a:ea typeface="ＭＳ Ｐゴシック" charset="-128"/>
                </a:defRPr>
              </a:lvl9pPr>
            </a:lstStyle>
            <a:p>
              <a:pPr eaLnBrk="1" hangingPunct="1">
                <a:spcBef>
                  <a:spcPts val="0"/>
                </a:spcBef>
              </a:pPr>
              <a:r>
                <a:rPr lang="en-US" altLang="ja-JP" sz="1200" dirty="0">
                  <a:solidFill>
                    <a:srgbClr val="595959"/>
                  </a:solidFill>
                  <a:latin typeface="+mj-ea"/>
                  <a:ea typeface="+mj-ea"/>
                </a:rPr>
                <a:t>1,412</a:t>
              </a:r>
              <a:r>
                <a:rPr lang="ja-JP" altLang="en-US" sz="1200" dirty="0">
                  <a:solidFill>
                    <a:srgbClr val="595959"/>
                  </a:solidFill>
                  <a:latin typeface="+mj-ea"/>
                  <a:ea typeface="+mj-ea"/>
                </a:rPr>
                <a:t>名（</a:t>
              </a:r>
              <a:r>
                <a:rPr lang="en-US" altLang="ja-JP" sz="1200" dirty="0">
                  <a:solidFill>
                    <a:srgbClr val="595959"/>
                  </a:solidFill>
                  <a:latin typeface="+mj-ea"/>
                  <a:ea typeface="+mj-ea"/>
                </a:rPr>
                <a:t>2024</a:t>
              </a:r>
              <a:r>
                <a:rPr lang="ja-JP" altLang="en-US" sz="1200" dirty="0">
                  <a:solidFill>
                    <a:srgbClr val="595959"/>
                  </a:solidFill>
                  <a:latin typeface="+mj-ea"/>
                  <a:ea typeface="+mj-ea"/>
                </a:rPr>
                <a:t>年</a:t>
              </a:r>
              <a:r>
                <a:rPr lang="en-US" altLang="ja-JP" sz="1200" dirty="0">
                  <a:solidFill>
                    <a:srgbClr val="595959"/>
                  </a:solidFill>
                  <a:latin typeface="+mj-ea"/>
                  <a:ea typeface="+mj-ea"/>
                </a:rPr>
                <a:t>3</a:t>
              </a:r>
              <a:r>
                <a:rPr lang="ja-JP" altLang="en-US" sz="1200" dirty="0">
                  <a:solidFill>
                    <a:srgbClr val="595959"/>
                  </a:solidFill>
                  <a:latin typeface="+mj-ea"/>
                  <a:ea typeface="+mj-ea"/>
                </a:rPr>
                <a:t>月末日時点）</a:t>
              </a:r>
              <a:endParaRPr lang="en-US" altLang="ja-JP" sz="1200" dirty="0">
                <a:solidFill>
                  <a:srgbClr val="595959"/>
                </a:solidFill>
                <a:latin typeface="+mj-ea"/>
                <a:ea typeface="+mj-ea"/>
              </a:endParaRPr>
            </a:p>
          </p:txBody>
        </p:sp>
        <p:sp>
          <p:nvSpPr>
            <p:cNvPr id="15" name="Text Box 11">
              <a:extLst>
                <a:ext uri="{FF2B5EF4-FFF2-40B4-BE49-F238E27FC236}">
                  <a16:creationId xmlns:a16="http://schemas.microsoft.com/office/drawing/2014/main" id="{7E6BB9C3-D412-347D-84C3-5069BB8C396D}"/>
                </a:ext>
              </a:extLst>
            </p:cNvPr>
            <p:cNvSpPr txBox="1">
              <a:spLocks noChangeArrowheads="1"/>
            </p:cNvSpPr>
            <p:nvPr/>
          </p:nvSpPr>
          <p:spPr bwMode="auto">
            <a:xfrm>
              <a:off x="458628" y="2342518"/>
              <a:ext cx="982311" cy="3848949"/>
            </a:xfrm>
            <a:prstGeom prst="rect">
              <a:avLst/>
            </a:prstGeom>
            <a:solidFill>
              <a:srgbClr val="7A9E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kumimoji="1" sz="2400">
                  <a:solidFill>
                    <a:schemeClr val="tx1"/>
                  </a:solidFill>
                  <a:latin typeface="Arial" charset="0"/>
                  <a:ea typeface="ＭＳ Ｐゴシック" charset="-128"/>
                </a:defRPr>
              </a:lvl1pPr>
              <a:lvl2pPr marL="742950" indent="-285750">
                <a:defRPr kumimoji="1" sz="2400">
                  <a:solidFill>
                    <a:schemeClr val="tx1"/>
                  </a:solidFill>
                  <a:latin typeface="Arial" charset="0"/>
                  <a:ea typeface="ＭＳ Ｐゴシック" charset="-128"/>
                </a:defRPr>
              </a:lvl2pPr>
              <a:lvl3pPr marL="1143000" indent="-228600">
                <a:defRPr kumimoji="1" sz="2400">
                  <a:solidFill>
                    <a:schemeClr val="tx1"/>
                  </a:solidFill>
                  <a:latin typeface="Arial" charset="0"/>
                  <a:ea typeface="ＭＳ Ｐゴシック" charset="-128"/>
                </a:defRPr>
              </a:lvl3pPr>
              <a:lvl4pPr marL="1600200" indent="-228600">
                <a:defRPr kumimoji="1" sz="2400">
                  <a:solidFill>
                    <a:schemeClr val="tx1"/>
                  </a:solidFill>
                  <a:latin typeface="Arial" charset="0"/>
                  <a:ea typeface="ＭＳ Ｐゴシック" charset="-128"/>
                </a:defRPr>
              </a:lvl4pPr>
              <a:lvl5pPr marL="2057400" indent="-228600">
                <a:defRPr kumimoji="1" sz="2400">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sz="2400">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sz="2400">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sz="2400">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sz="2400">
                  <a:solidFill>
                    <a:schemeClr val="tx1"/>
                  </a:solidFill>
                  <a:latin typeface="Arial" charset="0"/>
                  <a:ea typeface="ＭＳ Ｐゴシック" charset="-128"/>
                </a:defRPr>
              </a:lvl9pPr>
            </a:lstStyle>
            <a:p>
              <a:pPr eaLnBrk="1" hangingPunct="1">
                <a:spcBef>
                  <a:spcPts val="0"/>
                </a:spcBef>
              </a:pPr>
              <a:r>
                <a:rPr lang="ja-JP" altLang="en-US" sz="1200" dirty="0">
                  <a:solidFill>
                    <a:schemeClr val="bg1"/>
                  </a:solidFill>
                  <a:latin typeface="+mj-ea"/>
                  <a:ea typeface="+mj-ea"/>
                </a:rPr>
                <a:t>商号</a:t>
              </a:r>
              <a:endParaRPr lang="en-US" altLang="ja-JP" sz="1200" dirty="0">
                <a:solidFill>
                  <a:schemeClr val="bg1"/>
                </a:solidFill>
                <a:latin typeface="+mj-ea"/>
                <a:ea typeface="+mj-ea"/>
              </a:endParaRPr>
            </a:p>
            <a:p>
              <a:pPr eaLnBrk="1" hangingPunct="1">
                <a:spcBef>
                  <a:spcPts val="0"/>
                </a:spcBef>
              </a:pPr>
              <a:endParaRPr lang="en-US" altLang="ja-JP" sz="800" dirty="0">
                <a:solidFill>
                  <a:schemeClr val="bg1"/>
                </a:solidFill>
                <a:latin typeface="+mj-ea"/>
                <a:ea typeface="+mj-ea"/>
              </a:endParaRPr>
            </a:p>
            <a:p>
              <a:pPr eaLnBrk="1" hangingPunct="1">
                <a:spcBef>
                  <a:spcPts val="0"/>
                </a:spcBef>
              </a:pPr>
              <a:endParaRPr lang="en-US" altLang="ja-JP" sz="1200" dirty="0">
                <a:solidFill>
                  <a:schemeClr val="bg1"/>
                </a:solidFill>
                <a:latin typeface="+mj-ea"/>
                <a:ea typeface="+mj-ea"/>
              </a:endParaRPr>
            </a:p>
            <a:p>
              <a:pPr eaLnBrk="1" hangingPunct="1">
                <a:spcBef>
                  <a:spcPts val="0"/>
                </a:spcBef>
              </a:pPr>
              <a:r>
                <a:rPr lang="ja-JP" altLang="en-US" sz="1200" dirty="0">
                  <a:solidFill>
                    <a:schemeClr val="bg1"/>
                  </a:solidFill>
                  <a:latin typeface="+mj-ea"/>
                  <a:ea typeface="+mj-ea"/>
                </a:rPr>
                <a:t>東京本店</a:t>
              </a:r>
              <a:endParaRPr lang="en-US" altLang="ja-JP" sz="1200" dirty="0">
                <a:solidFill>
                  <a:schemeClr val="bg1"/>
                </a:solidFill>
                <a:latin typeface="+mj-ea"/>
                <a:ea typeface="+mj-ea"/>
              </a:endParaRPr>
            </a:p>
            <a:p>
              <a:pPr eaLnBrk="1" hangingPunct="1">
                <a:spcBef>
                  <a:spcPts val="0"/>
                </a:spcBef>
              </a:pPr>
              <a:endParaRPr lang="en-US" altLang="ja-JP" sz="800" dirty="0">
                <a:solidFill>
                  <a:schemeClr val="bg1"/>
                </a:solidFill>
                <a:latin typeface="+mj-ea"/>
                <a:ea typeface="+mj-ea"/>
              </a:endParaRPr>
            </a:p>
            <a:p>
              <a:pPr eaLnBrk="1" hangingPunct="1">
                <a:spcBef>
                  <a:spcPts val="0"/>
                </a:spcBef>
              </a:pPr>
              <a:endParaRPr lang="en-US" altLang="ja-JP" sz="1200" dirty="0">
                <a:solidFill>
                  <a:schemeClr val="bg1"/>
                </a:solidFill>
                <a:latin typeface="+mj-ea"/>
                <a:ea typeface="+mj-ea"/>
              </a:endParaRPr>
            </a:p>
            <a:p>
              <a:pPr eaLnBrk="1" hangingPunct="1">
                <a:spcBef>
                  <a:spcPts val="0"/>
                </a:spcBef>
              </a:pPr>
              <a:r>
                <a:rPr lang="ja-JP" altLang="en-US" sz="1200" dirty="0">
                  <a:solidFill>
                    <a:schemeClr val="bg1"/>
                  </a:solidFill>
                  <a:latin typeface="+mj-ea"/>
                  <a:ea typeface="+mj-ea"/>
                </a:rPr>
                <a:t>大阪事業所</a:t>
              </a:r>
              <a:endParaRPr lang="en-US" altLang="ja-JP" sz="1200" dirty="0">
                <a:solidFill>
                  <a:schemeClr val="bg1"/>
                </a:solidFill>
                <a:latin typeface="+mj-ea"/>
                <a:ea typeface="+mj-ea"/>
              </a:endParaRPr>
            </a:p>
            <a:p>
              <a:pPr eaLnBrk="1" hangingPunct="1">
                <a:spcBef>
                  <a:spcPts val="0"/>
                </a:spcBef>
              </a:pPr>
              <a:endParaRPr lang="en-US" altLang="ja-JP" sz="1200" dirty="0">
                <a:solidFill>
                  <a:schemeClr val="bg1"/>
                </a:solidFill>
                <a:latin typeface="+mj-ea"/>
                <a:ea typeface="+mj-ea"/>
              </a:endParaRPr>
            </a:p>
            <a:p>
              <a:pPr eaLnBrk="1" hangingPunct="1">
                <a:spcBef>
                  <a:spcPts val="0"/>
                </a:spcBef>
              </a:pPr>
              <a:endParaRPr lang="en-US" altLang="ja-JP" sz="1200" dirty="0">
                <a:solidFill>
                  <a:schemeClr val="bg1"/>
                </a:solidFill>
                <a:latin typeface="+mj-ea"/>
                <a:ea typeface="+mj-ea"/>
              </a:endParaRPr>
            </a:p>
            <a:p>
              <a:pPr eaLnBrk="1" hangingPunct="1">
                <a:spcBef>
                  <a:spcPts val="0"/>
                </a:spcBef>
              </a:pPr>
              <a:r>
                <a:rPr lang="ja-JP" altLang="en-US" sz="1200" dirty="0">
                  <a:solidFill>
                    <a:schemeClr val="bg1"/>
                  </a:solidFill>
                  <a:latin typeface="+mj-ea"/>
                  <a:ea typeface="+mj-ea"/>
                </a:rPr>
                <a:t>資本金</a:t>
              </a:r>
              <a:endParaRPr lang="en-US" altLang="ja-JP" sz="1200" dirty="0">
                <a:solidFill>
                  <a:schemeClr val="bg1"/>
                </a:solidFill>
                <a:latin typeface="+mj-ea"/>
                <a:ea typeface="+mj-ea"/>
              </a:endParaRPr>
            </a:p>
            <a:p>
              <a:pPr eaLnBrk="1" hangingPunct="1">
                <a:spcBef>
                  <a:spcPts val="0"/>
                </a:spcBef>
              </a:pPr>
              <a:endParaRPr lang="en-US" altLang="ja-JP" sz="1200" dirty="0">
                <a:solidFill>
                  <a:schemeClr val="bg1"/>
                </a:solidFill>
                <a:latin typeface="+mj-ea"/>
                <a:ea typeface="+mj-ea"/>
              </a:endParaRPr>
            </a:p>
            <a:p>
              <a:pPr eaLnBrk="1" hangingPunct="1">
                <a:spcBef>
                  <a:spcPts val="0"/>
                </a:spcBef>
              </a:pPr>
              <a:r>
                <a:rPr lang="ja-JP" altLang="en-US" sz="1200" dirty="0">
                  <a:solidFill>
                    <a:schemeClr val="bg1"/>
                  </a:solidFill>
                  <a:latin typeface="+mj-ea"/>
                  <a:ea typeface="+mj-ea"/>
                </a:rPr>
                <a:t>営業開始日</a:t>
              </a:r>
              <a:endParaRPr lang="en-US" altLang="ja-JP" sz="1200" dirty="0">
                <a:solidFill>
                  <a:schemeClr val="bg1"/>
                </a:solidFill>
                <a:latin typeface="+mj-ea"/>
                <a:ea typeface="+mj-ea"/>
              </a:endParaRPr>
            </a:p>
            <a:p>
              <a:pPr eaLnBrk="1" hangingPunct="1">
                <a:spcBef>
                  <a:spcPts val="0"/>
                </a:spcBef>
              </a:pPr>
              <a:endParaRPr lang="en-US" altLang="ja-JP" sz="800" dirty="0">
                <a:solidFill>
                  <a:schemeClr val="bg1"/>
                </a:solidFill>
                <a:latin typeface="+mj-ea"/>
                <a:ea typeface="+mj-ea"/>
              </a:endParaRPr>
            </a:p>
            <a:p>
              <a:pPr eaLnBrk="1" hangingPunct="1">
                <a:spcBef>
                  <a:spcPts val="0"/>
                </a:spcBef>
              </a:pPr>
              <a:r>
                <a:rPr lang="ja-JP" altLang="en-US" sz="1200" dirty="0">
                  <a:solidFill>
                    <a:schemeClr val="bg1"/>
                  </a:solidFill>
                  <a:latin typeface="+mj-ea"/>
                  <a:ea typeface="+mj-ea"/>
                </a:rPr>
                <a:t>代表者</a:t>
              </a:r>
              <a:endParaRPr lang="en-US" altLang="ja-JP" sz="1200" dirty="0">
                <a:solidFill>
                  <a:schemeClr val="bg1"/>
                </a:solidFill>
                <a:latin typeface="+mj-ea"/>
                <a:ea typeface="+mj-ea"/>
              </a:endParaRPr>
            </a:p>
            <a:p>
              <a:pPr eaLnBrk="1" hangingPunct="1">
                <a:spcBef>
                  <a:spcPts val="0"/>
                </a:spcBef>
              </a:pPr>
              <a:endParaRPr lang="en-US" altLang="ja-JP" sz="800" dirty="0">
                <a:solidFill>
                  <a:schemeClr val="bg1"/>
                </a:solidFill>
                <a:latin typeface="+mj-ea"/>
                <a:ea typeface="+mj-ea"/>
              </a:endParaRPr>
            </a:p>
            <a:p>
              <a:pPr>
                <a:spcBef>
                  <a:spcPts val="0"/>
                </a:spcBef>
              </a:pPr>
              <a:r>
                <a:rPr lang="ja-JP" altLang="en-US" sz="1200" dirty="0">
                  <a:solidFill>
                    <a:schemeClr val="bg1"/>
                  </a:solidFill>
                  <a:latin typeface="+mj-ea"/>
                  <a:ea typeface="+mj-ea"/>
                </a:rPr>
                <a:t>正社員数</a:t>
              </a:r>
              <a:endParaRPr lang="en-US" altLang="ja-JP" sz="1200" dirty="0">
                <a:solidFill>
                  <a:schemeClr val="bg1"/>
                </a:solidFill>
                <a:latin typeface="+mj-ea"/>
                <a:ea typeface="+mj-ea"/>
              </a:endParaRPr>
            </a:p>
            <a:p>
              <a:pPr>
                <a:spcBef>
                  <a:spcPts val="0"/>
                </a:spcBef>
              </a:pPr>
              <a:endParaRPr lang="en-US" altLang="ja-JP" sz="800" dirty="0">
                <a:solidFill>
                  <a:schemeClr val="bg1"/>
                </a:solidFill>
                <a:latin typeface="+mj-ea"/>
                <a:ea typeface="+mj-ea"/>
              </a:endParaRPr>
            </a:p>
            <a:p>
              <a:pPr>
                <a:spcBef>
                  <a:spcPts val="0"/>
                </a:spcBef>
              </a:pPr>
              <a:r>
                <a:rPr lang="ja-JP" altLang="en-US" sz="1200" dirty="0">
                  <a:solidFill>
                    <a:schemeClr val="bg1"/>
                  </a:solidFill>
                  <a:latin typeface="+mj-ea"/>
                  <a:ea typeface="+mj-ea"/>
                </a:rPr>
                <a:t>株主構成</a:t>
              </a:r>
              <a:endParaRPr lang="en-US" altLang="ja-JP" sz="1200" dirty="0">
                <a:solidFill>
                  <a:schemeClr val="bg1"/>
                </a:solidFill>
                <a:latin typeface="+mj-ea"/>
                <a:ea typeface="+mj-ea"/>
              </a:endParaRPr>
            </a:p>
            <a:p>
              <a:pPr>
                <a:spcBef>
                  <a:spcPts val="0"/>
                </a:spcBef>
              </a:pPr>
              <a:endParaRPr lang="en-US" altLang="ja-JP" sz="1200" dirty="0">
                <a:solidFill>
                  <a:schemeClr val="bg1"/>
                </a:solidFill>
                <a:latin typeface="+mj-ea"/>
                <a:ea typeface="+mj-ea"/>
              </a:endParaRPr>
            </a:p>
          </p:txBody>
        </p:sp>
        <p:sp>
          <p:nvSpPr>
            <p:cNvPr id="16" name="Text Box 11">
              <a:extLst>
                <a:ext uri="{FF2B5EF4-FFF2-40B4-BE49-F238E27FC236}">
                  <a16:creationId xmlns:a16="http://schemas.microsoft.com/office/drawing/2014/main" id="{F05C58B0-AB4B-FA86-A31F-5E36A670691B}"/>
                </a:ext>
              </a:extLst>
            </p:cNvPr>
            <p:cNvSpPr txBox="1">
              <a:spLocks noChangeArrowheads="1"/>
            </p:cNvSpPr>
            <p:nvPr/>
          </p:nvSpPr>
          <p:spPr bwMode="auto">
            <a:xfrm>
              <a:off x="1452090" y="2342518"/>
              <a:ext cx="3587319" cy="430887"/>
            </a:xfrm>
            <a:prstGeom prst="rect">
              <a:avLst/>
            </a:prstGeom>
            <a:noFill/>
            <a:ln>
              <a:noFill/>
            </a:ln>
          </p:spPr>
          <p:txBody>
            <a:bodyPr wrap="square">
              <a:spAutoFit/>
            </a:bodyPr>
            <a:lstStyle>
              <a:lvl1pPr>
                <a:defRPr kumimoji="1" sz="2400">
                  <a:solidFill>
                    <a:schemeClr val="tx1"/>
                  </a:solidFill>
                  <a:latin typeface="Arial" charset="0"/>
                  <a:ea typeface="ＭＳ Ｐゴシック" charset="-128"/>
                </a:defRPr>
              </a:lvl1pPr>
              <a:lvl2pPr marL="742950" indent="-285750">
                <a:defRPr kumimoji="1" sz="2400">
                  <a:solidFill>
                    <a:schemeClr val="tx1"/>
                  </a:solidFill>
                  <a:latin typeface="Arial" charset="0"/>
                  <a:ea typeface="ＭＳ Ｐゴシック" charset="-128"/>
                </a:defRPr>
              </a:lvl2pPr>
              <a:lvl3pPr marL="1143000" indent="-228600">
                <a:defRPr kumimoji="1" sz="2400">
                  <a:solidFill>
                    <a:schemeClr val="tx1"/>
                  </a:solidFill>
                  <a:latin typeface="Arial" charset="0"/>
                  <a:ea typeface="ＭＳ Ｐゴシック" charset="-128"/>
                </a:defRPr>
              </a:lvl3pPr>
              <a:lvl4pPr marL="1600200" indent="-228600">
                <a:defRPr kumimoji="1" sz="2400">
                  <a:solidFill>
                    <a:schemeClr val="tx1"/>
                  </a:solidFill>
                  <a:latin typeface="Arial" charset="0"/>
                  <a:ea typeface="ＭＳ Ｐゴシック" charset="-128"/>
                </a:defRPr>
              </a:lvl4pPr>
              <a:lvl5pPr marL="2057400" indent="-228600">
                <a:defRPr kumimoji="1" sz="2400">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sz="2400">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sz="2400">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sz="2400">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sz="2400">
                  <a:solidFill>
                    <a:schemeClr val="tx1"/>
                  </a:solidFill>
                  <a:latin typeface="Arial" charset="0"/>
                  <a:ea typeface="ＭＳ Ｐゴシック" charset="-128"/>
                </a:defRPr>
              </a:lvl9pPr>
            </a:lstStyle>
            <a:p>
              <a:pPr eaLnBrk="1" hangingPunct="1">
                <a:spcBef>
                  <a:spcPts val="0"/>
                </a:spcBef>
              </a:pPr>
              <a:r>
                <a:rPr lang="ja-JP" altLang="en-US" sz="1200">
                  <a:solidFill>
                    <a:srgbClr val="595959"/>
                  </a:solidFill>
                  <a:latin typeface="+mj-ea"/>
                  <a:ea typeface="+mj-ea"/>
                </a:rPr>
                <a:t>日本マスタートラスト信託銀行株式会社</a:t>
              </a:r>
              <a:br>
                <a:rPr lang="ja-JP" altLang="en-US" sz="1200">
                  <a:solidFill>
                    <a:srgbClr val="595959"/>
                  </a:solidFill>
                  <a:latin typeface="+mj-ea"/>
                  <a:ea typeface="+mj-ea"/>
                </a:rPr>
              </a:br>
              <a:r>
                <a:rPr lang="ja-JP" altLang="en-US" sz="1000">
                  <a:solidFill>
                    <a:srgbClr val="595959"/>
                  </a:solidFill>
                  <a:latin typeface="+mj-ea"/>
                  <a:ea typeface="+mj-ea"/>
                </a:rPr>
                <a:t>（</a:t>
              </a:r>
              <a:r>
                <a:rPr lang="en-US" altLang="ja-JP" sz="1000">
                  <a:solidFill>
                    <a:srgbClr val="595959"/>
                  </a:solidFill>
                  <a:latin typeface="+mj-ea"/>
                  <a:ea typeface="+mj-ea"/>
                </a:rPr>
                <a:t>The Master Trust Bank of Japan ,Ltd.</a:t>
              </a:r>
              <a:r>
                <a:rPr lang="ja-JP" altLang="en-US" sz="1000">
                  <a:solidFill>
                    <a:srgbClr val="595959"/>
                  </a:solidFill>
                  <a:latin typeface="+mj-ea"/>
                  <a:ea typeface="+mj-ea"/>
                </a:rPr>
                <a:t>）</a:t>
              </a:r>
              <a:endParaRPr lang="en" altLang="ja-JP" sz="1000">
                <a:solidFill>
                  <a:srgbClr val="595959"/>
                </a:solidFill>
                <a:latin typeface="+mj-ea"/>
                <a:ea typeface="+mj-ea"/>
              </a:endParaRPr>
            </a:p>
          </p:txBody>
        </p:sp>
        <p:grpSp>
          <p:nvGrpSpPr>
            <p:cNvPr id="21" name="グループ化 20">
              <a:extLst>
                <a:ext uri="{FF2B5EF4-FFF2-40B4-BE49-F238E27FC236}">
                  <a16:creationId xmlns:a16="http://schemas.microsoft.com/office/drawing/2014/main" id="{D9849483-CE7D-0974-AD2F-FE4D2DCCBD31}"/>
                </a:ext>
              </a:extLst>
            </p:cNvPr>
            <p:cNvGrpSpPr/>
            <p:nvPr/>
          </p:nvGrpSpPr>
          <p:grpSpPr>
            <a:xfrm>
              <a:off x="458628" y="2816273"/>
              <a:ext cx="982311" cy="3375194"/>
              <a:chOff x="626141" y="2697784"/>
              <a:chExt cx="5263662" cy="3375194"/>
            </a:xfrm>
          </p:grpSpPr>
          <p:cxnSp>
            <p:nvCxnSpPr>
              <p:cNvPr id="23" name="直線コネクタ 22">
                <a:extLst>
                  <a:ext uri="{FF2B5EF4-FFF2-40B4-BE49-F238E27FC236}">
                    <a16:creationId xmlns:a16="http://schemas.microsoft.com/office/drawing/2014/main" id="{564CD7AE-A5A0-1121-F606-EA738D77D8D1}"/>
                  </a:ext>
                </a:extLst>
              </p:cNvPr>
              <p:cNvCxnSpPr>
                <a:cxnSpLocks/>
              </p:cNvCxnSpPr>
              <p:nvPr/>
            </p:nvCxnSpPr>
            <p:spPr bwMode="auto">
              <a:xfrm>
                <a:off x="626141" y="2697784"/>
                <a:ext cx="5263662" cy="0"/>
              </a:xfrm>
              <a:prstGeom prst="line">
                <a:avLst/>
              </a:prstGeom>
              <a:ln w="9525">
                <a:solidFill>
                  <a:schemeClr val="bg1"/>
                </a:solidFill>
                <a:prstDash val="soli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4" name="直線コネクタ 23">
                <a:extLst>
                  <a:ext uri="{FF2B5EF4-FFF2-40B4-BE49-F238E27FC236}">
                    <a16:creationId xmlns:a16="http://schemas.microsoft.com/office/drawing/2014/main" id="{5AB698B3-C59F-1DC7-A62C-C14D9AEFB604}"/>
                  </a:ext>
                </a:extLst>
              </p:cNvPr>
              <p:cNvCxnSpPr>
                <a:cxnSpLocks/>
              </p:cNvCxnSpPr>
              <p:nvPr/>
            </p:nvCxnSpPr>
            <p:spPr bwMode="auto">
              <a:xfrm>
                <a:off x="626141" y="3199579"/>
                <a:ext cx="5263662" cy="0"/>
              </a:xfrm>
              <a:prstGeom prst="line">
                <a:avLst/>
              </a:prstGeom>
              <a:ln w="9525">
                <a:solidFill>
                  <a:schemeClr val="bg1"/>
                </a:solidFill>
                <a:prstDash val="soli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5" name="直線コネクタ 24">
                <a:extLst>
                  <a:ext uri="{FF2B5EF4-FFF2-40B4-BE49-F238E27FC236}">
                    <a16:creationId xmlns:a16="http://schemas.microsoft.com/office/drawing/2014/main" id="{5DF9D43B-DCD2-0781-B805-047E873D7FE7}"/>
                  </a:ext>
                </a:extLst>
              </p:cNvPr>
              <p:cNvCxnSpPr>
                <a:cxnSpLocks/>
              </p:cNvCxnSpPr>
              <p:nvPr/>
            </p:nvCxnSpPr>
            <p:spPr bwMode="auto">
              <a:xfrm>
                <a:off x="626141" y="3626136"/>
                <a:ext cx="5263662" cy="0"/>
              </a:xfrm>
              <a:prstGeom prst="line">
                <a:avLst/>
              </a:prstGeom>
              <a:ln w="9525">
                <a:solidFill>
                  <a:schemeClr val="bg1"/>
                </a:solidFill>
                <a:prstDash val="soli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6" name="直線コネクタ 25">
                <a:extLst>
                  <a:ext uri="{FF2B5EF4-FFF2-40B4-BE49-F238E27FC236}">
                    <a16:creationId xmlns:a16="http://schemas.microsoft.com/office/drawing/2014/main" id="{8E1FBFE2-8601-7F03-2223-015718458253}"/>
                  </a:ext>
                </a:extLst>
              </p:cNvPr>
              <p:cNvCxnSpPr>
                <a:cxnSpLocks/>
              </p:cNvCxnSpPr>
              <p:nvPr/>
            </p:nvCxnSpPr>
            <p:spPr bwMode="auto">
              <a:xfrm>
                <a:off x="626141" y="4450941"/>
                <a:ext cx="5263662" cy="0"/>
              </a:xfrm>
              <a:prstGeom prst="line">
                <a:avLst/>
              </a:prstGeom>
              <a:ln w="9525">
                <a:solidFill>
                  <a:schemeClr val="bg1"/>
                </a:solidFill>
                <a:prstDash val="soli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7" name="直線コネクタ 26">
                <a:extLst>
                  <a:ext uri="{FF2B5EF4-FFF2-40B4-BE49-F238E27FC236}">
                    <a16:creationId xmlns:a16="http://schemas.microsoft.com/office/drawing/2014/main" id="{396E07F2-3821-B86F-925D-B2A9978D5156}"/>
                  </a:ext>
                </a:extLst>
              </p:cNvPr>
              <p:cNvCxnSpPr>
                <a:cxnSpLocks/>
              </p:cNvCxnSpPr>
              <p:nvPr/>
            </p:nvCxnSpPr>
            <p:spPr bwMode="auto">
              <a:xfrm>
                <a:off x="626141" y="6072978"/>
                <a:ext cx="5263662" cy="0"/>
              </a:xfrm>
              <a:prstGeom prst="line">
                <a:avLst/>
              </a:prstGeom>
              <a:ln w="9525">
                <a:solidFill>
                  <a:schemeClr val="bg1"/>
                </a:solidFill>
                <a:prstDash val="soli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8" name="直線コネクタ 27">
                <a:extLst>
                  <a:ext uri="{FF2B5EF4-FFF2-40B4-BE49-F238E27FC236}">
                    <a16:creationId xmlns:a16="http://schemas.microsoft.com/office/drawing/2014/main" id="{4BBD77B9-1CAF-F8D5-DE4B-4B3D2ED3544D}"/>
                  </a:ext>
                </a:extLst>
              </p:cNvPr>
              <p:cNvCxnSpPr>
                <a:cxnSpLocks/>
              </p:cNvCxnSpPr>
              <p:nvPr/>
            </p:nvCxnSpPr>
            <p:spPr bwMode="auto">
              <a:xfrm>
                <a:off x="626141" y="4053630"/>
                <a:ext cx="5263662" cy="0"/>
              </a:xfrm>
              <a:prstGeom prst="line">
                <a:avLst/>
              </a:prstGeom>
              <a:ln w="9525">
                <a:solidFill>
                  <a:schemeClr val="bg1"/>
                </a:solidFill>
                <a:prstDash val="soli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29" name="直線コネクタ 28">
                <a:extLst>
                  <a:ext uri="{FF2B5EF4-FFF2-40B4-BE49-F238E27FC236}">
                    <a16:creationId xmlns:a16="http://schemas.microsoft.com/office/drawing/2014/main" id="{91C5245F-315A-C50F-0699-19C8C3F2E2F2}"/>
                  </a:ext>
                </a:extLst>
              </p:cNvPr>
              <p:cNvCxnSpPr>
                <a:cxnSpLocks/>
              </p:cNvCxnSpPr>
              <p:nvPr/>
            </p:nvCxnSpPr>
            <p:spPr bwMode="auto">
              <a:xfrm>
                <a:off x="626141" y="4764905"/>
                <a:ext cx="5263662" cy="0"/>
              </a:xfrm>
              <a:prstGeom prst="line">
                <a:avLst/>
              </a:prstGeom>
              <a:ln w="9525">
                <a:solidFill>
                  <a:schemeClr val="bg1"/>
                </a:solidFill>
                <a:prstDash val="solid"/>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30" name="直線コネクタ 29">
                <a:extLst>
                  <a:ext uri="{FF2B5EF4-FFF2-40B4-BE49-F238E27FC236}">
                    <a16:creationId xmlns:a16="http://schemas.microsoft.com/office/drawing/2014/main" id="{68C52C03-CB90-F312-CC15-7FE86A275FB9}"/>
                  </a:ext>
                </a:extLst>
              </p:cNvPr>
              <p:cNvCxnSpPr>
                <a:cxnSpLocks/>
              </p:cNvCxnSpPr>
              <p:nvPr/>
            </p:nvCxnSpPr>
            <p:spPr bwMode="auto">
              <a:xfrm>
                <a:off x="626141" y="5066683"/>
                <a:ext cx="5263662" cy="0"/>
              </a:xfrm>
              <a:prstGeom prst="line">
                <a:avLst/>
              </a:prstGeom>
              <a:ln w="9525">
                <a:solidFill>
                  <a:schemeClr val="bg1"/>
                </a:solidFill>
                <a:prstDash val="solid"/>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sp>
          <p:nvSpPr>
            <p:cNvPr id="32" name="Text Box 11">
              <a:extLst>
                <a:ext uri="{FF2B5EF4-FFF2-40B4-BE49-F238E27FC236}">
                  <a16:creationId xmlns:a16="http://schemas.microsoft.com/office/drawing/2014/main" id="{E5821418-D4A2-78B8-E078-8DE1A8B5A08D}"/>
                </a:ext>
              </a:extLst>
            </p:cNvPr>
            <p:cNvSpPr txBox="1">
              <a:spLocks noChangeArrowheads="1"/>
            </p:cNvSpPr>
            <p:nvPr/>
          </p:nvSpPr>
          <p:spPr bwMode="auto">
            <a:xfrm>
              <a:off x="1452090" y="2833172"/>
              <a:ext cx="3587319" cy="461665"/>
            </a:xfrm>
            <a:prstGeom prst="rect">
              <a:avLst/>
            </a:prstGeom>
            <a:noFill/>
            <a:ln>
              <a:noFill/>
            </a:ln>
          </p:spPr>
          <p:txBody>
            <a:bodyPr wrap="square">
              <a:spAutoFit/>
            </a:bodyPr>
            <a:lstStyle>
              <a:lvl1pPr>
                <a:defRPr kumimoji="1" sz="2400">
                  <a:solidFill>
                    <a:schemeClr val="tx1"/>
                  </a:solidFill>
                  <a:latin typeface="Arial" charset="0"/>
                  <a:ea typeface="ＭＳ Ｐゴシック" charset="-128"/>
                </a:defRPr>
              </a:lvl1pPr>
              <a:lvl2pPr marL="742950" indent="-285750">
                <a:defRPr kumimoji="1" sz="2400">
                  <a:solidFill>
                    <a:schemeClr val="tx1"/>
                  </a:solidFill>
                  <a:latin typeface="Arial" charset="0"/>
                  <a:ea typeface="ＭＳ Ｐゴシック" charset="-128"/>
                </a:defRPr>
              </a:lvl2pPr>
              <a:lvl3pPr marL="1143000" indent="-228600">
                <a:defRPr kumimoji="1" sz="2400">
                  <a:solidFill>
                    <a:schemeClr val="tx1"/>
                  </a:solidFill>
                  <a:latin typeface="Arial" charset="0"/>
                  <a:ea typeface="ＭＳ Ｐゴシック" charset="-128"/>
                </a:defRPr>
              </a:lvl3pPr>
              <a:lvl4pPr marL="1600200" indent="-228600">
                <a:defRPr kumimoji="1" sz="2400">
                  <a:solidFill>
                    <a:schemeClr val="tx1"/>
                  </a:solidFill>
                  <a:latin typeface="Arial" charset="0"/>
                  <a:ea typeface="ＭＳ Ｐゴシック" charset="-128"/>
                </a:defRPr>
              </a:lvl4pPr>
              <a:lvl5pPr marL="2057400" indent="-228600">
                <a:defRPr kumimoji="1" sz="2400">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sz="2400">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sz="2400">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sz="2400">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sz="2400">
                  <a:solidFill>
                    <a:schemeClr val="tx1"/>
                  </a:solidFill>
                  <a:latin typeface="Arial" charset="0"/>
                  <a:ea typeface="ＭＳ Ｐゴシック" charset="-128"/>
                </a:defRPr>
              </a:lvl9pPr>
            </a:lstStyle>
            <a:p>
              <a:pPr eaLnBrk="1" hangingPunct="1">
                <a:spcBef>
                  <a:spcPts val="0"/>
                </a:spcBef>
              </a:pPr>
              <a:r>
                <a:rPr lang="ja-JP" altLang="en-US" sz="1200">
                  <a:solidFill>
                    <a:srgbClr val="595959"/>
                  </a:solidFill>
                  <a:latin typeface="+mj-ea"/>
                  <a:ea typeface="+mj-ea"/>
                </a:rPr>
                <a:t>東京都港区赤坂</a:t>
              </a:r>
              <a:r>
                <a:rPr lang="en-US" altLang="ja-JP" sz="1200">
                  <a:solidFill>
                    <a:srgbClr val="595959"/>
                  </a:solidFill>
                  <a:latin typeface="+mj-ea"/>
                  <a:ea typeface="+mj-ea"/>
                </a:rPr>
                <a:t>1</a:t>
              </a:r>
              <a:r>
                <a:rPr lang="ja-JP" altLang="en-US" sz="1200">
                  <a:solidFill>
                    <a:srgbClr val="595959"/>
                  </a:solidFill>
                  <a:latin typeface="+mj-ea"/>
                  <a:ea typeface="+mj-ea"/>
                </a:rPr>
                <a:t>丁目</a:t>
              </a:r>
              <a:r>
                <a:rPr lang="en-US" altLang="ja-JP" sz="1200">
                  <a:solidFill>
                    <a:srgbClr val="595959"/>
                  </a:solidFill>
                  <a:latin typeface="+mj-ea"/>
                  <a:ea typeface="+mj-ea"/>
                </a:rPr>
                <a:t>8</a:t>
              </a:r>
              <a:r>
                <a:rPr lang="ja-JP" altLang="en-US" sz="1200">
                  <a:solidFill>
                    <a:srgbClr val="595959"/>
                  </a:solidFill>
                  <a:latin typeface="+mj-ea"/>
                  <a:ea typeface="+mj-ea"/>
                </a:rPr>
                <a:t>番</a:t>
              </a:r>
              <a:r>
                <a:rPr lang="en-US" altLang="ja-JP" sz="1200">
                  <a:solidFill>
                    <a:srgbClr val="595959"/>
                  </a:solidFill>
                  <a:latin typeface="+mj-ea"/>
                  <a:ea typeface="+mj-ea"/>
                </a:rPr>
                <a:t>1</a:t>
              </a:r>
              <a:r>
                <a:rPr lang="ja-JP" altLang="en-US" sz="1200">
                  <a:solidFill>
                    <a:srgbClr val="595959"/>
                  </a:solidFill>
                  <a:latin typeface="+mj-ea"/>
                  <a:ea typeface="+mj-ea"/>
                </a:rPr>
                <a:t>号</a:t>
              </a:r>
              <a:endParaRPr lang="en-US" altLang="ja-JP" sz="1200">
                <a:solidFill>
                  <a:srgbClr val="595959"/>
                </a:solidFill>
                <a:latin typeface="+mj-ea"/>
                <a:ea typeface="+mj-ea"/>
              </a:endParaRPr>
            </a:p>
            <a:p>
              <a:pPr eaLnBrk="1" hangingPunct="1">
                <a:spcBef>
                  <a:spcPts val="0"/>
                </a:spcBef>
              </a:pPr>
              <a:r>
                <a:rPr lang="ja-JP" altLang="en-US" sz="1200">
                  <a:solidFill>
                    <a:srgbClr val="595959"/>
                  </a:solidFill>
                  <a:latin typeface="+mj-ea"/>
                  <a:ea typeface="+mj-ea"/>
                </a:rPr>
                <a:t>赤坂インターシティ</a:t>
              </a:r>
              <a:r>
                <a:rPr lang="en" altLang="ja-JP" sz="1200">
                  <a:solidFill>
                    <a:srgbClr val="595959"/>
                  </a:solidFill>
                  <a:latin typeface="+mj-ea"/>
                  <a:ea typeface="+mj-ea"/>
                </a:rPr>
                <a:t>AIR</a:t>
              </a:r>
              <a:endParaRPr lang="en-US" altLang="ja-JP" sz="1000">
                <a:solidFill>
                  <a:srgbClr val="595959"/>
                </a:solidFill>
                <a:latin typeface="+mj-ea"/>
                <a:ea typeface="+mj-ea"/>
              </a:endParaRPr>
            </a:p>
          </p:txBody>
        </p:sp>
        <p:sp>
          <p:nvSpPr>
            <p:cNvPr id="33" name="Text Box 11">
              <a:extLst>
                <a:ext uri="{FF2B5EF4-FFF2-40B4-BE49-F238E27FC236}">
                  <a16:creationId xmlns:a16="http://schemas.microsoft.com/office/drawing/2014/main" id="{9769B7EE-33DE-4BB3-F954-0356958C68E6}"/>
                </a:ext>
              </a:extLst>
            </p:cNvPr>
            <p:cNvSpPr txBox="1">
              <a:spLocks noChangeArrowheads="1"/>
            </p:cNvSpPr>
            <p:nvPr/>
          </p:nvSpPr>
          <p:spPr bwMode="auto">
            <a:xfrm>
              <a:off x="1452090" y="3789240"/>
              <a:ext cx="3587319" cy="276999"/>
            </a:xfrm>
            <a:prstGeom prst="rect">
              <a:avLst/>
            </a:prstGeom>
            <a:noFill/>
            <a:ln>
              <a:noFill/>
            </a:ln>
          </p:spPr>
          <p:txBody>
            <a:bodyPr wrap="square">
              <a:spAutoFit/>
            </a:bodyPr>
            <a:lstStyle>
              <a:lvl1pPr>
                <a:defRPr kumimoji="1" sz="2400">
                  <a:solidFill>
                    <a:schemeClr val="tx1"/>
                  </a:solidFill>
                  <a:latin typeface="Arial" charset="0"/>
                  <a:ea typeface="ＭＳ Ｐゴシック" charset="-128"/>
                </a:defRPr>
              </a:lvl1pPr>
              <a:lvl2pPr marL="742950" indent="-285750">
                <a:defRPr kumimoji="1" sz="2400">
                  <a:solidFill>
                    <a:schemeClr val="tx1"/>
                  </a:solidFill>
                  <a:latin typeface="Arial" charset="0"/>
                  <a:ea typeface="ＭＳ Ｐゴシック" charset="-128"/>
                </a:defRPr>
              </a:lvl2pPr>
              <a:lvl3pPr marL="1143000" indent="-228600">
                <a:defRPr kumimoji="1" sz="2400">
                  <a:solidFill>
                    <a:schemeClr val="tx1"/>
                  </a:solidFill>
                  <a:latin typeface="Arial" charset="0"/>
                  <a:ea typeface="ＭＳ Ｐゴシック" charset="-128"/>
                </a:defRPr>
              </a:lvl3pPr>
              <a:lvl4pPr marL="1600200" indent="-228600">
                <a:defRPr kumimoji="1" sz="2400">
                  <a:solidFill>
                    <a:schemeClr val="tx1"/>
                  </a:solidFill>
                  <a:latin typeface="Arial" charset="0"/>
                  <a:ea typeface="ＭＳ Ｐゴシック" charset="-128"/>
                </a:defRPr>
              </a:lvl4pPr>
              <a:lvl5pPr marL="2057400" indent="-228600">
                <a:defRPr kumimoji="1" sz="2400">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sz="2400">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sz="2400">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sz="2400">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sz="2400">
                  <a:solidFill>
                    <a:schemeClr val="tx1"/>
                  </a:solidFill>
                  <a:latin typeface="Arial" charset="0"/>
                  <a:ea typeface="ＭＳ Ｐゴシック" charset="-128"/>
                </a:defRPr>
              </a:lvl9pPr>
            </a:lstStyle>
            <a:p>
              <a:pPr eaLnBrk="1" hangingPunct="1">
                <a:spcBef>
                  <a:spcPts val="0"/>
                </a:spcBef>
              </a:pPr>
              <a:r>
                <a:rPr lang="en-US" altLang="ja-JP" sz="1200">
                  <a:solidFill>
                    <a:srgbClr val="595959"/>
                  </a:solidFill>
                  <a:latin typeface="+mj-ea"/>
                  <a:ea typeface="+mj-ea"/>
                </a:rPr>
                <a:t>100</a:t>
              </a:r>
              <a:r>
                <a:rPr lang="ja-JP" altLang="en-US" sz="1200">
                  <a:solidFill>
                    <a:srgbClr val="595959"/>
                  </a:solidFill>
                  <a:latin typeface="+mj-ea"/>
                  <a:ea typeface="+mj-ea"/>
                </a:rPr>
                <a:t>億円</a:t>
              </a:r>
              <a:endParaRPr lang="en-US" altLang="ja-JP" sz="1200">
                <a:solidFill>
                  <a:srgbClr val="595959"/>
                </a:solidFill>
                <a:latin typeface="+mj-ea"/>
                <a:ea typeface="+mj-ea"/>
              </a:endParaRPr>
            </a:p>
          </p:txBody>
        </p:sp>
        <p:sp>
          <p:nvSpPr>
            <p:cNvPr id="34" name="Text Box 11">
              <a:extLst>
                <a:ext uri="{FF2B5EF4-FFF2-40B4-BE49-F238E27FC236}">
                  <a16:creationId xmlns:a16="http://schemas.microsoft.com/office/drawing/2014/main" id="{74755FDF-77A4-5906-4BC5-98B8CBF18DC7}"/>
                </a:ext>
              </a:extLst>
            </p:cNvPr>
            <p:cNvSpPr txBox="1">
              <a:spLocks noChangeArrowheads="1"/>
            </p:cNvSpPr>
            <p:nvPr/>
          </p:nvSpPr>
          <p:spPr bwMode="auto">
            <a:xfrm>
              <a:off x="1452090" y="4271678"/>
              <a:ext cx="3587319" cy="276999"/>
            </a:xfrm>
            <a:prstGeom prst="rect">
              <a:avLst/>
            </a:prstGeom>
            <a:noFill/>
            <a:ln>
              <a:noFill/>
            </a:ln>
          </p:spPr>
          <p:txBody>
            <a:bodyPr wrap="square">
              <a:spAutoFit/>
            </a:bodyPr>
            <a:lstStyle>
              <a:lvl1pPr>
                <a:defRPr kumimoji="1" sz="2400">
                  <a:solidFill>
                    <a:schemeClr val="tx1"/>
                  </a:solidFill>
                  <a:latin typeface="Arial" charset="0"/>
                  <a:ea typeface="ＭＳ Ｐゴシック" charset="-128"/>
                </a:defRPr>
              </a:lvl1pPr>
              <a:lvl2pPr marL="742950" indent="-285750">
                <a:defRPr kumimoji="1" sz="2400">
                  <a:solidFill>
                    <a:schemeClr val="tx1"/>
                  </a:solidFill>
                  <a:latin typeface="Arial" charset="0"/>
                  <a:ea typeface="ＭＳ Ｐゴシック" charset="-128"/>
                </a:defRPr>
              </a:lvl2pPr>
              <a:lvl3pPr marL="1143000" indent="-228600">
                <a:defRPr kumimoji="1" sz="2400">
                  <a:solidFill>
                    <a:schemeClr val="tx1"/>
                  </a:solidFill>
                  <a:latin typeface="Arial" charset="0"/>
                  <a:ea typeface="ＭＳ Ｐゴシック" charset="-128"/>
                </a:defRPr>
              </a:lvl3pPr>
              <a:lvl4pPr marL="1600200" indent="-228600">
                <a:defRPr kumimoji="1" sz="2400">
                  <a:solidFill>
                    <a:schemeClr val="tx1"/>
                  </a:solidFill>
                  <a:latin typeface="Arial" charset="0"/>
                  <a:ea typeface="ＭＳ Ｐゴシック" charset="-128"/>
                </a:defRPr>
              </a:lvl4pPr>
              <a:lvl5pPr marL="2057400" indent="-228600">
                <a:defRPr kumimoji="1" sz="2400">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sz="2400">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sz="2400">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sz="2400">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sz="2400">
                  <a:solidFill>
                    <a:schemeClr val="tx1"/>
                  </a:solidFill>
                  <a:latin typeface="Arial" charset="0"/>
                  <a:ea typeface="ＭＳ Ｐゴシック" charset="-128"/>
                </a:defRPr>
              </a:lvl9pPr>
            </a:lstStyle>
            <a:p>
              <a:pPr eaLnBrk="1" hangingPunct="1">
                <a:spcBef>
                  <a:spcPts val="0"/>
                </a:spcBef>
              </a:pPr>
              <a:r>
                <a:rPr lang="en-US" altLang="ja-JP" sz="1200">
                  <a:solidFill>
                    <a:srgbClr val="595959"/>
                  </a:solidFill>
                  <a:latin typeface="+mj-ea"/>
                  <a:ea typeface="+mj-ea"/>
                </a:rPr>
                <a:t>2000</a:t>
              </a:r>
              <a:r>
                <a:rPr lang="ja-JP" altLang="en-US" sz="1200">
                  <a:solidFill>
                    <a:srgbClr val="595959"/>
                  </a:solidFill>
                  <a:latin typeface="+mj-ea"/>
                  <a:ea typeface="+mj-ea"/>
                </a:rPr>
                <a:t>年</a:t>
              </a:r>
              <a:r>
                <a:rPr lang="en-US" altLang="ja-JP" sz="1200">
                  <a:solidFill>
                    <a:srgbClr val="595959"/>
                  </a:solidFill>
                  <a:latin typeface="+mj-ea"/>
                  <a:ea typeface="+mj-ea"/>
                </a:rPr>
                <a:t>5</a:t>
              </a:r>
              <a:r>
                <a:rPr lang="ja-JP" altLang="en-US" sz="1200">
                  <a:solidFill>
                    <a:srgbClr val="595959"/>
                  </a:solidFill>
                  <a:latin typeface="+mj-ea"/>
                  <a:ea typeface="+mj-ea"/>
                </a:rPr>
                <a:t>月</a:t>
              </a:r>
              <a:r>
                <a:rPr lang="en-US" altLang="ja-JP" sz="1200">
                  <a:solidFill>
                    <a:srgbClr val="595959"/>
                  </a:solidFill>
                  <a:latin typeface="+mj-ea"/>
                  <a:ea typeface="+mj-ea"/>
                </a:rPr>
                <a:t>9</a:t>
              </a:r>
              <a:r>
                <a:rPr lang="ja-JP" altLang="en-US" sz="1200">
                  <a:solidFill>
                    <a:srgbClr val="595959"/>
                  </a:solidFill>
                  <a:latin typeface="+mj-ea"/>
                  <a:ea typeface="+mj-ea"/>
                </a:rPr>
                <a:t>日</a:t>
              </a:r>
              <a:endParaRPr lang="en-US" altLang="ja-JP" sz="1200">
                <a:solidFill>
                  <a:srgbClr val="595959"/>
                </a:solidFill>
                <a:latin typeface="+mj-ea"/>
                <a:ea typeface="+mj-ea"/>
              </a:endParaRPr>
            </a:p>
          </p:txBody>
        </p:sp>
        <p:sp>
          <p:nvSpPr>
            <p:cNvPr id="35" name="Text Box 11">
              <a:extLst>
                <a:ext uri="{FF2B5EF4-FFF2-40B4-BE49-F238E27FC236}">
                  <a16:creationId xmlns:a16="http://schemas.microsoft.com/office/drawing/2014/main" id="{9AA84539-1BDB-75F2-8756-D0BE5683B07F}"/>
                </a:ext>
              </a:extLst>
            </p:cNvPr>
            <p:cNvSpPr txBox="1">
              <a:spLocks noChangeArrowheads="1"/>
            </p:cNvSpPr>
            <p:nvPr/>
          </p:nvSpPr>
          <p:spPr bwMode="auto">
            <a:xfrm>
              <a:off x="1452090" y="4595063"/>
              <a:ext cx="3587319" cy="276999"/>
            </a:xfrm>
            <a:prstGeom prst="rect">
              <a:avLst/>
            </a:prstGeom>
            <a:noFill/>
            <a:ln>
              <a:noFill/>
            </a:ln>
          </p:spPr>
          <p:txBody>
            <a:bodyPr wrap="square">
              <a:spAutoFit/>
            </a:bodyPr>
            <a:lstStyle>
              <a:lvl1pPr>
                <a:defRPr kumimoji="1" sz="2400">
                  <a:solidFill>
                    <a:schemeClr val="tx1"/>
                  </a:solidFill>
                  <a:latin typeface="Arial" charset="0"/>
                  <a:ea typeface="ＭＳ Ｐゴシック" charset="-128"/>
                </a:defRPr>
              </a:lvl1pPr>
              <a:lvl2pPr marL="742950" indent="-285750">
                <a:defRPr kumimoji="1" sz="2400">
                  <a:solidFill>
                    <a:schemeClr val="tx1"/>
                  </a:solidFill>
                  <a:latin typeface="Arial" charset="0"/>
                  <a:ea typeface="ＭＳ Ｐゴシック" charset="-128"/>
                </a:defRPr>
              </a:lvl2pPr>
              <a:lvl3pPr marL="1143000" indent="-228600">
                <a:defRPr kumimoji="1" sz="2400">
                  <a:solidFill>
                    <a:schemeClr val="tx1"/>
                  </a:solidFill>
                  <a:latin typeface="Arial" charset="0"/>
                  <a:ea typeface="ＭＳ Ｐゴシック" charset="-128"/>
                </a:defRPr>
              </a:lvl3pPr>
              <a:lvl4pPr marL="1600200" indent="-228600">
                <a:defRPr kumimoji="1" sz="2400">
                  <a:solidFill>
                    <a:schemeClr val="tx1"/>
                  </a:solidFill>
                  <a:latin typeface="Arial" charset="0"/>
                  <a:ea typeface="ＭＳ Ｐゴシック" charset="-128"/>
                </a:defRPr>
              </a:lvl4pPr>
              <a:lvl5pPr marL="2057400" indent="-228600">
                <a:defRPr kumimoji="1" sz="2400">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sz="2400">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sz="2400">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sz="2400">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sz="2400">
                  <a:solidFill>
                    <a:schemeClr val="tx1"/>
                  </a:solidFill>
                  <a:latin typeface="Arial" charset="0"/>
                  <a:ea typeface="ＭＳ Ｐゴシック" charset="-128"/>
                </a:defRPr>
              </a:lvl9pPr>
            </a:lstStyle>
            <a:p>
              <a:pPr eaLnBrk="1" hangingPunct="1">
                <a:spcBef>
                  <a:spcPts val="0"/>
                </a:spcBef>
              </a:pPr>
              <a:r>
                <a:rPr lang="ja-JP" altLang="en-US" sz="1200" dirty="0">
                  <a:solidFill>
                    <a:srgbClr val="595959"/>
                  </a:solidFill>
                  <a:latin typeface="+mj-ea"/>
                  <a:ea typeface="+mj-ea"/>
                </a:rPr>
                <a:t>代表取締役社長　安藤裕史</a:t>
              </a:r>
              <a:endParaRPr lang="en-US" altLang="ja-JP" sz="1200" dirty="0">
                <a:solidFill>
                  <a:srgbClr val="595959"/>
                </a:solidFill>
                <a:latin typeface="+mj-ea"/>
                <a:ea typeface="+mj-ea"/>
              </a:endParaRPr>
            </a:p>
          </p:txBody>
        </p:sp>
        <p:grpSp>
          <p:nvGrpSpPr>
            <p:cNvPr id="57" name="グループ化 56">
              <a:extLst>
                <a:ext uri="{FF2B5EF4-FFF2-40B4-BE49-F238E27FC236}">
                  <a16:creationId xmlns:a16="http://schemas.microsoft.com/office/drawing/2014/main" id="{D4D7DAD7-B69F-D18B-6CB0-BABEBFEBB34E}"/>
                </a:ext>
              </a:extLst>
            </p:cNvPr>
            <p:cNvGrpSpPr/>
            <p:nvPr/>
          </p:nvGrpSpPr>
          <p:grpSpPr>
            <a:xfrm>
              <a:off x="1445411" y="2816273"/>
              <a:ext cx="3593998" cy="3364043"/>
              <a:chOff x="626141" y="2697784"/>
              <a:chExt cx="5263662" cy="3364043"/>
            </a:xfrm>
          </p:grpSpPr>
          <p:cxnSp>
            <p:nvCxnSpPr>
              <p:cNvPr id="58" name="直線コネクタ 57">
                <a:extLst>
                  <a:ext uri="{FF2B5EF4-FFF2-40B4-BE49-F238E27FC236}">
                    <a16:creationId xmlns:a16="http://schemas.microsoft.com/office/drawing/2014/main" id="{5075FC08-F1F8-7B96-7036-E622855C763D}"/>
                  </a:ext>
                </a:extLst>
              </p:cNvPr>
              <p:cNvCxnSpPr>
                <a:cxnSpLocks/>
              </p:cNvCxnSpPr>
              <p:nvPr/>
            </p:nvCxnSpPr>
            <p:spPr bwMode="auto">
              <a:xfrm>
                <a:off x="626141" y="2697784"/>
                <a:ext cx="5263662" cy="0"/>
              </a:xfrm>
              <a:prstGeom prst="line">
                <a:avLst/>
              </a:prstGeom>
              <a:ln>
                <a:solidFill>
                  <a:srgbClr val="7A9EAF"/>
                </a:solidFill>
                <a:prstDash val="dash"/>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59" name="直線コネクタ 58">
                <a:extLst>
                  <a:ext uri="{FF2B5EF4-FFF2-40B4-BE49-F238E27FC236}">
                    <a16:creationId xmlns:a16="http://schemas.microsoft.com/office/drawing/2014/main" id="{26410E78-AF0D-E479-3501-564519EF3507}"/>
                  </a:ext>
                </a:extLst>
              </p:cNvPr>
              <p:cNvCxnSpPr>
                <a:cxnSpLocks/>
              </p:cNvCxnSpPr>
              <p:nvPr/>
            </p:nvCxnSpPr>
            <p:spPr bwMode="auto">
              <a:xfrm>
                <a:off x="626141" y="3199579"/>
                <a:ext cx="5263662" cy="0"/>
              </a:xfrm>
              <a:prstGeom prst="line">
                <a:avLst/>
              </a:prstGeom>
              <a:ln>
                <a:solidFill>
                  <a:srgbClr val="7A9EAF"/>
                </a:solidFill>
                <a:prstDash val="dash"/>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60" name="直線コネクタ 59">
                <a:extLst>
                  <a:ext uri="{FF2B5EF4-FFF2-40B4-BE49-F238E27FC236}">
                    <a16:creationId xmlns:a16="http://schemas.microsoft.com/office/drawing/2014/main" id="{F4F8B8E7-46F5-0064-9FE7-AA81FB2AF70F}"/>
                  </a:ext>
                </a:extLst>
              </p:cNvPr>
              <p:cNvCxnSpPr>
                <a:cxnSpLocks/>
              </p:cNvCxnSpPr>
              <p:nvPr/>
            </p:nvCxnSpPr>
            <p:spPr bwMode="auto">
              <a:xfrm>
                <a:off x="626141" y="3624233"/>
                <a:ext cx="5263662" cy="0"/>
              </a:xfrm>
              <a:prstGeom prst="line">
                <a:avLst/>
              </a:prstGeom>
              <a:ln>
                <a:solidFill>
                  <a:srgbClr val="7A9EAF"/>
                </a:solidFill>
                <a:prstDash val="dash"/>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61" name="直線コネクタ 60">
                <a:extLst>
                  <a:ext uri="{FF2B5EF4-FFF2-40B4-BE49-F238E27FC236}">
                    <a16:creationId xmlns:a16="http://schemas.microsoft.com/office/drawing/2014/main" id="{C679C998-71B8-89CA-DB6B-0CA993B0EFFC}"/>
                  </a:ext>
                </a:extLst>
              </p:cNvPr>
              <p:cNvCxnSpPr>
                <a:cxnSpLocks/>
              </p:cNvCxnSpPr>
              <p:nvPr/>
            </p:nvCxnSpPr>
            <p:spPr bwMode="auto">
              <a:xfrm>
                <a:off x="626141" y="4454972"/>
                <a:ext cx="5263662" cy="0"/>
              </a:xfrm>
              <a:prstGeom prst="line">
                <a:avLst/>
              </a:prstGeom>
              <a:ln>
                <a:solidFill>
                  <a:srgbClr val="7A9EAF"/>
                </a:solidFill>
                <a:prstDash val="dash"/>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62" name="直線コネクタ 61">
                <a:extLst>
                  <a:ext uri="{FF2B5EF4-FFF2-40B4-BE49-F238E27FC236}">
                    <a16:creationId xmlns:a16="http://schemas.microsoft.com/office/drawing/2014/main" id="{80B6F79E-E364-6455-BB9C-032E3E70261D}"/>
                  </a:ext>
                </a:extLst>
              </p:cNvPr>
              <p:cNvCxnSpPr>
                <a:cxnSpLocks/>
              </p:cNvCxnSpPr>
              <p:nvPr/>
            </p:nvCxnSpPr>
            <p:spPr bwMode="auto">
              <a:xfrm>
                <a:off x="626141" y="6061827"/>
                <a:ext cx="5263662" cy="0"/>
              </a:xfrm>
              <a:prstGeom prst="line">
                <a:avLst/>
              </a:prstGeom>
              <a:ln>
                <a:solidFill>
                  <a:srgbClr val="7A9EAF"/>
                </a:solidFill>
                <a:prstDash val="dash"/>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63" name="直線コネクタ 62">
                <a:extLst>
                  <a:ext uri="{FF2B5EF4-FFF2-40B4-BE49-F238E27FC236}">
                    <a16:creationId xmlns:a16="http://schemas.microsoft.com/office/drawing/2014/main" id="{9A916F61-1E21-3549-76FE-B7210A9D0C5E}"/>
                  </a:ext>
                </a:extLst>
              </p:cNvPr>
              <p:cNvCxnSpPr>
                <a:cxnSpLocks/>
              </p:cNvCxnSpPr>
              <p:nvPr/>
            </p:nvCxnSpPr>
            <p:spPr bwMode="auto">
              <a:xfrm>
                <a:off x="626141" y="4053629"/>
                <a:ext cx="5263662" cy="0"/>
              </a:xfrm>
              <a:prstGeom prst="line">
                <a:avLst/>
              </a:prstGeom>
              <a:ln>
                <a:solidFill>
                  <a:srgbClr val="7A9EAF"/>
                </a:solidFill>
                <a:prstDash val="dash"/>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64" name="直線コネクタ 63">
                <a:extLst>
                  <a:ext uri="{FF2B5EF4-FFF2-40B4-BE49-F238E27FC236}">
                    <a16:creationId xmlns:a16="http://schemas.microsoft.com/office/drawing/2014/main" id="{29BC170C-BE96-C737-A8A5-0F6E37E85144}"/>
                  </a:ext>
                </a:extLst>
              </p:cNvPr>
              <p:cNvCxnSpPr>
                <a:cxnSpLocks/>
              </p:cNvCxnSpPr>
              <p:nvPr/>
            </p:nvCxnSpPr>
            <p:spPr bwMode="auto">
              <a:xfrm>
                <a:off x="626141" y="4768936"/>
                <a:ext cx="5263662" cy="0"/>
              </a:xfrm>
              <a:prstGeom prst="line">
                <a:avLst/>
              </a:prstGeom>
              <a:ln>
                <a:solidFill>
                  <a:srgbClr val="7A9EAF"/>
                </a:solidFill>
                <a:prstDash val="dash"/>
                <a:headEnd type="none" w="med" len="med"/>
                <a:tailEnd type="none" w="med" len="med"/>
              </a:ln>
            </p:spPr>
            <p:style>
              <a:lnRef idx="1">
                <a:schemeClr val="accent4"/>
              </a:lnRef>
              <a:fillRef idx="0">
                <a:schemeClr val="accent4"/>
              </a:fillRef>
              <a:effectRef idx="0">
                <a:schemeClr val="accent4"/>
              </a:effectRef>
              <a:fontRef idx="minor">
                <a:schemeClr val="tx1"/>
              </a:fontRef>
            </p:style>
          </p:cxnSp>
          <p:cxnSp>
            <p:nvCxnSpPr>
              <p:cNvPr id="65" name="直線コネクタ 64">
                <a:extLst>
                  <a:ext uri="{FF2B5EF4-FFF2-40B4-BE49-F238E27FC236}">
                    <a16:creationId xmlns:a16="http://schemas.microsoft.com/office/drawing/2014/main" id="{9F00D324-4C02-CB21-B36B-99F343A8EAB3}"/>
                  </a:ext>
                </a:extLst>
              </p:cNvPr>
              <p:cNvCxnSpPr>
                <a:cxnSpLocks/>
              </p:cNvCxnSpPr>
              <p:nvPr/>
            </p:nvCxnSpPr>
            <p:spPr bwMode="auto">
              <a:xfrm>
                <a:off x="626141" y="5070714"/>
                <a:ext cx="5263662" cy="0"/>
              </a:xfrm>
              <a:prstGeom prst="line">
                <a:avLst/>
              </a:prstGeom>
              <a:ln>
                <a:solidFill>
                  <a:srgbClr val="7A9EAF"/>
                </a:solidFill>
                <a:prstDash val="dash"/>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sp>
          <p:nvSpPr>
            <p:cNvPr id="66" name="Text Box 11">
              <a:extLst>
                <a:ext uri="{FF2B5EF4-FFF2-40B4-BE49-F238E27FC236}">
                  <a16:creationId xmlns:a16="http://schemas.microsoft.com/office/drawing/2014/main" id="{F4F2126E-4013-BE51-2B4D-F1663360DA2B}"/>
                </a:ext>
              </a:extLst>
            </p:cNvPr>
            <p:cNvSpPr txBox="1">
              <a:spLocks noChangeArrowheads="1"/>
            </p:cNvSpPr>
            <p:nvPr/>
          </p:nvSpPr>
          <p:spPr bwMode="auto">
            <a:xfrm>
              <a:off x="1452090" y="5263081"/>
              <a:ext cx="3587319" cy="830997"/>
            </a:xfrm>
            <a:prstGeom prst="rect">
              <a:avLst/>
            </a:prstGeom>
            <a:noFill/>
            <a:ln>
              <a:noFill/>
            </a:ln>
          </p:spPr>
          <p:txBody>
            <a:bodyPr wrap="square">
              <a:spAutoFit/>
            </a:bodyPr>
            <a:lstStyle>
              <a:lvl1pPr>
                <a:defRPr kumimoji="1" sz="2400">
                  <a:solidFill>
                    <a:schemeClr val="tx1"/>
                  </a:solidFill>
                  <a:latin typeface="Arial" charset="0"/>
                  <a:ea typeface="ＭＳ Ｐゴシック" charset="-128"/>
                </a:defRPr>
              </a:lvl1pPr>
              <a:lvl2pPr marL="742950" indent="-285750">
                <a:defRPr kumimoji="1" sz="2400">
                  <a:solidFill>
                    <a:schemeClr val="tx1"/>
                  </a:solidFill>
                  <a:latin typeface="Arial" charset="0"/>
                  <a:ea typeface="ＭＳ Ｐゴシック" charset="-128"/>
                </a:defRPr>
              </a:lvl2pPr>
              <a:lvl3pPr marL="1143000" indent="-228600">
                <a:defRPr kumimoji="1" sz="2400">
                  <a:solidFill>
                    <a:schemeClr val="tx1"/>
                  </a:solidFill>
                  <a:latin typeface="Arial" charset="0"/>
                  <a:ea typeface="ＭＳ Ｐゴシック" charset="-128"/>
                </a:defRPr>
              </a:lvl3pPr>
              <a:lvl4pPr marL="1600200" indent="-228600">
                <a:defRPr kumimoji="1" sz="2400">
                  <a:solidFill>
                    <a:schemeClr val="tx1"/>
                  </a:solidFill>
                  <a:latin typeface="Arial" charset="0"/>
                  <a:ea typeface="ＭＳ Ｐゴシック" charset="-128"/>
                </a:defRPr>
              </a:lvl4pPr>
              <a:lvl5pPr marL="2057400" indent="-228600">
                <a:defRPr kumimoji="1" sz="2400">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sz="2400">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sz="2400">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sz="2400">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sz="2400">
                  <a:solidFill>
                    <a:schemeClr val="tx1"/>
                  </a:solidFill>
                  <a:latin typeface="Arial" charset="0"/>
                  <a:ea typeface="ＭＳ Ｐゴシック" charset="-128"/>
                </a:defRPr>
              </a:lvl9pPr>
            </a:lstStyle>
            <a:p>
              <a:pPr eaLnBrk="1" hangingPunct="1">
                <a:spcBef>
                  <a:spcPts val="0"/>
                </a:spcBef>
              </a:pPr>
              <a:r>
                <a:rPr lang="ja-JP" altLang="en-US" sz="1200">
                  <a:solidFill>
                    <a:srgbClr val="595959"/>
                  </a:solidFill>
                  <a:latin typeface="+mj-ea"/>
                  <a:ea typeface="+mj-ea"/>
                </a:rPr>
                <a:t>◼︎三菱</a:t>
              </a:r>
              <a:r>
                <a:rPr lang="en-US" altLang="ja-JP" sz="1200">
                  <a:solidFill>
                    <a:srgbClr val="595959"/>
                  </a:solidFill>
                  <a:latin typeface="+mj-ea"/>
                  <a:ea typeface="+mj-ea"/>
                </a:rPr>
                <a:t>UFJ</a:t>
              </a:r>
              <a:r>
                <a:rPr lang="ja-JP" altLang="en-US" sz="1200">
                  <a:solidFill>
                    <a:srgbClr val="595959"/>
                  </a:solidFill>
                  <a:latin typeface="+mj-ea"/>
                  <a:ea typeface="+mj-ea"/>
                </a:rPr>
                <a:t>信託銀行株式会社・・・</a:t>
              </a:r>
              <a:r>
                <a:rPr lang="en-US" altLang="ja-JP" sz="1200">
                  <a:solidFill>
                    <a:srgbClr val="595959"/>
                  </a:solidFill>
                  <a:latin typeface="+mj-ea"/>
                  <a:ea typeface="+mj-ea"/>
                </a:rPr>
                <a:t>46.5%</a:t>
              </a:r>
            </a:p>
            <a:p>
              <a:pPr eaLnBrk="1" hangingPunct="1">
                <a:spcBef>
                  <a:spcPts val="0"/>
                </a:spcBef>
              </a:pPr>
              <a:r>
                <a:rPr lang="en-US" altLang="ja-JP" sz="1200">
                  <a:solidFill>
                    <a:srgbClr val="595959"/>
                  </a:solidFill>
                  <a:latin typeface="+mj-ea"/>
                  <a:ea typeface="+mj-ea"/>
                </a:rPr>
                <a:t>◼︎</a:t>
              </a:r>
              <a:r>
                <a:rPr lang="ja-JP" altLang="en-US" sz="1200">
                  <a:solidFill>
                    <a:srgbClr val="595959"/>
                  </a:solidFill>
                  <a:latin typeface="+mj-ea"/>
                  <a:ea typeface="+mj-ea"/>
                </a:rPr>
                <a:t>日本生命保険相互会社・・・</a:t>
              </a:r>
              <a:r>
                <a:rPr lang="en-US" altLang="ja-JP" sz="1200">
                  <a:solidFill>
                    <a:srgbClr val="595959"/>
                  </a:solidFill>
                  <a:latin typeface="+mj-ea"/>
                  <a:ea typeface="+mj-ea"/>
                </a:rPr>
                <a:t>33.5%</a:t>
              </a:r>
            </a:p>
            <a:p>
              <a:pPr eaLnBrk="1" hangingPunct="1">
                <a:spcBef>
                  <a:spcPts val="0"/>
                </a:spcBef>
              </a:pPr>
              <a:r>
                <a:rPr lang="en-US" altLang="ja-JP" sz="1200">
                  <a:solidFill>
                    <a:srgbClr val="595959"/>
                  </a:solidFill>
                  <a:latin typeface="+mj-ea"/>
                  <a:ea typeface="+mj-ea"/>
                </a:rPr>
                <a:t>◼︎</a:t>
              </a:r>
              <a:r>
                <a:rPr lang="ja-JP" altLang="en-US" sz="1200">
                  <a:solidFill>
                    <a:srgbClr val="595959"/>
                  </a:solidFill>
                  <a:latin typeface="+mj-ea"/>
                  <a:ea typeface="+mj-ea"/>
                </a:rPr>
                <a:t>明治安田生命保険相互会社・・・</a:t>
              </a:r>
              <a:r>
                <a:rPr lang="en-US" altLang="ja-JP" sz="1200">
                  <a:solidFill>
                    <a:srgbClr val="595959"/>
                  </a:solidFill>
                  <a:latin typeface="+mj-ea"/>
                  <a:ea typeface="+mj-ea"/>
                </a:rPr>
                <a:t>10.0%</a:t>
              </a:r>
            </a:p>
            <a:p>
              <a:pPr eaLnBrk="1" hangingPunct="1">
                <a:spcBef>
                  <a:spcPts val="0"/>
                </a:spcBef>
              </a:pPr>
              <a:r>
                <a:rPr lang="en-US" altLang="ja-JP" sz="1200">
                  <a:solidFill>
                    <a:srgbClr val="595959"/>
                  </a:solidFill>
                  <a:latin typeface="+mj-ea"/>
                  <a:ea typeface="+mj-ea"/>
                </a:rPr>
                <a:t>◼︎</a:t>
              </a:r>
              <a:r>
                <a:rPr lang="ja-JP" altLang="en-US" sz="1200">
                  <a:solidFill>
                    <a:srgbClr val="595959"/>
                  </a:solidFill>
                  <a:latin typeface="+mj-ea"/>
                  <a:ea typeface="+mj-ea"/>
                </a:rPr>
                <a:t>農中信託銀行株式会社・・・</a:t>
              </a:r>
              <a:r>
                <a:rPr lang="en-US" altLang="ja-JP" sz="1200">
                  <a:solidFill>
                    <a:srgbClr val="595959"/>
                  </a:solidFill>
                  <a:latin typeface="+mj-ea"/>
                  <a:ea typeface="+mj-ea"/>
                </a:rPr>
                <a:t>10.0%</a:t>
              </a:r>
              <a:endParaRPr lang="en-US" altLang="ja-JP" sz="1000">
                <a:solidFill>
                  <a:srgbClr val="595959"/>
                </a:solidFill>
                <a:latin typeface="+mj-ea"/>
                <a:ea typeface="+mj-ea"/>
              </a:endParaRPr>
            </a:p>
          </p:txBody>
        </p:sp>
        <p:sp>
          <p:nvSpPr>
            <p:cNvPr id="72" name="Text Box 11">
              <a:extLst>
                <a:ext uri="{FF2B5EF4-FFF2-40B4-BE49-F238E27FC236}">
                  <a16:creationId xmlns:a16="http://schemas.microsoft.com/office/drawing/2014/main" id="{D1CAE4FB-186C-E848-B523-585C700D6D60}"/>
                </a:ext>
              </a:extLst>
            </p:cNvPr>
            <p:cNvSpPr txBox="1">
              <a:spLocks noChangeArrowheads="1"/>
            </p:cNvSpPr>
            <p:nvPr/>
          </p:nvSpPr>
          <p:spPr bwMode="auto">
            <a:xfrm>
              <a:off x="1452090" y="3323950"/>
              <a:ext cx="3587319" cy="276999"/>
            </a:xfrm>
            <a:prstGeom prst="rect">
              <a:avLst/>
            </a:prstGeom>
            <a:noFill/>
            <a:ln>
              <a:noFill/>
            </a:ln>
          </p:spPr>
          <p:txBody>
            <a:bodyPr wrap="square">
              <a:spAutoFit/>
            </a:bodyPr>
            <a:lstStyle>
              <a:lvl1pPr>
                <a:defRPr kumimoji="1" sz="2400">
                  <a:solidFill>
                    <a:schemeClr val="tx1"/>
                  </a:solidFill>
                  <a:latin typeface="Arial" charset="0"/>
                  <a:ea typeface="ＭＳ Ｐゴシック" charset="-128"/>
                </a:defRPr>
              </a:lvl1pPr>
              <a:lvl2pPr marL="742950" indent="-285750">
                <a:defRPr kumimoji="1" sz="2400">
                  <a:solidFill>
                    <a:schemeClr val="tx1"/>
                  </a:solidFill>
                  <a:latin typeface="Arial" charset="0"/>
                  <a:ea typeface="ＭＳ Ｐゴシック" charset="-128"/>
                </a:defRPr>
              </a:lvl2pPr>
              <a:lvl3pPr marL="1143000" indent="-228600">
                <a:defRPr kumimoji="1" sz="2400">
                  <a:solidFill>
                    <a:schemeClr val="tx1"/>
                  </a:solidFill>
                  <a:latin typeface="Arial" charset="0"/>
                  <a:ea typeface="ＭＳ Ｐゴシック" charset="-128"/>
                </a:defRPr>
              </a:lvl3pPr>
              <a:lvl4pPr marL="1600200" indent="-228600">
                <a:defRPr kumimoji="1" sz="2400">
                  <a:solidFill>
                    <a:schemeClr val="tx1"/>
                  </a:solidFill>
                  <a:latin typeface="Arial" charset="0"/>
                  <a:ea typeface="ＭＳ Ｐゴシック" charset="-128"/>
                </a:defRPr>
              </a:lvl4pPr>
              <a:lvl5pPr marL="2057400" indent="-228600">
                <a:defRPr kumimoji="1" sz="2400">
                  <a:solidFill>
                    <a:schemeClr val="tx1"/>
                  </a:solidFill>
                  <a:latin typeface="Arial" charset="0"/>
                  <a:ea typeface="ＭＳ Ｐゴシック" charset="-128"/>
                </a:defRPr>
              </a:lvl5pPr>
              <a:lvl6pPr marL="2514600" indent="-228600" eaLnBrk="0" fontAlgn="base" hangingPunct="0">
                <a:spcBef>
                  <a:spcPct val="0"/>
                </a:spcBef>
                <a:spcAft>
                  <a:spcPct val="0"/>
                </a:spcAft>
                <a:defRPr kumimoji="1" sz="2400">
                  <a:solidFill>
                    <a:schemeClr val="tx1"/>
                  </a:solidFill>
                  <a:latin typeface="Arial" charset="0"/>
                  <a:ea typeface="ＭＳ Ｐゴシック" charset="-128"/>
                </a:defRPr>
              </a:lvl6pPr>
              <a:lvl7pPr marL="2971800" indent="-228600" eaLnBrk="0" fontAlgn="base" hangingPunct="0">
                <a:spcBef>
                  <a:spcPct val="0"/>
                </a:spcBef>
                <a:spcAft>
                  <a:spcPct val="0"/>
                </a:spcAft>
                <a:defRPr kumimoji="1" sz="2400">
                  <a:solidFill>
                    <a:schemeClr val="tx1"/>
                  </a:solidFill>
                  <a:latin typeface="Arial" charset="0"/>
                  <a:ea typeface="ＭＳ Ｐゴシック" charset="-128"/>
                </a:defRPr>
              </a:lvl7pPr>
              <a:lvl8pPr marL="3429000" indent="-228600" eaLnBrk="0" fontAlgn="base" hangingPunct="0">
                <a:spcBef>
                  <a:spcPct val="0"/>
                </a:spcBef>
                <a:spcAft>
                  <a:spcPct val="0"/>
                </a:spcAft>
                <a:defRPr kumimoji="1" sz="2400">
                  <a:solidFill>
                    <a:schemeClr val="tx1"/>
                  </a:solidFill>
                  <a:latin typeface="Arial" charset="0"/>
                  <a:ea typeface="ＭＳ Ｐゴシック" charset="-128"/>
                </a:defRPr>
              </a:lvl8pPr>
              <a:lvl9pPr marL="3886200" indent="-228600" eaLnBrk="0" fontAlgn="base" hangingPunct="0">
                <a:spcBef>
                  <a:spcPct val="0"/>
                </a:spcBef>
                <a:spcAft>
                  <a:spcPct val="0"/>
                </a:spcAft>
                <a:defRPr kumimoji="1" sz="2400">
                  <a:solidFill>
                    <a:schemeClr val="tx1"/>
                  </a:solidFill>
                  <a:latin typeface="Arial" charset="0"/>
                  <a:ea typeface="ＭＳ Ｐゴシック" charset="-128"/>
                </a:defRPr>
              </a:lvl9pPr>
            </a:lstStyle>
            <a:p>
              <a:pPr eaLnBrk="1" hangingPunct="1">
                <a:spcBef>
                  <a:spcPts val="0"/>
                </a:spcBef>
              </a:pPr>
              <a:r>
                <a:rPr lang="ja-JP" altLang="en-US" sz="1200">
                  <a:solidFill>
                    <a:srgbClr val="595959"/>
                  </a:solidFill>
                  <a:latin typeface="+mj-ea"/>
                  <a:ea typeface="+mj-ea"/>
                </a:rPr>
                <a:t>大阪府吹田市江坂町</a:t>
              </a:r>
              <a:r>
                <a:rPr lang="en-US" altLang="ja-JP" sz="1200">
                  <a:solidFill>
                    <a:srgbClr val="595959"/>
                  </a:solidFill>
                  <a:latin typeface="+mj-ea"/>
                  <a:ea typeface="+mj-ea"/>
                </a:rPr>
                <a:t>1-13-1 11</a:t>
              </a:r>
              <a:r>
                <a:rPr lang="ja-JP" altLang="en-US" sz="1200">
                  <a:solidFill>
                    <a:srgbClr val="595959"/>
                  </a:solidFill>
                  <a:latin typeface="+mj-ea"/>
                  <a:ea typeface="+mj-ea"/>
                </a:rPr>
                <a:t>階</a:t>
              </a:r>
              <a:endParaRPr lang="en-US" altLang="ja-JP" sz="1000">
                <a:solidFill>
                  <a:srgbClr val="595959"/>
                </a:solidFill>
                <a:latin typeface="+mj-ea"/>
                <a:ea typeface="+mj-ea"/>
              </a:endParaRPr>
            </a:p>
          </p:txBody>
        </p:sp>
      </p:grpSp>
      <p:sp>
        <p:nvSpPr>
          <p:cNvPr id="74" name="正方形/長方形 73">
            <a:extLst>
              <a:ext uri="{FF2B5EF4-FFF2-40B4-BE49-F238E27FC236}">
                <a16:creationId xmlns:a16="http://schemas.microsoft.com/office/drawing/2014/main" id="{58221AFC-F7A6-F894-808C-D945F8EAEE15}"/>
              </a:ext>
            </a:extLst>
          </p:cNvPr>
          <p:cNvSpPr/>
          <p:nvPr/>
        </p:nvSpPr>
        <p:spPr>
          <a:xfrm>
            <a:off x="5361269" y="4685903"/>
            <a:ext cx="4259139" cy="252000"/>
          </a:xfrm>
          <a:prstGeom prst="rect">
            <a:avLst/>
          </a:prstGeom>
          <a:solidFill>
            <a:srgbClr val="7A9E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solidFill>
                  <a:schemeClr val="bg1"/>
                </a:solidFill>
                <a:latin typeface="+mn-ea"/>
              </a:rPr>
              <a:t>格付情報</a:t>
            </a:r>
            <a:endParaRPr kumimoji="1" lang="ja-JP" altLang="en-US" sz="1200">
              <a:solidFill>
                <a:schemeClr val="bg1"/>
              </a:solidFill>
              <a:latin typeface="+mn-ea"/>
              <a:ea typeface="+mn-ea"/>
            </a:endParaRPr>
          </a:p>
        </p:txBody>
      </p:sp>
      <p:grpSp>
        <p:nvGrpSpPr>
          <p:cNvPr id="77" name="グループ化 76">
            <a:extLst>
              <a:ext uri="{FF2B5EF4-FFF2-40B4-BE49-F238E27FC236}">
                <a16:creationId xmlns:a16="http://schemas.microsoft.com/office/drawing/2014/main" id="{BB4A2C1A-E991-F11D-C26E-1301A3619980}"/>
              </a:ext>
            </a:extLst>
          </p:cNvPr>
          <p:cNvGrpSpPr/>
          <p:nvPr/>
        </p:nvGrpSpPr>
        <p:grpSpPr>
          <a:xfrm>
            <a:off x="476834" y="1374116"/>
            <a:ext cx="9184536" cy="711200"/>
            <a:chOff x="441552" y="1540823"/>
            <a:chExt cx="6708892" cy="711200"/>
          </a:xfrm>
        </p:grpSpPr>
        <p:cxnSp>
          <p:nvCxnSpPr>
            <p:cNvPr id="78" name="Straight Connector 47">
              <a:extLst>
                <a:ext uri="{FF2B5EF4-FFF2-40B4-BE49-F238E27FC236}">
                  <a16:creationId xmlns:a16="http://schemas.microsoft.com/office/drawing/2014/main" id="{6028D45C-0727-F807-6289-F689E2A112A8}"/>
                </a:ext>
              </a:extLst>
            </p:cNvPr>
            <p:cNvCxnSpPr/>
            <p:nvPr/>
          </p:nvCxnSpPr>
          <p:spPr bwMode="auto">
            <a:xfrm flipH="1">
              <a:off x="441552" y="2252023"/>
              <a:ext cx="6708048" cy="0"/>
            </a:xfrm>
            <a:prstGeom prst="line">
              <a:avLst/>
            </a:prstGeom>
            <a:ln>
              <a:solidFill>
                <a:srgbClr val="7A9EAF"/>
              </a:solidFill>
            </a:ln>
          </p:spPr>
          <p:style>
            <a:lnRef idx="1">
              <a:schemeClr val="accent1"/>
            </a:lnRef>
            <a:fillRef idx="0">
              <a:schemeClr val="accent1"/>
            </a:fillRef>
            <a:effectRef idx="0">
              <a:schemeClr val="accent1"/>
            </a:effectRef>
            <a:fontRef idx="minor">
              <a:schemeClr val="tx1"/>
            </a:fontRef>
          </p:style>
        </p:cxnSp>
        <p:cxnSp>
          <p:nvCxnSpPr>
            <p:cNvPr id="79" name="Straight Connector 47">
              <a:extLst>
                <a:ext uri="{FF2B5EF4-FFF2-40B4-BE49-F238E27FC236}">
                  <a16:creationId xmlns:a16="http://schemas.microsoft.com/office/drawing/2014/main" id="{15372EC7-5B9A-2616-37A1-F4402A9F5509}"/>
                </a:ext>
              </a:extLst>
            </p:cNvPr>
            <p:cNvCxnSpPr>
              <a:cxnSpLocks/>
            </p:cNvCxnSpPr>
            <p:nvPr/>
          </p:nvCxnSpPr>
          <p:spPr bwMode="auto">
            <a:xfrm flipH="1">
              <a:off x="441552" y="1540823"/>
              <a:ext cx="2439335" cy="0"/>
            </a:xfrm>
            <a:prstGeom prst="line">
              <a:avLst/>
            </a:prstGeom>
            <a:ln>
              <a:solidFill>
                <a:srgbClr val="7A9EAF"/>
              </a:solidFill>
            </a:ln>
          </p:spPr>
          <p:style>
            <a:lnRef idx="1">
              <a:schemeClr val="accent1"/>
            </a:lnRef>
            <a:fillRef idx="0">
              <a:schemeClr val="accent1"/>
            </a:fillRef>
            <a:effectRef idx="0">
              <a:schemeClr val="accent1"/>
            </a:effectRef>
            <a:fontRef idx="minor">
              <a:schemeClr val="tx1"/>
            </a:fontRef>
          </p:style>
        </p:cxnSp>
        <p:cxnSp>
          <p:nvCxnSpPr>
            <p:cNvPr id="80" name="Straight Connector 47">
              <a:extLst>
                <a:ext uri="{FF2B5EF4-FFF2-40B4-BE49-F238E27FC236}">
                  <a16:creationId xmlns:a16="http://schemas.microsoft.com/office/drawing/2014/main" id="{47D12EAD-F55B-3F63-8131-E07FCCD7983B}"/>
                </a:ext>
              </a:extLst>
            </p:cNvPr>
            <p:cNvCxnSpPr>
              <a:cxnSpLocks/>
            </p:cNvCxnSpPr>
            <p:nvPr/>
          </p:nvCxnSpPr>
          <p:spPr bwMode="auto">
            <a:xfrm flipH="1">
              <a:off x="4711109" y="1540823"/>
              <a:ext cx="2439335" cy="0"/>
            </a:xfrm>
            <a:prstGeom prst="line">
              <a:avLst/>
            </a:prstGeom>
            <a:ln>
              <a:solidFill>
                <a:srgbClr val="7A9EAF"/>
              </a:solidFill>
            </a:ln>
          </p:spPr>
          <p:style>
            <a:lnRef idx="1">
              <a:schemeClr val="accent1"/>
            </a:lnRef>
            <a:fillRef idx="0">
              <a:schemeClr val="accent1"/>
            </a:fillRef>
            <a:effectRef idx="0">
              <a:schemeClr val="accent1"/>
            </a:effectRef>
            <a:fontRef idx="minor">
              <a:schemeClr val="tx1"/>
            </a:fontRef>
          </p:style>
        </p:cxnSp>
      </p:grpSp>
      <p:pic>
        <p:nvPicPr>
          <p:cNvPr id="81" name="図 80">
            <a:extLst>
              <a:ext uri="{FF2B5EF4-FFF2-40B4-BE49-F238E27FC236}">
                <a16:creationId xmlns:a16="http://schemas.microsoft.com/office/drawing/2014/main" id="{511908C6-37F9-CB9E-FC66-ED4CB64E4C18}"/>
              </a:ext>
            </a:extLst>
          </p:cNvPr>
          <p:cNvPicPr>
            <a:picLocks noChangeAspect="1"/>
          </p:cNvPicPr>
          <p:nvPr/>
        </p:nvPicPr>
        <p:blipFill>
          <a:blip r:embed="rId4"/>
          <a:stretch>
            <a:fillRect/>
          </a:stretch>
        </p:blipFill>
        <p:spPr>
          <a:xfrm>
            <a:off x="3908898" y="1251133"/>
            <a:ext cx="2413000" cy="241300"/>
          </a:xfrm>
          <a:prstGeom prst="rect">
            <a:avLst/>
          </a:prstGeom>
        </p:spPr>
      </p:pic>
      <p:grpSp>
        <p:nvGrpSpPr>
          <p:cNvPr id="43" name="グループ化 42">
            <a:extLst>
              <a:ext uri="{FF2B5EF4-FFF2-40B4-BE49-F238E27FC236}">
                <a16:creationId xmlns:a16="http://schemas.microsoft.com/office/drawing/2014/main" id="{9F4C3249-EC4B-95A7-41DA-CF318AF7F9D7}"/>
              </a:ext>
            </a:extLst>
          </p:cNvPr>
          <p:cNvGrpSpPr/>
          <p:nvPr/>
        </p:nvGrpSpPr>
        <p:grpSpPr>
          <a:xfrm>
            <a:off x="5361269" y="5037577"/>
            <a:ext cx="4368044" cy="1983509"/>
            <a:chOff x="7459301" y="4898394"/>
            <a:chExt cx="4368044" cy="1983509"/>
          </a:xfrm>
        </p:grpSpPr>
        <p:graphicFrame>
          <p:nvGraphicFramePr>
            <p:cNvPr id="44" name="図表 43">
              <a:extLst>
                <a:ext uri="{FF2B5EF4-FFF2-40B4-BE49-F238E27FC236}">
                  <a16:creationId xmlns:a16="http://schemas.microsoft.com/office/drawing/2014/main" id="{0FE5EF75-00D3-66A1-D8E2-CD479F78C609}"/>
                </a:ext>
              </a:extLst>
            </p:cNvPr>
            <p:cNvGraphicFramePr/>
            <p:nvPr>
              <p:extLst>
                <p:ext uri="{D42A27DB-BD31-4B8C-83A1-F6EECF244321}">
                  <p14:modId xmlns:p14="http://schemas.microsoft.com/office/powerpoint/2010/main" val="410895107"/>
                </p:ext>
              </p:extLst>
            </p:nvPr>
          </p:nvGraphicFramePr>
          <p:xfrm>
            <a:off x="8603560" y="5986553"/>
            <a:ext cx="1576390" cy="89535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45" name="図表 44">
              <a:extLst>
                <a:ext uri="{FF2B5EF4-FFF2-40B4-BE49-F238E27FC236}">
                  <a16:creationId xmlns:a16="http://schemas.microsoft.com/office/drawing/2014/main" id="{872441EE-65F7-07D3-F7BF-7D439707225C}"/>
                </a:ext>
              </a:extLst>
            </p:cNvPr>
            <p:cNvGraphicFramePr/>
            <p:nvPr>
              <p:extLst>
                <p:ext uri="{D42A27DB-BD31-4B8C-83A1-F6EECF244321}">
                  <p14:modId xmlns:p14="http://schemas.microsoft.com/office/powerpoint/2010/main" val="2627341025"/>
                </p:ext>
              </p:extLst>
            </p:nvPr>
          </p:nvGraphicFramePr>
          <p:xfrm>
            <a:off x="10240666" y="5977016"/>
            <a:ext cx="1576390" cy="895350"/>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grpSp>
          <p:nvGrpSpPr>
            <p:cNvPr id="46" name="グループ化 45">
              <a:extLst>
                <a:ext uri="{FF2B5EF4-FFF2-40B4-BE49-F238E27FC236}">
                  <a16:creationId xmlns:a16="http://schemas.microsoft.com/office/drawing/2014/main" id="{4E651726-CE49-296B-EFBD-D9C2E22C7927}"/>
                </a:ext>
              </a:extLst>
            </p:cNvPr>
            <p:cNvGrpSpPr/>
            <p:nvPr/>
          </p:nvGrpSpPr>
          <p:grpSpPr>
            <a:xfrm>
              <a:off x="7459301" y="4898394"/>
              <a:ext cx="4368044" cy="1853398"/>
              <a:chOff x="7459301" y="4898394"/>
              <a:chExt cx="4368044" cy="1853398"/>
            </a:xfrm>
          </p:grpSpPr>
          <p:sp>
            <p:nvSpPr>
              <p:cNvPr id="47" name="四角形: 角を丸くする 46">
                <a:extLst>
                  <a:ext uri="{FF2B5EF4-FFF2-40B4-BE49-F238E27FC236}">
                    <a16:creationId xmlns:a16="http://schemas.microsoft.com/office/drawing/2014/main" id="{B32DB2C4-EC6B-4649-2106-D79F235DAE83}"/>
                  </a:ext>
                </a:extLst>
              </p:cNvPr>
              <p:cNvSpPr/>
              <p:nvPr/>
            </p:nvSpPr>
            <p:spPr>
              <a:xfrm>
                <a:off x="7459301" y="5040780"/>
                <a:ext cx="4368044" cy="833259"/>
              </a:xfrm>
              <a:prstGeom prst="round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a:ln>
                    <a:noFill/>
                  </a:ln>
                  <a:solidFill>
                    <a:srgbClr val="FFFFFF"/>
                  </a:solidFill>
                  <a:effectLst/>
                  <a:uLnTx/>
                  <a:uFillTx/>
                  <a:latin typeface="Arial"/>
                  <a:ea typeface="BIZ UDPゴシック"/>
                  <a:cs typeface="+mn-cs"/>
                </a:endParaRPr>
              </a:p>
            </p:txBody>
          </p:sp>
          <p:graphicFrame>
            <p:nvGraphicFramePr>
              <p:cNvPr id="48" name="図表 47">
                <a:extLst>
                  <a:ext uri="{FF2B5EF4-FFF2-40B4-BE49-F238E27FC236}">
                    <a16:creationId xmlns:a16="http://schemas.microsoft.com/office/drawing/2014/main" id="{FA13AE1B-0B2D-6AF8-BE69-28138166EF60}"/>
                  </a:ext>
                </a:extLst>
              </p:cNvPr>
              <p:cNvGraphicFramePr/>
              <p:nvPr>
                <p:extLst>
                  <p:ext uri="{D42A27DB-BD31-4B8C-83A1-F6EECF244321}">
                    <p14:modId xmlns:p14="http://schemas.microsoft.com/office/powerpoint/2010/main" val="2726808207"/>
                  </p:ext>
                </p:extLst>
              </p:nvPr>
            </p:nvGraphicFramePr>
            <p:xfrm>
              <a:off x="8597729" y="4949792"/>
              <a:ext cx="1576390" cy="895350"/>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graphicFrame>
            <p:nvGraphicFramePr>
              <p:cNvPr id="51" name="図表 50">
                <a:extLst>
                  <a:ext uri="{FF2B5EF4-FFF2-40B4-BE49-F238E27FC236}">
                    <a16:creationId xmlns:a16="http://schemas.microsoft.com/office/drawing/2014/main" id="{7F29FDF2-4A94-D095-F264-81B0FA4AC076}"/>
                  </a:ext>
                </a:extLst>
              </p:cNvPr>
              <p:cNvGraphicFramePr/>
              <p:nvPr>
                <p:extLst>
                  <p:ext uri="{D42A27DB-BD31-4B8C-83A1-F6EECF244321}">
                    <p14:modId xmlns:p14="http://schemas.microsoft.com/office/powerpoint/2010/main" val="1802397473"/>
                  </p:ext>
                </p:extLst>
              </p:nvPr>
            </p:nvGraphicFramePr>
            <p:xfrm>
              <a:off x="10165660" y="4929266"/>
              <a:ext cx="1576390" cy="895350"/>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p:sp>
            <p:nvSpPr>
              <p:cNvPr id="52" name="四角形: 角を丸くする 51">
                <a:extLst>
                  <a:ext uri="{FF2B5EF4-FFF2-40B4-BE49-F238E27FC236}">
                    <a16:creationId xmlns:a16="http://schemas.microsoft.com/office/drawing/2014/main" id="{3FA3B6D4-449D-AA6D-467C-EB5CF29DA75A}"/>
                  </a:ext>
                </a:extLst>
              </p:cNvPr>
              <p:cNvSpPr/>
              <p:nvPr/>
            </p:nvSpPr>
            <p:spPr>
              <a:xfrm>
                <a:off x="9637257" y="4949792"/>
                <a:ext cx="468000" cy="209550"/>
              </a:xfrm>
              <a:prstGeom prst="roundRect">
                <a:avLst/>
              </a:prstGeom>
              <a:solidFill>
                <a:srgbClr val="FF2600">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000000"/>
                    </a:solidFill>
                    <a:effectLst/>
                    <a:uLnTx/>
                    <a:uFillTx/>
                    <a:latin typeface="Arial"/>
                    <a:ea typeface="BIZ UDPゴシック"/>
                    <a:cs typeface="+mn-cs"/>
                  </a:rPr>
                  <a:t>AA+</a:t>
                </a:r>
                <a:endParaRPr kumimoji="0" lang="ja-JP" altLang="en-US" sz="1000" b="0" i="0" u="none" strike="noStrike" kern="0" cap="none" spc="0" normalizeH="0" baseline="0" noProof="0">
                  <a:ln>
                    <a:noFill/>
                  </a:ln>
                  <a:solidFill>
                    <a:srgbClr val="000000"/>
                  </a:solidFill>
                  <a:effectLst/>
                  <a:uLnTx/>
                  <a:uFillTx/>
                  <a:latin typeface="Arial"/>
                  <a:ea typeface="BIZ UDPゴシック"/>
                  <a:cs typeface="+mn-cs"/>
                </a:endParaRPr>
              </a:p>
            </p:txBody>
          </p:sp>
          <p:cxnSp>
            <p:nvCxnSpPr>
              <p:cNvPr id="53" name="直線コネクタ 52">
                <a:extLst>
                  <a:ext uri="{FF2B5EF4-FFF2-40B4-BE49-F238E27FC236}">
                    <a16:creationId xmlns:a16="http://schemas.microsoft.com/office/drawing/2014/main" id="{F8FF0C73-8670-1656-3A47-02F9C18D60FF}"/>
                  </a:ext>
                </a:extLst>
              </p:cNvPr>
              <p:cNvCxnSpPr>
                <a:cxnSpLocks/>
                <a:endCxn id="52" idx="1"/>
              </p:cNvCxnSpPr>
              <p:nvPr/>
            </p:nvCxnSpPr>
            <p:spPr>
              <a:xfrm flipV="1">
                <a:off x="9485062" y="5054567"/>
                <a:ext cx="152195" cy="152527"/>
              </a:xfrm>
              <a:prstGeom prst="line">
                <a:avLst/>
              </a:prstGeom>
              <a:noFill/>
              <a:ln w="6350" cap="flat" cmpd="sng" algn="ctr">
                <a:solidFill>
                  <a:srgbClr val="FF2600">
                    <a:lumMod val="20000"/>
                    <a:lumOff val="80000"/>
                  </a:srgbClr>
                </a:solidFill>
                <a:prstDash val="solid"/>
                <a:miter lim="800000"/>
              </a:ln>
              <a:effectLst/>
            </p:spPr>
          </p:cxnSp>
          <p:sp>
            <p:nvSpPr>
              <p:cNvPr id="54" name="四角形: 角を丸くする 53">
                <a:extLst>
                  <a:ext uri="{FF2B5EF4-FFF2-40B4-BE49-F238E27FC236}">
                    <a16:creationId xmlns:a16="http://schemas.microsoft.com/office/drawing/2014/main" id="{CD85B906-5B57-9B15-287E-E526586A0ED9}"/>
                  </a:ext>
                </a:extLst>
              </p:cNvPr>
              <p:cNvSpPr/>
              <p:nvPr/>
            </p:nvSpPr>
            <p:spPr>
              <a:xfrm>
                <a:off x="9780968" y="6141772"/>
                <a:ext cx="288000" cy="209550"/>
              </a:xfrm>
              <a:prstGeom prst="roundRect">
                <a:avLst/>
              </a:prstGeom>
              <a:solidFill>
                <a:srgbClr val="FF2600">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000000"/>
                    </a:solidFill>
                    <a:effectLst/>
                    <a:uLnTx/>
                    <a:uFillTx/>
                    <a:latin typeface="Arial"/>
                    <a:ea typeface="BIZ UDPゴシック"/>
                    <a:cs typeface="+mn-cs"/>
                  </a:rPr>
                  <a:t>A</a:t>
                </a:r>
                <a:endParaRPr kumimoji="0" lang="ja-JP" altLang="en-US" sz="1000" b="0" i="0" u="none" strike="noStrike" kern="0" cap="none" spc="0" normalizeH="0" baseline="0" noProof="0">
                  <a:ln>
                    <a:noFill/>
                  </a:ln>
                  <a:solidFill>
                    <a:srgbClr val="000000"/>
                  </a:solidFill>
                  <a:effectLst/>
                  <a:uLnTx/>
                  <a:uFillTx/>
                  <a:latin typeface="Arial"/>
                  <a:ea typeface="BIZ UDPゴシック"/>
                  <a:cs typeface="+mn-cs"/>
                </a:endParaRPr>
              </a:p>
            </p:txBody>
          </p:sp>
          <p:cxnSp>
            <p:nvCxnSpPr>
              <p:cNvPr id="55" name="直線コネクタ 54">
                <a:extLst>
                  <a:ext uri="{FF2B5EF4-FFF2-40B4-BE49-F238E27FC236}">
                    <a16:creationId xmlns:a16="http://schemas.microsoft.com/office/drawing/2014/main" id="{FA47848E-D711-B4E0-988D-881DADF4F16C}"/>
                  </a:ext>
                </a:extLst>
              </p:cNvPr>
              <p:cNvCxnSpPr>
                <a:cxnSpLocks/>
                <a:endCxn id="54" idx="1"/>
              </p:cNvCxnSpPr>
              <p:nvPr/>
            </p:nvCxnSpPr>
            <p:spPr>
              <a:xfrm flipV="1">
                <a:off x="9485062" y="6246547"/>
                <a:ext cx="295906" cy="189212"/>
              </a:xfrm>
              <a:prstGeom prst="line">
                <a:avLst/>
              </a:prstGeom>
              <a:noFill/>
              <a:ln w="6350" cap="flat" cmpd="sng" algn="ctr">
                <a:solidFill>
                  <a:srgbClr val="FF2600">
                    <a:lumMod val="20000"/>
                    <a:lumOff val="80000"/>
                  </a:srgbClr>
                </a:solidFill>
                <a:prstDash val="solid"/>
                <a:miter lim="800000"/>
              </a:ln>
              <a:effectLst/>
            </p:spPr>
          </p:cxnSp>
          <p:sp>
            <p:nvSpPr>
              <p:cNvPr id="56" name="四角形: 角を丸くする 55">
                <a:extLst>
                  <a:ext uri="{FF2B5EF4-FFF2-40B4-BE49-F238E27FC236}">
                    <a16:creationId xmlns:a16="http://schemas.microsoft.com/office/drawing/2014/main" id="{EBB9F09C-8F28-3AEC-2FA2-9FB81DA83BB3}"/>
                  </a:ext>
                </a:extLst>
              </p:cNvPr>
              <p:cNvSpPr/>
              <p:nvPr/>
            </p:nvSpPr>
            <p:spPr>
              <a:xfrm>
                <a:off x="11209345" y="4938720"/>
                <a:ext cx="468000" cy="209550"/>
              </a:xfrm>
              <a:prstGeom prst="roundRect">
                <a:avLst/>
              </a:prstGeom>
              <a:solidFill>
                <a:srgbClr val="FF2600">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000000"/>
                    </a:solidFill>
                    <a:effectLst/>
                    <a:uLnTx/>
                    <a:uFillTx/>
                    <a:latin typeface="Arial"/>
                    <a:ea typeface="BIZ UDPゴシック"/>
                    <a:cs typeface="+mn-cs"/>
                  </a:rPr>
                  <a:t>J-1+</a:t>
                </a:r>
                <a:endParaRPr kumimoji="0" lang="ja-JP" altLang="en-US" sz="1000" b="0" i="0" u="none" strike="noStrike" kern="0" cap="none" spc="0" normalizeH="0" baseline="0" noProof="0">
                  <a:ln>
                    <a:noFill/>
                  </a:ln>
                  <a:solidFill>
                    <a:srgbClr val="000000"/>
                  </a:solidFill>
                  <a:effectLst/>
                  <a:uLnTx/>
                  <a:uFillTx/>
                  <a:latin typeface="Arial"/>
                  <a:ea typeface="BIZ UDPゴシック"/>
                  <a:cs typeface="+mn-cs"/>
                </a:endParaRPr>
              </a:p>
            </p:txBody>
          </p:sp>
          <p:cxnSp>
            <p:nvCxnSpPr>
              <p:cNvPr id="67" name="直線コネクタ 66">
                <a:extLst>
                  <a:ext uri="{FF2B5EF4-FFF2-40B4-BE49-F238E27FC236}">
                    <a16:creationId xmlns:a16="http://schemas.microsoft.com/office/drawing/2014/main" id="{647379C8-47A2-195E-3A54-881AEC6E3786}"/>
                  </a:ext>
                </a:extLst>
              </p:cNvPr>
              <p:cNvCxnSpPr>
                <a:cxnSpLocks/>
                <a:stCxn id="56" idx="1"/>
              </p:cNvCxnSpPr>
              <p:nvPr/>
            </p:nvCxnSpPr>
            <p:spPr>
              <a:xfrm flipH="1">
                <a:off x="11043024" y="5043495"/>
                <a:ext cx="166321" cy="37315"/>
              </a:xfrm>
              <a:prstGeom prst="line">
                <a:avLst/>
              </a:prstGeom>
              <a:noFill/>
              <a:ln w="6350" cap="flat" cmpd="sng" algn="ctr">
                <a:solidFill>
                  <a:srgbClr val="FF2600">
                    <a:lumMod val="20000"/>
                    <a:lumOff val="80000"/>
                  </a:srgbClr>
                </a:solidFill>
                <a:prstDash val="solid"/>
                <a:miter lim="800000"/>
              </a:ln>
              <a:effectLst/>
            </p:spPr>
          </p:cxnSp>
          <p:sp>
            <p:nvSpPr>
              <p:cNvPr id="70" name="テキスト ボックス 69">
                <a:extLst>
                  <a:ext uri="{FF2B5EF4-FFF2-40B4-BE49-F238E27FC236}">
                    <a16:creationId xmlns:a16="http://schemas.microsoft.com/office/drawing/2014/main" id="{EF80BE57-250D-3E99-CA5A-7D2F3C128BB6}"/>
                  </a:ext>
                </a:extLst>
              </p:cNvPr>
              <p:cNvSpPr txBox="1"/>
              <p:nvPr/>
            </p:nvSpPr>
            <p:spPr>
              <a:xfrm>
                <a:off x="7515231" y="5095888"/>
                <a:ext cx="936913" cy="577081"/>
              </a:xfrm>
              <a:prstGeom prst="rect">
                <a:avLst/>
              </a:prstGeom>
              <a:noFill/>
            </p:spPr>
            <p:txBody>
              <a:bodyPr wrap="square" rtlCol="0">
                <a:spAutoFit/>
              </a:bodyPr>
              <a:lstStyle/>
              <a:p>
                <a:pPr algn="ctr"/>
                <a:r>
                  <a:rPr lang="ja-JP" altLang="en-US" sz="1050">
                    <a:solidFill>
                      <a:srgbClr val="333333"/>
                    </a:solidFill>
                    <a:latin typeface="BIZ UDPゴシック"/>
                    <a:ea typeface="BIZ UDPゴシック"/>
                  </a:rPr>
                  <a:t>日本格付</a:t>
                </a:r>
                <a:endParaRPr lang="en-US" altLang="ja-JP" sz="1050">
                  <a:solidFill>
                    <a:srgbClr val="333333"/>
                  </a:solidFill>
                  <a:latin typeface="BIZ UDPゴシック"/>
                  <a:ea typeface="BIZ UDPゴシック"/>
                </a:endParaRPr>
              </a:p>
              <a:p>
                <a:pPr algn="ctr"/>
                <a:r>
                  <a:rPr lang="ja-JP" altLang="en-US" sz="1050">
                    <a:solidFill>
                      <a:srgbClr val="333333"/>
                    </a:solidFill>
                    <a:latin typeface="BIZ UDPゴシック"/>
                    <a:ea typeface="BIZ UDPゴシック"/>
                  </a:rPr>
                  <a:t>研究所</a:t>
                </a:r>
                <a:endParaRPr lang="en-US" altLang="ja-JP" sz="1050">
                  <a:solidFill>
                    <a:srgbClr val="333333"/>
                  </a:solidFill>
                  <a:latin typeface="BIZ UDPゴシック"/>
                  <a:ea typeface="BIZ UDPゴシック"/>
                </a:endParaRPr>
              </a:p>
              <a:p>
                <a:pPr algn="ctr"/>
                <a:r>
                  <a:rPr lang="en-US" altLang="ja-JP" sz="1050">
                    <a:solidFill>
                      <a:srgbClr val="333333"/>
                    </a:solidFill>
                    <a:latin typeface="BIZ UDPゴシック"/>
                    <a:ea typeface="BIZ UDPゴシック"/>
                  </a:rPr>
                  <a:t>(JCR)</a:t>
                </a:r>
                <a:endParaRPr lang="ja-JP" altLang="en-US" sz="1100">
                  <a:solidFill>
                    <a:srgbClr val="000000"/>
                  </a:solidFill>
                  <a:latin typeface="BIZ UDPゴシック"/>
                  <a:ea typeface="BIZ UDPゴシック"/>
                </a:endParaRPr>
              </a:p>
            </p:txBody>
          </p:sp>
          <p:sp>
            <p:nvSpPr>
              <p:cNvPr id="71" name="テキスト ボックス 70">
                <a:extLst>
                  <a:ext uri="{FF2B5EF4-FFF2-40B4-BE49-F238E27FC236}">
                    <a16:creationId xmlns:a16="http://schemas.microsoft.com/office/drawing/2014/main" id="{9E6F968D-522F-7C51-44A3-2BB71FAF88C1}"/>
                  </a:ext>
                </a:extLst>
              </p:cNvPr>
              <p:cNvSpPr txBox="1"/>
              <p:nvPr/>
            </p:nvSpPr>
            <p:spPr>
              <a:xfrm>
                <a:off x="7515231" y="6013128"/>
                <a:ext cx="936913" cy="738664"/>
              </a:xfrm>
              <a:prstGeom prst="rect">
                <a:avLst/>
              </a:prstGeom>
              <a:noFill/>
            </p:spPr>
            <p:txBody>
              <a:bodyPr wrap="square" rtlCol="0">
                <a:spAutoFit/>
              </a:bodyPr>
              <a:lstStyle/>
              <a:p>
                <a:pPr algn="ctr"/>
                <a:r>
                  <a:rPr lang="ja-JP" altLang="en-US" sz="1050">
                    <a:solidFill>
                      <a:srgbClr val="333333"/>
                    </a:solidFill>
                    <a:latin typeface="BIZ UDPゴシック"/>
                    <a:ea typeface="BIZ UDPゴシック"/>
                  </a:rPr>
                  <a:t>スタンダード</a:t>
                </a:r>
                <a:endParaRPr lang="en-US" altLang="ja-JP" sz="1050">
                  <a:solidFill>
                    <a:srgbClr val="333333"/>
                  </a:solidFill>
                  <a:latin typeface="BIZ UDPゴシック"/>
                  <a:ea typeface="BIZ UDPゴシック"/>
                </a:endParaRPr>
              </a:p>
              <a:p>
                <a:pPr algn="ctr"/>
                <a:r>
                  <a:rPr lang="ja-JP" altLang="en-US" sz="1050">
                    <a:solidFill>
                      <a:srgbClr val="333333"/>
                    </a:solidFill>
                    <a:latin typeface="BIZ UDPゴシック"/>
                    <a:ea typeface="BIZ UDPゴシック"/>
                  </a:rPr>
                  <a:t>アンド</a:t>
                </a:r>
                <a:endParaRPr lang="en-US" altLang="ja-JP" sz="1050">
                  <a:solidFill>
                    <a:srgbClr val="333333"/>
                  </a:solidFill>
                  <a:latin typeface="BIZ UDPゴシック"/>
                  <a:ea typeface="BIZ UDPゴシック"/>
                </a:endParaRPr>
              </a:p>
              <a:p>
                <a:pPr algn="ctr"/>
                <a:r>
                  <a:rPr lang="ja-JP" altLang="en-US" sz="1050">
                    <a:solidFill>
                      <a:srgbClr val="333333"/>
                    </a:solidFill>
                    <a:latin typeface="BIZ UDPゴシック"/>
                    <a:ea typeface="BIZ UDPゴシック"/>
                  </a:rPr>
                  <a:t>プアーズ</a:t>
                </a:r>
                <a:endParaRPr lang="en-US" altLang="ja-JP" sz="1050">
                  <a:solidFill>
                    <a:srgbClr val="333333"/>
                  </a:solidFill>
                  <a:latin typeface="BIZ UDPゴシック"/>
                  <a:ea typeface="BIZ UDPゴシック"/>
                </a:endParaRPr>
              </a:p>
              <a:p>
                <a:pPr algn="ctr"/>
                <a:r>
                  <a:rPr lang="en-US" altLang="ja-JP" sz="1050">
                    <a:solidFill>
                      <a:srgbClr val="333333"/>
                    </a:solidFill>
                    <a:latin typeface="BIZ UDPゴシック"/>
                    <a:ea typeface="BIZ UDPゴシック"/>
                  </a:rPr>
                  <a:t>(S&amp;P)</a:t>
                </a:r>
                <a:endParaRPr lang="ja-JP" altLang="en-US" sz="1100">
                  <a:solidFill>
                    <a:srgbClr val="000000"/>
                  </a:solidFill>
                  <a:latin typeface="BIZ UDPゴシック"/>
                  <a:ea typeface="BIZ UDPゴシック"/>
                </a:endParaRPr>
              </a:p>
            </p:txBody>
          </p:sp>
          <p:sp>
            <p:nvSpPr>
              <p:cNvPr id="73" name="四角形: 角を丸くする 72">
                <a:extLst>
                  <a:ext uri="{FF2B5EF4-FFF2-40B4-BE49-F238E27FC236}">
                    <a16:creationId xmlns:a16="http://schemas.microsoft.com/office/drawing/2014/main" id="{4050A62F-3D8B-FFD8-0069-CB6473B8128C}"/>
                  </a:ext>
                </a:extLst>
              </p:cNvPr>
              <p:cNvSpPr/>
              <p:nvPr/>
            </p:nvSpPr>
            <p:spPr>
              <a:xfrm>
                <a:off x="11228395" y="5938950"/>
                <a:ext cx="432000" cy="209550"/>
              </a:xfrm>
              <a:prstGeom prst="roundRect">
                <a:avLst/>
              </a:prstGeom>
              <a:solidFill>
                <a:srgbClr val="FF2600">
                  <a:lumMod val="20000"/>
                  <a:lumOff val="8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000000"/>
                    </a:solidFill>
                    <a:effectLst/>
                    <a:uLnTx/>
                    <a:uFillTx/>
                    <a:latin typeface="Arial"/>
                    <a:ea typeface="BIZ UDPゴシック"/>
                    <a:cs typeface="+mn-cs"/>
                  </a:rPr>
                  <a:t>A-1</a:t>
                </a:r>
                <a:endParaRPr kumimoji="0" lang="ja-JP" altLang="en-US" sz="1000" b="0" i="0" u="none" strike="noStrike" kern="0" cap="none" spc="0" normalizeH="0" baseline="0" noProof="0">
                  <a:ln>
                    <a:noFill/>
                  </a:ln>
                  <a:solidFill>
                    <a:srgbClr val="000000"/>
                  </a:solidFill>
                  <a:effectLst/>
                  <a:uLnTx/>
                  <a:uFillTx/>
                  <a:latin typeface="Arial"/>
                  <a:ea typeface="BIZ UDPゴシック"/>
                  <a:cs typeface="+mn-cs"/>
                </a:endParaRPr>
              </a:p>
            </p:txBody>
          </p:sp>
          <p:cxnSp>
            <p:nvCxnSpPr>
              <p:cNvPr id="75" name="直線コネクタ 74">
                <a:extLst>
                  <a:ext uri="{FF2B5EF4-FFF2-40B4-BE49-F238E27FC236}">
                    <a16:creationId xmlns:a16="http://schemas.microsoft.com/office/drawing/2014/main" id="{5730E782-3996-B102-1B3F-243B5FCB6808}"/>
                  </a:ext>
                </a:extLst>
              </p:cNvPr>
              <p:cNvCxnSpPr>
                <a:cxnSpLocks/>
                <a:stCxn id="73" idx="1"/>
              </p:cNvCxnSpPr>
              <p:nvPr/>
            </p:nvCxnSpPr>
            <p:spPr>
              <a:xfrm flipH="1">
                <a:off x="11126184" y="6043725"/>
                <a:ext cx="102211" cy="62891"/>
              </a:xfrm>
              <a:prstGeom prst="line">
                <a:avLst/>
              </a:prstGeom>
              <a:noFill/>
              <a:ln w="6350" cap="flat" cmpd="sng" algn="ctr">
                <a:solidFill>
                  <a:srgbClr val="FF2600">
                    <a:lumMod val="20000"/>
                    <a:lumOff val="80000"/>
                  </a:srgbClr>
                </a:solidFill>
                <a:prstDash val="solid"/>
                <a:miter lim="800000"/>
              </a:ln>
              <a:effectLst/>
            </p:spPr>
          </p:cxnSp>
          <p:sp>
            <p:nvSpPr>
              <p:cNvPr id="76" name="Rectangle 29">
                <a:extLst>
                  <a:ext uri="{FF2B5EF4-FFF2-40B4-BE49-F238E27FC236}">
                    <a16:creationId xmlns:a16="http://schemas.microsoft.com/office/drawing/2014/main" id="{FEB20666-D3E6-91D8-4ABE-D1B260E8D0CD}"/>
                  </a:ext>
                </a:extLst>
              </p:cNvPr>
              <p:cNvSpPr>
                <a:spLocks noChangeArrowheads="1"/>
              </p:cNvSpPr>
              <p:nvPr/>
            </p:nvSpPr>
            <p:spPr bwMode="gray">
              <a:xfrm>
                <a:off x="9161985" y="4898394"/>
                <a:ext cx="511921"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65113" indent="-265113" eaLnBrk="0" hangingPunct="0">
                  <a:defRPr kumimoji="1">
                    <a:solidFill>
                      <a:schemeClr val="tx1"/>
                    </a:solidFill>
                    <a:latin typeface="Arial" pitchFamily="34" charset="0"/>
                    <a:ea typeface="ＭＳ Ｐゴシック" pitchFamily="50" charset="-128"/>
                  </a:defRPr>
                </a:lvl1pPr>
                <a:lvl2pPr marL="822325" indent="-285750" eaLnBrk="0" hangingPunct="0">
                  <a:defRPr kumimoji="1">
                    <a:solidFill>
                      <a:schemeClr val="tx1"/>
                    </a:solidFill>
                    <a:latin typeface="Arial" pitchFamily="34" charset="0"/>
                    <a:ea typeface="ＭＳ Ｐゴシック" pitchFamily="50" charset="-128"/>
                  </a:defRPr>
                </a:lvl2pPr>
                <a:lvl3pPr marL="1230313" indent="-228600" eaLnBrk="0" hangingPunct="0">
                  <a:defRPr kumimoji="1">
                    <a:solidFill>
                      <a:schemeClr val="tx1"/>
                    </a:solidFill>
                    <a:latin typeface="Arial" pitchFamily="34" charset="0"/>
                    <a:ea typeface="ＭＳ Ｐゴシック" pitchFamily="50" charset="-128"/>
                  </a:defRPr>
                </a:lvl3pPr>
                <a:lvl4pPr marL="16383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marL="0" indent="0" eaLnBrk="1" hangingPunct="1">
                  <a:spcBef>
                    <a:spcPct val="20000"/>
                  </a:spcBef>
                  <a:buSzPct val="100000"/>
                </a:pPr>
                <a:r>
                  <a:rPr lang="en-US" altLang="ja-JP" sz="900">
                    <a:latin typeface="+mn-ea"/>
                    <a:ea typeface="+mn-ea"/>
                    <a:cs typeface="Meiryo UI" panose="020B0604030504040204" pitchFamily="50" charset="-128"/>
                  </a:rPr>
                  <a:t>AAA</a:t>
                </a:r>
                <a:endParaRPr lang="ja-JP" altLang="en-US" sz="900">
                  <a:latin typeface="+mn-ea"/>
                  <a:ea typeface="+mn-ea"/>
                  <a:cs typeface="Meiryo UI" panose="020B0604030504040204" pitchFamily="50" charset="-128"/>
                </a:endParaRPr>
              </a:p>
            </p:txBody>
          </p:sp>
          <p:sp>
            <p:nvSpPr>
              <p:cNvPr id="82" name="Rectangle 29">
                <a:extLst>
                  <a:ext uri="{FF2B5EF4-FFF2-40B4-BE49-F238E27FC236}">
                    <a16:creationId xmlns:a16="http://schemas.microsoft.com/office/drawing/2014/main" id="{7ABA9FA4-0119-1AFE-C51F-04F1353348D5}"/>
                  </a:ext>
                </a:extLst>
              </p:cNvPr>
              <p:cNvSpPr>
                <a:spLocks noChangeArrowheads="1"/>
              </p:cNvSpPr>
              <p:nvPr/>
            </p:nvSpPr>
            <p:spPr bwMode="gray">
              <a:xfrm>
                <a:off x="9168307" y="5956131"/>
                <a:ext cx="511921"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65113" indent="-265113" eaLnBrk="0" hangingPunct="0">
                  <a:defRPr kumimoji="1">
                    <a:solidFill>
                      <a:schemeClr val="tx1"/>
                    </a:solidFill>
                    <a:latin typeface="Arial" pitchFamily="34" charset="0"/>
                    <a:ea typeface="ＭＳ Ｐゴシック" pitchFamily="50" charset="-128"/>
                  </a:defRPr>
                </a:lvl1pPr>
                <a:lvl2pPr marL="822325" indent="-285750" eaLnBrk="0" hangingPunct="0">
                  <a:defRPr kumimoji="1">
                    <a:solidFill>
                      <a:schemeClr val="tx1"/>
                    </a:solidFill>
                    <a:latin typeface="Arial" pitchFamily="34" charset="0"/>
                    <a:ea typeface="ＭＳ Ｐゴシック" pitchFamily="50" charset="-128"/>
                  </a:defRPr>
                </a:lvl2pPr>
                <a:lvl3pPr marL="1230313" indent="-228600" eaLnBrk="0" hangingPunct="0">
                  <a:defRPr kumimoji="1">
                    <a:solidFill>
                      <a:schemeClr val="tx1"/>
                    </a:solidFill>
                    <a:latin typeface="Arial" pitchFamily="34" charset="0"/>
                    <a:ea typeface="ＭＳ Ｐゴシック" pitchFamily="50" charset="-128"/>
                  </a:defRPr>
                </a:lvl3pPr>
                <a:lvl4pPr marL="16383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marL="0" indent="0" eaLnBrk="1" hangingPunct="1">
                  <a:spcBef>
                    <a:spcPct val="20000"/>
                  </a:spcBef>
                  <a:buSzPct val="100000"/>
                </a:pPr>
                <a:r>
                  <a:rPr lang="en-US" altLang="ja-JP" sz="900">
                    <a:latin typeface="+mn-ea"/>
                    <a:ea typeface="+mn-ea"/>
                    <a:cs typeface="Meiryo UI" panose="020B0604030504040204" pitchFamily="50" charset="-128"/>
                  </a:rPr>
                  <a:t>AAA</a:t>
                </a:r>
                <a:endParaRPr lang="ja-JP" altLang="en-US" sz="900">
                  <a:latin typeface="+mn-ea"/>
                  <a:ea typeface="+mn-ea"/>
                  <a:cs typeface="Meiryo UI" panose="020B0604030504040204" pitchFamily="50" charset="-128"/>
                </a:endParaRPr>
              </a:p>
            </p:txBody>
          </p:sp>
        </p:grpSp>
      </p:grpSp>
      <p:sp>
        <p:nvSpPr>
          <p:cNvPr id="84" name="Text Box 34">
            <a:extLst>
              <a:ext uri="{FF2B5EF4-FFF2-40B4-BE49-F238E27FC236}">
                <a16:creationId xmlns:a16="http://schemas.microsoft.com/office/drawing/2014/main" id="{4536D8A5-6945-AB4C-0838-39DFD5B70543}"/>
              </a:ext>
            </a:extLst>
          </p:cNvPr>
          <p:cNvSpPr txBox="1">
            <a:spLocks noChangeArrowheads="1"/>
          </p:cNvSpPr>
          <p:nvPr/>
        </p:nvSpPr>
        <p:spPr bwMode="gray">
          <a:xfrm>
            <a:off x="5298261" y="4961769"/>
            <a:ext cx="1533968" cy="246221"/>
          </a:xfrm>
          <a:prstGeom prst="rect">
            <a:avLst/>
          </a:prstGeom>
          <a:noFill/>
          <a:ln>
            <a:noFill/>
          </a:ln>
          <a:effectLst/>
          <a:extLst>
            <a:ext uri="{909E8E84-426E-40DD-AFC4-6F175D3DCCD1}">
              <a14:hiddenFill xmlns:a14="http://schemas.microsoft.com/office/drawing/2010/main">
                <a:gradFill rotWithShape="1">
                  <a:gsLst>
                    <a:gs pos="0">
                      <a:srgbClr val="FFFFFF"/>
                    </a:gs>
                    <a:gs pos="100000">
                      <a:srgbClr val="C8C8C8"/>
                    </a:gs>
                  </a:gsLst>
                  <a:lin ang="5400000" scaled="1"/>
                </a:gradFill>
              </a14:hiddenFill>
            </a:ext>
            <a:ext uri="{91240B29-F687-4F45-9708-019B960494DF}">
              <a14:hiddenLine xmlns:a14="http://schemas.microsoft.com/office/drawing/2010/main" w="9525" algn="ctr">
                <a:solidFill>
                  <a:srgbClr val="505050"/>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a:spAutoFit/>
          </a:bodyPr>
          <a:lstStyle>
            <a:lvl1pPr eaLnBrk="0" hangingPunct="0">
              <a:defRPr kumimoji="1">
                <a:solidFill>
                  <a:schemeClr val="tx1"/>
                </a:solidFill>
                <a:latin typeface="Arial" pitchFamily="34" charset="0"/>
                <a:ea typeface="ＭＳ Ｐゴシック" pitchFamily="50" charset="-128"/>
              </a:defRPr>
            </a:lvl1pPr>
            <a:lvl2pPr marL="742950" indent="-285750" eaLnBrk="0" hangingPunct="0">
              <a:defRPr kumimoji="1">
                <a:solidFill>
                  <a:schemeClr val="tx1"/>
                </a:solidFill>
                <a:latin typeface="Arial" pitchFamily="34" charset="0"/>
                <a:ea typeface="ＭＳ Ｐゴシック" pitchFamily="50" charset="-128"/>
              </a:defRPr>
            </a:lvl2pPr>
            <a:lvl3pPr marL="1143000" indent="-228600" eaLnBrk="0" hangingPunct="0">
              <a:defRPr kumimoji="1">
                <a:solidFill>
                  <a:schemeClr val="tx1"/>
                </a:solidFill>
                <a:latin typeface="Arial" pitchFamily="34" charset="0"/>
                <a:ea typeface="ＭＳ Ｐゴシック" pitchFamily="50" charset="-128"/>
              </a:defRPr>
            </a:lvl3pPr>
            <a:lvl4pPr marL="16002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algn="r" eaLnBrk="1" fontAlgn="ctr" hangingPunct="1"/>
            <a:r>
              <a:rPr lang="en-US" altLang="ja-JP" sz="1000">
                <a:solidFill>
                  <a:srgbClr val="000000"/>
                </a:solidFill>
                <a:latin typeface="BIZ UDPゴシック"/>
                <a:ea typeface="BIZ UDPゴシック"/>
              </a:rPr>
              <a:t>(2024</a:t>
            </a:r>
            <a:r>
              <a:rPr lang="ja-JP" altLang="en-US" sz="1000">
                <a:solidFill>
                  <a:srgbClr val="000000"/>
                </a:solidFill>
                <a:latin typeface="BIZ UDPゴシック"/>
                <a:ea typeface="BIZ UDPゴシック"/>
              </a:rPr>
              <a:t>年</a:t>
            </a:r>
            <a:r>
              <a:rPr lang="en-US" altLang="ja-JP" sz="1000">
                <a:solidFill>
                  <a:srgbClr val="000000"/>
                </a:solidFill>
                <a:latin typeface="BIZ UDPゴシック"/>
                <a:ea typeface="BIZ UDPゴシック"/>
              </a:rPr>
              <a:t>4</a:t>
            </a:r>
            <a:r>
              <a:rPr lang="ja-JP" altLang="en-US" sz="1000">
                <a:solidFill>
                  <a:srgbClr val="000000"/>
                </a:solidFill>
                <a:latin typeface="BIZ UDPゴシック"/>
                <a:ea typeface="BIZ UDPゴシック"/>
              </a:rPr>
              <a:t>月</a:t>
            </a:r>
            <a:r>
              <a:rPr lang="en-US" altLang="ja-JP" sz="1000">
                <a:solidFill>
                  <a:srgbClr val="000000"/>
                </a:solidFill>
                <a:latin typeface="BIZ UDPゴシック"/>
                <a:ea typeface="BIZ UDPゴシック"/>
              </a:rPr>
              <a:t>1</a:t>
            </a:r>
            <a:r>
              <a:rPr lang="ja-JP" altLang="en-US" sz="1000">
                <a:solidFill>
                  <a:srgbClr val="000000"/>
                </a:solidFill>
                <a:latin typeface="BIZ UDPゴシック"/>
                <a:ea typeface="BIZ UDPゴシック"/>
              </a:rPr>
              <a:t>日現在</a:t>
            </a:r>
            <a:r>
              <a:rPr lang="en-US" altLang="ja-JP" sz="1000">
                <a:solidFill>
                  <a:srgbClr val="000000"/>
                </a:solidFill>
                <a:latin typeface="BIZ UDPゴシック"/>
                <a:ea typeface="BIZ UDPゴシック"/>
              </a:rPr>
              <a:t>)</a:t>
            </a:r>
          </a:p>
        </p:txBody>
      </p:sp>
      <p:sp>
        <p:nvSpPr>
          <p:cNvPr id="86" name="正方形/長方形 85">
            <a:extLst>
              <a:ext uri="{FF2B5EF4-FFF2-40B4-BE49-F238E27FC236}">
                <a16:creationId xmlns:a16="http://schemas.microsoft.com/office/drawing/2014/main" id="{921C1ADA-BA17-0FDC-A66C-9B2EF269DED0}"/>
              </a:ext>
            </a:extLst>
          </p:cNvPr>
          <p:cNvSpPr/>
          <p:nvPr/>
        </p:nvSpPr>
        <p:spPr>
          <a:xfrm>
            <a:off x="458630" y="2212097"/>
            <a:ext cx="4259139" cy="252000"/>
          </a:xfrm>
          <a:prstGeom prst="rect">
            <a:avLst/>
          </a:prstGeom>
          <a:solidFill>
            <a:srgbClr val="7A9EA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bg1"/>
                </a:solidFill>
                <a:latin typeface="+mn-ea"/>
                <a:ea typeface="+mn-ea"/>
              </a:rPr>
              <a:t>会社概要</a:t>
            </a:r>
          </a:p>
        </p:txBody>
      </p:sp>
    </p:spTree>
    <p:extLst>
      <p:ext uri="{BB962C8B-B14F-4D97-AF65-F5344CB8AC3E}">
        <p14:creationId xmlns:p14="http://schemas.microsoft.com/office/powerpoint/2010/main" val="3173513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91862C4-14CA-B069-F390-CE71D6B47862}"/>
              </a:ext>
            </a:extLst>
          </p:cNvPr>
          <p:cNvSpPr>
            <a:spLocks noGrp="1"/>
          </p:cNvSpPr>
          <p:nvPr>
            <p:ph type="sldNum" sz="quarter" idx="13"/>
          </p:nvPr>
        </p:nvSpPr>
        <p:spPr/>
        <p:txBody>
          <a:bodyPr/>
          <a:lstStyle/>
          <a:p>
            <a:fld id="{9BF854DB-42D3-EE44-9486-1E8138C63EFC}" type="slidenum">
              <a:rPr lang="ja-JP" altLang="en-US" smtClean="0"/>
              <a:pPr/>
              <a:t>4</a:t>
            </a:fld>
            <a:endParaRPr lang="ja-JP" altLang="en-US"/>
          </a:p>
        </p:txBody>
      </p:sp>
      <p:sp>
        <p:nvSpPr>
          <p:cNvPr id="11" name="テキスト ボックス 1">
            <a:extLst>
              <a:ext uri="{FF2B5EF4-FFF2-40B4-BE49-F238E27FC236}">
                <a16:creationId xmlns:a16="http://schemas.microsoft.com/office/drawing/2014/main" id="{A496480A-E4A8-4702-8E58-7B70C5683E97}"/>
              </a:ext>
            </a:extLst>
          </p:cNvPr>
          <p:cNvSpPr txBox="1"/>
          <p:nvPr/>
        </p:nvSpPr>
        <p:spPr>
          <a:xfrm>
            <a:off x="5206632" y="2085798"/>
            <a:ext cx="4447695" cy="4219231"/>
          </a:xfrm>
          <a:prstGeom prst="rect">
            <a:avLst/>
          </a:prstGeom>
          <a:solidFill>
            <a:srgbClr val="E8ECEB"/>
          </a:solidFill>
          <a:ln w="9525" cmpd="sng">
            <a:noFill/>
          </a:ln>
          <a:effectLst>
            <a:outerShdw blurRad="50800" dist="152400" dir="2700000" algn="tl"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wrap="square" lIns="169684"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altLang="ja-JP" sz="3771">
              <a:solidFill>
                <a:schemeClr val="tx1"/>
              </a:solidFill>
              <a:latin typeface="+mn-ea"/>
              <a:cs typeface="Tahoma" panose="020B0604030504040204" pitchFamily="34" charset="0"/>
            </a:endParaRPr>
          </a:p>
        </p:txBody>
      </p:sp>
      <p:sp>
        <p:nvSpPr>
          <p:cNvPr id="21" name="テキスト ボックス 2">
            <a:extLst>
              <a:ext uri="{FF2B5EF4-FFF2-40B4-BE49-F238E27FC236}">
                <a16:creationId xmlns:a16="http://schemas.microsoft.com/office/drawing/2014/main" id="{AB3A4E32-0228-489B-B5EA-A86BE846D32A}"/>
              </a:ext>
            </a:extLst>
          </p:cNvPr>
          <p:cNvSpPr txBox="1"/>
          <p:nvPr/>
        </p:nvSpPr>
        <p:spPr>
          <a:xfrm>
            <a:off x="529142" y="2085798"/>
            <a:ext cx="4447695" cy="4219231"/>
          </a:xfrm>
          <a:prstGeom prst="rect">
            <a:avLst/>
          </a:prstGeom>
          <a:solidFill>
            <a:srgbClr val="406A7A"/>
          </a:solidFill>
          <a:ln w="9525" cmpd="sng">
            <a:noFill/>
          </a:ln>
          <a:effectLst>
            <a:outerShdw blurRad="50800" dist="152400" dir="2700000" algn="tl"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wrap="square" lIns="169684"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ja-JP" altLang="en-US" sz="3771">
                <a:solidFill>
                  <a:schemeClr val="bg1"/>
                </a:solidFill>
                <a:latin typeface="+mn-ea"/>
                <a:cs typeface="Tahoma" panose="020B0604030504040204" pitchFamily="34" charset="0"/>
              </a:rPr>
              <a:t>企業沿革</a:t>
            </a:r>
          </a:p>
        </p:txBody>
      </p:sp>
    </p:spTree>
    <p:extLst>
      <p:ext uri="{BB962C8B-B14F-4D97-AF65-F5344CB8AC3E}">
        <p14:creationId xmlns:p14="http://schemas.microsoft.com/office/powerpoint/2010/main" val="134443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図形, 円&#10;&#10;自動的に生成された説明">
            <a:extLst>
              <a:ext uri="{FF2B5EF4-FFF2-40B4-BE49-F238E27FC236}">
                <a16:creationId xmlns:a16="http://schemas.microsoft.com/office/drawing/2014/main" id="{88911EB9-3C35-860F-F154-71F392CB4714}"/>
              </a:ext>
            </a:extLst>
          </p:cNvPr>
          <p:cNvPicPr>
            <a:picLocks noChangeAspect="1"/>
          </p:cNvPicPr>
          <p:nvPr/>
        </p:nvPicPr>
        <p:blipFill>
          <a:blip r:embed="rId3"/>
          <a:stretch>
            <a:fillRect/>
          </a:stretch>
        </p:blipFill>
        <p:spPr>
          <a:xfrm>
            <a:off x="6685364" y="-4743"/>
            <a:ext cx="3393675" cy="3393675"/>
          </a:xfrm>
          <a:prstGeom prst="rect">
            <a:avLst/>
          </a:prstGeom>
        </p:spPr>
      </p:pic>
      <p:sp>
        <p:nvSpPr>
          <p:cNvPr id="2" name="スライド番号プレースホルダー 1">
            <a:extLst>
              <a:ext uri="{FF2B5EF4-FFF2-40B4-BE49-F238E27FC236}">
                <a16:creationId xmlns:a16="http://schemas.microsoft.com/office/drawing/2014/main" id="{8C62D85A-64A2-837E-3F6F-BA9924A18726}"/>
              </a:ext>
            </a:extLst>
          </p:cNvPr>
          <p:cNvSpPr>
            <a:spLocks noGrp="1"/>
          </p:cNvSpPr>
          <p:nvPr>
            <p:ph type="sldNum" sz="quarter" idx="10"/>
          </p:nvPr>
        </p:nvSpPr>
        <p:spPr/>
        <p:txBody>
          <a:bodyPr/>
          <a:lstStyle/>
          <a:p>
            <a:fld id="{9BF854DB-42D3-EE44-9486-1E8138C63EFC}" type="slidenum">
              <a:rPr lang="ja-JP" altLang="en-US" smtClean="0"/>
              <a:pPr/>
              <a:t>5</a:t>
            </a:fld>
            <a:endParaRPr lang="ja-JP" altLang="en-US"/>
          </a:p>
        </p:txBody>
      </p:sp>
      <p:sp>
        <p:nvSpPr>
          <p:cNvPr id="3" name="タイトル 1">
            <a:extLst>
              <a:ext uri="{FF2B5EF4-FFF2-40B4-BE49-F238E27FC236}">
                <a16:creationId xmlns:a16="http://schemas.microsoft.com/office/drawing/2014/main" id="{84D28E6A-7F03-759A-1E87-75A06B40837B}"/>
              </a:ext>
            </a:extLst>
          </p:cNvPr>
          <p:cNvSpPr txBox="1">
            <a:spLocks/>
          </p:cNvSpPr>
          <p:nvPr/>
        </p:nvSpPr>
        <p:spPr>
          <a:xfrm>
            <a:off x="327822" y="618767"/>
            <a:ext cx="9352365" cy="437815"/>
          </a:xfrm>
          <a:prstGeom prst="rect">
            <a:avLst/>
          </a:prstGeom>
        </p:spPr>
        <p:txBody>
          <a:bodyPr>
            <a:noAutofit/>
          </a:bodyP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r>
              <a:rPr lang="en" altLang="ja-JP"/>
              <a:t>MTBJ</a:t>
            </a:r>
            <a:r>
              <a:rPr lang="ja-JP" altLang="en-US"/>
              <a:t>について </a:t>
            </a:r>
            <a:r>
              <a:rPr lang="en-US" altLang="ja-JP"/>
              <a:t>|</a:t>
            </a:r>
            <a:r>
              <a:rPr lang="ja-JP" altLang="en-US"/>
              <a:t>設立背景</a:t>
            </a:r>
          </a:p>
        </p:txBody>
      </p:sp>
      <p:cxnSp>
        <p:nvCxnSpPr>
          <p:cNvPr id="4" name="直線コネクタ 3">
            <a:extLst>
              <a:ext uri="{FF2B5EF4-FFF2-40B4-BE49-F238E27FC236}">
                <a16:creationId xmlns:a16="http://schemas.microsoft.com/office/drawing/2014/main" id="{5B74B43F-C7CE-36D2-7709-2138D57FCBF3}"/>
              </a:ext>
            </a:extLst>
          </p:cNvPr>
          <p:cNvCxnSpPr>
            <a:cxnSpLocks/>
          </p:cNvCxnSpPr>
          <p:nvPr/>
        </p:nvCxnSpPr>
        <p:spPr>
          <a:xfrm>
            <a:off x="417668" y="1123606"/>
            <a:ext cx="926251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 name="Table 14">
            <a:extLst>
              <a:ext uri="{FF2B5EF4-FFF2-40B4-BE49-F238E27FC236}">
                <a16:creationId xmlns:a16="http://schemas.microsoft.com/office/drawing/2014/main" id="{C2A8AD95-4BFC-BDF7-D949-91A643209E2D}"/>
              </a:ext>
            </a:extLst>
          </p:cNvPr>
          <p:cNvGraphicFramePr>
            <a:graphicFrameLocks noGrp="1"/>
          </p:cNvGraphicFramePr>
          <p:nvPr>
            <p:extLst>
              <p:ext uri="{D42A27DB-BD31-4B8C-83A1-F6EECF244321}">
                <p14:modId xmlns:p14="http://schemas.microsoft.com/office/powerpoint/2010/main" val="1493419414"/>
              </p:ext>
            </p:extLst>
          </p:nvPr>
        </p:nvGraphicFramePr>
        <p:xfrm>
          <a:off x="425196" y="2160959"/>
          <a:ext cx="4468737" cy="235224"/>
        </p:xfrm>
        <a:graphic>
          <a:graphicData uri="http://schemas.openxmlformats.org/drawingml/2006/table">
            <a:tbl>
              <a:tblPr firstRow="1" bandRow="1"/>
              <a:tblGrid>
                <a:gridCol w="4468737">
                  <a:extLst>
                    <a:ext uri="{9D8B030D-6E8A-4147-A177-3AD203B41FA5}">
                      <a16:colId xmlns:a16="http://schemas.microsoft.com/office/drawing/2014/main" val="1330309844"/>
                    </a:ext>
                  </a:extLst>
                </a:gridCol>
              </a:tblGrid>
              <a:tr h="235224">
                <a:tc>
                  <a:txBody>
                    <a:bodyPr/>
                    <a:lstStyle/>
                    <a:p>
                      <a:pPr marL="172720" marR="0" lvl="0" indent="-172720" algn="l" rtl="0" eaLnBrk="1" fontAlgn="ctr" latinLnBrk="0" hangingPunct="1">
                        <a:lnSpc>
                          <a:spcPct val="100000"/>
                        </a:lnSpc>
                        <a:spcBef>
                          <a:spcPts val="0"/>
                        </a:spcBef>
                        <a:spcAft>
                          <a:spcPts val="0"/>
                        </a:spcAft>
                        <a:buClrTx/>
                        <a:buSzTx/>
                        <a:buFontTx/>
                        <a:buNone/>
                      </a:pPr>
                      <a:r>
                        <a:rPr lang="en-US" altLang="ja-JP" sz="1100" b="1" dirty="0">
                          <a:solidFill>
                            <a:schemeClr val="bg1"/>
                          </a:solidFill>
                          <a:latin typeface="+mn-ea"/>
                          <a:ea typeface="+mn-ea"/>
                        </a:rPr>
                        <a:t>【1】</a:t>
                      </a:r>
                      <a:r>
                        <a:rPr lang="ja-JP" altLang="en-US" sz="1100" b="1" dirty="0">
                          <a:solidFill>
                            <a:schemeClr val="bg1"/>
                          </a:solidFill>
                          <a:latin typeface="+mn-ea"/>
                          <a:ea typeface="+mn-ea"/>
                        </a:rPr>
                        <a:t>　会社沿革</a:t>
                      </a:r>
                    </a:p>
                  </a:txBody>
                  <a:tcPr marL="49812" marR="49812" marT="33224" marB="3322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5A5A5A"/>
                      </a:solidFill>
                      <a:prstDash val="solid"/>
                      <a:round/>
                      <a:headEnd type="none" w="med" len="med"/>
                      <a:tailEnd type="none" w="med" len="med"/>
                    </a:lnT>
                    <a:lnB w="12700" cap="flat" cmpd="sng" algn="ctr">
                      <a:solidFill>
                        <a:srgbClr val="5A5A5A"/>
                      </a:solidFill>
                      <a:prstDash val="solid"/>
                      <a:round/>
                      <a:headEnd type="none" w="med" len="med"/>
                      <a:tailEnd type="none" w="med" len="med"/>
                    </a:lnB>
                    <a:lnTlToBr w="12700" cmpd="sng">
                      <a:noFill/>
                      <a:prstDash val="solid"/>
                    </a:lnTlToBr>
                    <a:lnBlToTr w="12700" cmpd="sng">
                      <a:noFill/>
                      <a:prstDash val="solid"/>
                    </a:lnBlToTr>
                    <a:solidFill>
                      <a:srgbClr val="406A7A"/>
                    </a:solidFill>
                  </a:tcPr>
                </a:tc>
                <a:extLst>
                  <a:ext uri="{0D108BD9-81ED-4DB2-BD59-A6C34878D82A}">
                    <a16:rowId xmlns:a16="http://schemas.microsoft.com/office/drawing/2014/main" val="1171621287"/>
                  </a:ext>
                </a:extLst>
              </a:tr>
            </a:tbl>
          </a:graphicData>
        </a:graphic>
      </p:graphicFrame>
      <p:sp>
        <p:nvSpPr>
          <p:cNvPr id="8" name="正方形/長方形 7">
            <a:extLst>
              <a:ext uri="{FF2B5EF4-FFF2-40B4-BE49-F238E27FC236}">
                <a16:creationId xmlns:a16="http://schemas.microsoft.com/office/drawing/2014/main" id="{81307845-1B56-84DA-C8E4-37224AAA3A49}"/>
              </a:ext>
            </a:extLst>
          </p:cNvPr>
          <p:cNvSpPr/>
          <p:nvPr/>
        </p:nvSpPr>
        <p:spPr>
          <a:xfrm>
            <a:off x="417668" y="1319984"/>
            <a:ext cx="9262519" cy="758554"/>
          </a:xfrm>
          <a:prstGeom prst="rect">
            <a:avLst/>
          </a:prstGeom>
          <a:noFill/>
          <a:ln/>
        </p:spPr>
        <p:style>
          <a:lnRef idx="2">
            <a:schemeClr val="dk1"/>
          </a:lnRef>
          <a:fillRef idx="1">
            <a:schemeClr val="lt1"/>
          </a:fillRef>
          <a:effectRef idx="0">
            <a:schemeClr val="dk1"/>
          </a:effectRef>
          <a:fontRef idx="minor">
            <a:schemeClr val="dk1"/>
          </a:fontRef>
        </p:style>
        <p:txBody>
          <a:bodyPr lIns="91440" tIns="45720" rIns="91440" bIns="45720" rtlCol="0" anchor="ctr"/>
          <a:lstStyle/>
          <a:p>
            <a:pPr marL="269240" indent="-269240">
              <a:buFont typeface="Wingdings" panose="05000000000000000000" pitchFamily="2" charset="2"/>
              <a:buChar char="n"/>
            </a:pPr>
            <a:r>
              <a:rPr lang="ja-JP" altLang="en-US" sz="1320">
                <a:latin typeface="+mn-ea"/>
                <a:ea typeface="+mn-ea"/>
              </a:rPr>
              <a:t>年金基金の資産管理や運用の効率化を図る管理形態として「日本版マスタートラスト」の導入提言等が行われる</a:t>
            </a:r>
            <a:endParaRPr lang="en-US" altLang="ja-JP" sz="1320">
              <a:latin typeface="+mn-ea"/>
              <a:ea typeface="+mn-ea"/>
            </a:endParaRPr>
          </a:p>
          <a:p>
            <a:pPr marL="269240" indent="-269240">
              <a:buFont typeface="Wingdings" panose="05000000000000000000" pitchFamily="2" charset="2"/>
              <a:buChar char="n"/>
            </a:pPr>
            <a:r>
              <a:rPr lang="ja-JP" altLang="en-US" sz="1320">
                <a:latin typeface="+mn-ea"/>
                <a:ea typeface="+mn-ea"/>
              </a:rPr>
              <a:t>規制緩和や各種決済制度改革への対応を踏まえ、業務集約によるサービス高度化や投資負担軽減等の戦略が検討</a:t>
            </a:r>
            <a:endParaRPr lang="en-US" altLang="ja-JP" sz="1320">
              <a:latin typeface="+mn-ea"/>
            </a:endParaRPr>
          </a:p>
          <a:p>
            <a:pPr marL="269240" indent="-269240">
              <a:buFont typeface="Wingdings" panose="05000000000000000000" pitchFamily="2" charset="2"/>
              <a:buChar char="n"/>
            </a:pPr>
            <a:r>
              <a:rPr lang="ja-JP" altLang="en-US" sz="1300">
                <a:latin typeface="+mn-ea"/>
              </a:rPr>
              <a:t>株主である三菱UFJ信託銀行、東洋信託銀行、日本生命、明治安田生命の資産管理を担う会社として設立</a:t>
            </a:r>
            <a:endParaRPr lang="en-US" altLang="ja-JP" sz="1300">
              <a:latin typeface="+mn-ea"/>
            </a:endParaRPr>
          </a:p>
        </p:txBody>
      </p:sp>
      <p:graphicFrame>
        <p:nvGraphicFramePr>
          <p:cNvPr id="7" name="Table 14">
            <a:extLst>
              <a:ext uri="{FF2B5EF4-FFF2-40B4-BE49-F238E27FC236}">
                <a16:creationId xmlns:a16="http://schemas.microsoft.com/office/drawing/2014/main" id="{B84D8167-BCD2-C7EA-38E0-6F562D86392A}"/>
              </a:ext>
            </a:extLst>
          </p:cNvPr>
          <p:cNvGraphicFramePr>
            <a:graphicFrameLocks noGrp="1"/>
          </p:cNvGraphicFramePr>
          <p:nvPr>
            <p:extLst>
              <p:ext uri="{D42A27DB-BD31-4B8C-83A1-F6EECF244321}">
                <p14:modId xmlns:p14="http://schemas.microsoft.com/office/powerpoint/2010/main" val="1153639328"/>
              </p:ext>
            </p:extLst>
          </p:nvPr>
        </p:nvGraphicFramePr>
        <p:xfrm>
          <a:off x="5175779" y="2153572"/>
          <a:ext cx="4468737" cy="240614"/>
        </p:xfrm>
        <a:graphic>
          <a:graphicData uri="http://schemas.openxmlformats.org/drawingml/2006/table">
            <a:tbl>
              <a:tblPr firstRow="1" bandRow="1"/>
              <a:tblGrid>
                <a:gridCol w="4468737">
                  <a:extLst>
                    <a:ext uri="{9D8B030D-6E8A-4147-A177-3AD203B41FA5}">
                      <a16:colId xmlns:a16="http://schemas.microsoft.com/office/drawing/2014/main" val="1330309844"/>
                    </a:ext>
                  </a:extLst>
                </a:gridCol>
              </a:tblGrid>
              <a:tr h="240614">
                <a:tc>
                  <a:txBody>
                    <a:bodyPr/>
                    <a:lstStyle/>
                    <a:p>
                      <a:pPr marL="173038" marR="0" lvl="0" indent="-173038" algn="l" defTabSz="950188" rtl="0" eaLnBrk="1" fontAlgn="ctr" latinLnBrk="0" hangingPunct="1">
                        <a:lnSpc>
                          <a:spcPct val="100000"/>
                        </a:lnSpc>
                        <a:spcBef>
                          <a:spcPts val="0"/>
                        </a:spcBef>
                        <a:spcAft>
                          <a:spcPts val="0"/>
                        </a:spcAft>
                        <a:buClrTx/>
                        <a:buSzTx/>
                        <a:buFontTx/>
                        <a:buNone/>
                        <a:tabLst/>
                        <a:defRPr/>
                      </a:pPr>
                      <a:r>
                        <a:rPr lang="en-US" altLang="ja-JP" sz="1100" b="1">
                          <a:solidFill>
                            <a:schemeClr val="bg1"/>
                          </a:solidFill>
                          <a:latin typeface="+mn-ea"/>
                          <a:ea typeface="+mn-ea"/>
                        </a:rPr>
                        <a:t>【2】</a:t>
                      </a:r>
                      <a:r>
                        <a:rPr lang="ja-JP" altLang="en-US" sz="1100" b="1">
                          <a:solidFill>
                            <a:schemeClr val="bg1"/>
                          </a:solidFill>
                          <a:latin typeface="+mn-ea"/>
                          <a:ea typeface="+mn-ea"/>
                        </a:rPr>
                        <a:t>　出資構成推移</a:t>
                      </a:r>
                    </a:p>
                  </a:txBody>
                  <a:tcPr marL="49812" marR="49812" marT="33224" marB="33224"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5A5A5A"/>
                      </a:solidFill>
                      <a:prstDash val="solid"/>
                      <a:round/>
                      <a:headEnd type="none" w="med" len="med"/>
                      <a:tailEnd type="none" w="med" len="med"/>
                    </a:lnT>
                    <a:lnB w="12700" cap="flat" cmpd="sng" algn="ctr">
                      <a:solidFill>
                        <a:srgbClr val="5A5A5A"/>
                      </a:solidFill>
                      <a:prstDash val="solid"/>
                      <a:round/>
                      <a:headEnd type="none" w="med" len="med"/>
                      <a:tailEnd type="none" w="med" len="med"/>
                    </a:lnB>
                    <a:lnTlToBr w="12700" cmpd="sng">
                      <a:noFill/>
                      <a:prstDash val="solid"/>
                    </a:lnTlToBr>
                    <a:lnBlToTr w="12700" cmpd="sng">
                      <a:noFill/>
                      <a:prstDash val="solid"/>
                    </a:lnBlToTr>
                    <a:solidFill>
                      <a:srgbClr val="406A7A"/>
                    </a:solidFill>
                  </a:tcPr>
                </a:tc>
                <a:extLst>
                  <a:ext uri="{0D108BD9-81ED-4DB2-BD59-A6C34878D82A}">
                    <a16:rowId xmlns:a16="http://schemas.microsoft.com/office/drawing/2014/main" val="1171621287"/>
                  </a:ext>
                </a:extLst>
              </a:tr>
            </a:tbl>
          </a:graphicData>
        </a:graphic>
      </p:graphicFrame>
      <p:graphicFrame>
        <p:nvGraphicFramePr>
          <p:cNvPr id="10" name="グラフ 9">
            <a:extLst>
              <a:ext uri="{FF2B5EF4-FFF2-40B4-BE49-F238E27FC236}">
                <a16:creationId xmlns:a16="http://schemas.microsoft.com/office/drawing/2014/main" id="{C0C138EC-8BD5-7092-FCE7-CF0C2A657F8A}"/>
              </a:ext>
            </a:extLst>
          </p:cNvPr>
          <p:cNvGraphicFramePr/>
          <p:nvPr>
            <p:extLst>
              <p:ext uri="{D42A27DB-BD31-4B8C-83A1-F6EECF244321}">
                <p14:modId xmlns:p14="http://schemas.microsoft.com/office/powerpoint/2010/main" val="2608521608"/>
              </p:ext>
            </p:extLst>
          </p:nvPr>
        </p:nvGraphicFramePr>
        <p:xfrm>
          <a:off x="5283528" y="2334820"/>
          <a:ext cx="4019550" cy="392535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2" name="オブジェクト 11">
            <a:extLst>
              <a:ext uri="{FF2B5EF4-FFF2-40B4-BE49-F238E27FC236}">
                <a16:creationId xmlns:a16="http://schemas.microsoft.com/office/drawing/2014/main" id="{A3C479D0-2E6E-B9F0-19A6-C8341DED5530}"/>
              </a:ext>
            </a:extLst>
          </p:cNvPr>
          <p:cNvGraphicFramePr>
            <a:graphicFrameLocks noChangeAspect="1"/>
          </p:cNvGraphicFramePr>
          <p:nvPr>
            <p:extLst>
              <p:ext uri="{D42A27DB-BD31-4B8C-83A1-F6EECF244321}">
                <p14:modId xmlns:p14="http://schemas.microsoft.com/office/powerpoint/2010/main" val="2019619224"/>
              </p:ext>
            </p:extLst>
          </p:nvPr>
        </p:nvGraphicFramePr>
        <p:xfrm>
          <a:off x="5624966" y="6378201"/>
          <a:ext cx="4019550" cy="352425"/>
        </p:xfrm>
        <a:graphic>
          <a:graphicData uri="http://schemas.openxmlformats.org/presentationml/2006/ole">
            <mc:AlternateContent xmlns:mc="http://schemas.openxmlformats.org/markup-compatibility/2006">
              <mc:Choice xmlns:v="urn:schemas-microsoft-com:vml" Requires="v">
                <p:oleObj name="Worksheet" r:id="rId5" imgW="4019400" imgH="352492" progId="Excel.Sheet.12">
                  <p:embed/>
                </p:oleObj>
              </mc:Choice>
              <mc:Fallback>
                <p:oleObj name="Worksheet" r:id="rId5" imgW="4019400" imgH="352492" progId="Excel.Sheet.12">
                  <p:embed/>
                  <p:pic>
                    <p:nvPicPr>
                      <p:cNvPr id="12" name="オブジェクト 11">
                        <a:extLst>
                          <a:ext uri="{FF2B5EF4-FFF2-40B4-BE49-F238E27FC236}">
                            <a16:creationId xmlns:a16="http://schemas.microsoft.com/office/drawing/2014/main" id="{A3C479D0-2E6E-B9F0-19A6-C8341DED5530}"/>
                          </a:ext>
                        </a:extLst>
                      </p:cNvPr>
                      <p:cNvPicPr/>
                      <p:nvPr/>
                    </p:nvPicPr>
                    <p:blipFill>
                      <a:blip r:embed="rId6"/>
                      <a:stretch>
                        <a:fillRect/>
                      </a:stretch>
                    </p:blipFill>
                    <p:spPr>
                      <a:xfrm>
                        <a:off x="5624966" y="6378201"/>
                        <a:ext cx="4019550" cy="352425"/>
                      </a:xfrm>
                      <a:prstGeom prst="rect">
                        <a:avLst/>
                      </a:prstGeom>
                    </p:spPr>
                  </p:pic>
                </p:oleObj>
              </mc:Fallback>
            </mc:AlternateContent>
          </a:graphicData>
        </a:graphic>
      </p:graphicFrame>
      <p:sp>
        <p:nvSpPr>
          <p:cNvPr id="14" name="正方形/長方形 13">
            <a:extLst>
              <a:ext uri="{FF2B5EF4-FFF2-40B4-BE49-F238E27FC236}">
                <a16:creationId xmlns:a16="http://schemas.microsoft.com/office/drawing/2014/main" id="{3C56528F-233A-0608-0CBD-BC8511D5E9A0}"/>
              </a:ext>
            </a:extLst>
          </p:cNvPr>
          <p:cNvSpPr/>
          <p:nvPr/>
        </p:nvSpPr>
        <p:spPr bwMode="auto">
          <a:xfrm>
            <a:off x="428879" y="2696211"/>
            <a:ext cx="4473851" cy="3175752"/>
          </a:xfrm>
          <a:prstGeom prst="rect">
            <a:avLst/>
          </a:prstGeom>
          <a:noFill/>
          <a:ln w="12700" cap="flat" cmpd="sng" algn="ctr">
            <a:noFill/>
            <a:prstDash val="sysDash"/>
            <a:miter lim="800000"/>
          </a:ln>
          <a:effectLst/>
        </p:spPr>
        <p:txBody>
          <a:bodyPr lIns="91440" tIns="45720" rIns="91440" bIns="45720" anchor="t"/>
          <a:lstStyle/>
          <a:p>
            <a:r>
              <a:rPr lang="en-US" altLang="ja-JP" sz="1100">
                <a:latin typeface="+mn-ea"/>
                <a:ea typeface="+mn-ea"/>
              </a:rPr>
              <a:t>2000</a:t>
            </a:r>
            <a:r>
              <a:rPr lang="ja-JP" altLang="en-US" sz="1100">
                <a:latin typeface="+mn-ea"/>
                <a:ea typeface="+mn-ea"/>
              </a:rPr>
              <a:t>年</a:t>
            </a:r>
            <a:r>
              <a:rPr lang="en-US" altLang="ja-JP" sz="1100">
                <a:latin typeface="+mn-ea"/>
                <a:ea typeface="+mn-ea"/>
              </a:rPr>
              <a:t>5</a:t>
            </a:r>
            <a:r>
              <a:rPr lang="ja-JP" altLang="en-US" sz="1100">
                <a:latin typeface="+mn-ea"/>
                <a:ea typeface="+mn-ea"/>
              </a:rPr>
              <a:t>月　営業開始</a:t>
            </a:r>
            <a:endParaRPr lang="en-US" altLang="ja-JP" sz="1100">
              <a:latin typeface="+mn-ea"/>
              <a:ea typeface="+mn-ea"/>
            </a:endParaRPr>
          </a:p>
          <a:p>
            <a:r>
              <a:rPr lang="ja-JP" altLang="en-US" sz="1100">
                <a:latin typeface="+mn-ea"/>
                <a:ea typeface="+mn-ea"/>
              </a:rPr>
              <a:t>・信託と生保という業態の垣根を超え、</a:t>
            </a:r>
            <a:r>
              <a:rPr lang="en-US" altLang="ja-JP" sz="1100">
                <a:latin typeface="+mn-ea"/>
                <a:ea typeface="+mn-ea"/>
              </a:rPr>
              <a:t>5</a:t>
            </a:r>
            <a:r>
              <a:rPr lang="ja-JP" altLang="en-US" sz="1100">
                <a:latin typeface="+mn-ea"/>
                <a:ea typeface="+mn-ea"/>
              </a:rPr>
              <a:t>社の経営基盤、人材、ノウハウの融合により資産管理におけるデファクトスタンダードを作り上げる</a:t>
            </a:r>
            <a:endParaRPr lang="en-US" altLang="ja-JP" sz="1100">
              <a:latin typeface="+mn-ea"/>
              <a:ea typeface="+mn-ea"/>
            </a:endParaRPr>
          </a:p>
          <a:p>
            <a:r>
              <a:rPr lang="ja-JP" altLang="en-US" sz="1100">
                <a:latin typeface="+mn-ea"/>
                <a:ea typeface="+mn-ea"/>
              </a:rPr>
              <a:t>・増大する</a:t>
            </a:r>
            <a:r>
              <a:rPr lang="en-US" altLang="ja-JP" sz="1100">
                <a:latin typeface="+mn-ea"/>
                <a:ea typeface="+mn-ea"/>
              </a:rPr>
              <a:t>IT</a:t>
            </a:r>
            <a:r>
              <a:rPr lang="ja-JP" altLang="en-US" sz="1100">
                <a:latin typeface="+mn-ea"/>
                <a:ea typeface="+mn-ea"/>
              </a:rPr>
              <a:t>投資負担を株主でシェアするとともに株主各社の顧客基盤をはじめとする幅広い顧客層にアクセス、規模の利益を確保し、リーズナブルな価格でのサービス提供を行う</a:t>
            </a:r>
            <a:endParaRPr lang="en-US" altLang="ja-JP" sz="1100">
              <a:latin typeface="+mn-ea"/>
              <a:ea typeface="+mn-ea"/>
            </a:endParaRPr>
          </a:p>
          <a:p>
            <a:endParaRPr lang="en-US" altLang="ja-JP" sz="1100">
              <a:latin typeface="+mn-ea"/>
              <a:ea typeface="+mn-ea"/>
            </a:endParaRPr>
          </a:p>
          <a:p>
            <a:r>
              <a:rPr lang="en-US" altLang="ja-JP" sz="1100">
                <a:latin typeface="+mn-ea"/>
                <a:ea typeface="+mn-ea"/>
              </a:rPr>
              <a:t>2001</a:t>
            </a:r>
            <a:r>
              <a:rPr lang="ja-JP" altLang="en-US" sz="1100">
                <a:latin typeface="+mn-ea"/>
                <a:ea typeface="+mn-ea"/>
              </a:rPr>
              <a:t>年</a:t>
            </a:r>
            <a:r>
              <a:rPr lang="en-US" altLang="ja-JP" sz="1100">
                <a:latin typeface="+mn-ea"/>
                <a:ea typeface="+mn-ea"/>
              </a:rPr>
              <a:t>3</a:t>
            </a:r>
            <a:r>
              <a:rPr lang="ja-JP" altLang="en-US" sz="1100">
                <a:latin typeface="+mn-ea"/>
                <a:ea typeface="+mn-ea"/>
              </a:rPr>
              <a:t>月</a:t>
            </a:r>
            <a:endParaRPr lang="en-US" altLang="ja-JP" sz="1100">
              <a:latin typeface="+mn-ea"/>
              <a:ea typeface="+mn-ea"/>
            </a:endParaRPr>
          </a:p>
          <a:p>
            <a:r>
              <a:rPr lang="ja-JP" altLang="en-US" sz="1100">
                <a:latin typeface="+mn-ea"/>
                <a:ea typeface="+mn-ea"/>
              </a:rPr>
              <a:t>・三菱信託銀行と東洋信託銀行の資産管理業務を</a:t>
            </a:r>
            <a:r>
              <a:rPr lang="en-US" altLang="ja-JP" sz="1100">
                <a:latin typeface="+mn-ea"/>
                <a:ea typeface="+mn-ea"/>
              </a:rPr>
              <a:t>MTBJ</a:t>
            </a:r>
            <a:r>
              <a:rPr lang="ja-JP" altLang="en-US" sz="1100">
                <a:latin typeface="+mn-ea"/>
                <a:ea typeface="+mn-ea"/>
              </a:rPr>
              <a:t>を通じて融合することを決定、三菱信託銀行、東洋信託銀行、日本生命の出資比率を同率へ変更</a:t>
            </a:r>
            <a:endParaRPr lang="en-US" altLang="ja-JP" sz="1100">
              <a:latin typeface="+mn-ea"/>
              <a:ea typeface="+mn-ea"/>
            </a:endParaRPr>
          </a:p>
          <a:p>
            <a:endParaRPr lang="en-US" altLang="ja-JP" sz="1100">
              <a:latin typeface="+mn-ea"/>
              <a:ea typeface="+mn-ea"/>
            </a:endParaRPr>
          </a:p>
          <a:p>
            <a:r>
              <a:rPr lang="en-US" altLang="ja-JP" sz="1100">
                <a:latin typeface="+mn-ea"/>
                <a:ea typeface="+mn-ea"/>
              </a:rPr>
              <a:t>2005</a:t>
            </a:r>
            <a:r>
              <a:rPr lang="ja-JP" altLang="en-US" sz="1100">
                <a:latin typeface="+mn-ea"/>
                <a:ea typeface="+mn-ea"/>
              </a:rPr>
              <a:t>年</a:t>
            </a:r>
            <a:r>
              <a:rPr lang="en-US" altLang="ja-JP" sz="1100">
                <a:latin typeface="+mn-ea"/>
                <a:ea typeface="+mn-ea"/>
              </a:rPr>
              <a:t>10</a:t>
            </a:r>
            <a:r>
              <a:rPr lang="ja-JP" altLang="en-US" sz="1100">
                <a:latin typeface="+mn-ea"/>
                <a:ea typeface="+mn-ea"/>
              </a:rPr>
              <a:t>月</a:t>
            </a:r>
            <a:endParaRPr lang="en-US" altLang="ja-JP" sz="1100">
              <a:latin typeface="+mn-ea"/>
              <a:ea typeface="+mn-ea"/>
            </a:endParaRPr>
          </a:p>
          <a:p>
            <a:r>
              <a:rPr lang="ja-JP" altLang="en-US" sz="1100">
                <a:latin typeface="+mn-ea"/>
                <a:ea typeface="+mn-ea"/>
              </a:rPr>
              <a:t>・三菱</a:t>
            </a:r>
            <a:r>
              <a:rPr lang="en-US" altLang="ja-JP" sz="1100">
                <a:latin typeface="+mn-ea"/>
                <a:ea typeface="+mn-ea"/>
              </a:rPr>
              <a:t>UFJ</a:t>
            </a:r>
            <a:r>
              <a:rPr lang="ja-JP" altLang="en-US" sz="1100">
                <a:latin typeface="+mn-ea"/>
                <a:ea typeface="+mn-ea"/>
              </a:rPr>
              <a:t>信託銀行となり出資比率を変更</a:t>
            </a:r>
            <a:endParaRPr lang="en-US" altLang="ja-JP" sz="1100">
              <a:latin typeface="+mn-ea"/>
              <a:ea typeface="+mn-ea"/>
            </a:endParaRPr>
          </a:p>
          <a:p>
            <a:endParaRPr lang="en-US" altLang="ja-JP" sz="1100">
              <a:latin typeface="+mn-ea"/>
              <a:ea typeface="+mn-ea"/>
            </a:endParaRPr>
          </a:p>
          <a:p>
            <a:r>
              <a:rPr lang="en-US" altLang="ja-JP" sz="1100">
                <a:latin typeface="+mn-ea"/>
                <a:ea typeface="+mn-ea"/>
              </a:rPr>
              <a:t>2005</a:t>
            </a:r>
            <a:r>
              <a:rPr lang="ja-JP" altLang="en-US" sz="1100">
                <a:latin typeface="+mn-ea"/>
                <a:ea typeface="+mn-ea"/>
              </a:rPr>
              <a:t>年</a:t>
            </a:r>
            <a:r>
              <a:rPr lang="en-US" altLang="ja-JP" sz="1100">
                <a:latin typeface="+mn-ea"/>
                <a:ea typeface="+mn-ea"/>
              </a:rPr>
              <a:t>11</a:t>
            </a:r>
            <a:r>
              <a:rPr lang="ja-JP" altLang="en-US" sz="1100">
                <a:latin typeface="+mn-ea"/>
                <a:ea typeface="+mn-ea"/>
              </a:rPr>
              <a:t>月</a:t>
            </a:r>
            <a:endParaRPr lang="en-US" altLang="ja-JP" sz="1100">
              <a:latin typeface="+mn-ea"/>
              <a:ea typeface="+mn-ea"/>
            </a:endParaRPr>
          </a:p>
          <a:p>
            <a:r>
              <a:rPr lang="ja-JP" altLang="en-US" sz="1100">
                <a:latin typeface="+mn-ea"/>
                <a:ea typeface="+mn-ea"/>
              </a:rPr>
              <a:t>・農中信託銀行が資本参加、現在の出資比率へ</a:t>
            </a:r>
            <a:endParaRPr lang="en-US" altLang="ja-JP" sz="1100">
              <a:latin typeface="+mn-ea"/>
              <a:ea typeface="+mn-ea"/>
            </a:endParaRPr>
          </a:p>
        </p:txBody>
      </p:sp>
    </p:spTree>
    <p:extLst>
      <p:ext uri="{BB962C8B-B14F-4D97-AF65-F5344CB8AC3E}">
        <p14:creationId xmlns:p14="http://schemas.microsoft.com/office/powerpoint/2010/main" val="27531056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図形, 円&#10;&#10;自動的に生成された説明">
            <a:extLst>
              <a:ext uri="{FF2B5EF4-FFF2-40B4-BE49-F238E27FC236}">
                <a16:creationId xmlns:a16="http://schemas.microsoft.com/office/drawing/2014/main" id="{88911EB9-3C35-860F-F154-71F392CB4714}"/>
              </a:ext>
            </a:extLst>
          </p:cNvPr>
          <p:cNvPicPr>
            <a:picLocks noChangeAspect="1"/>
          </p:cNvPicPr>
          <p:nvPr/>
        </p:nvPicPr>
        <p:blipFill>
          <a:blip r:embed="rId2"/>
          <a:stretch>
            <a:fillRect/>
          </a:stretch>
        </p:blipFill>
        <p:spPr>
          <a:xfrm>
            <a:off x="6685364" y="-4743"/>
            <a:ext cx="3393675" cy="3393675"/>
          </a:xfrm>
          <a:prstGeom prst="rect">
            <a:avLst/>
          </a:prstGeom>
        </p:spPr>
      </p:pic>
      <p:sp>
        <p:nvSpPr>
          <p:cNvPr id="2" name="スライド番号プレースホルダー 1">
            <a:extLst>
              <a:ext uri="{FF2B5EF4-FFF2-40B4-BE49-F238E27FC236}">
                <a16:creationId xmlns:a16="http://schemas.microsoft.com/office/drawing/2014/main" id="{8C62D85A-64A2-837E-3F6F-BA9924A18726}"/>
              </a:ext>
            </a:extLst>
          </p:cNvPr>
          <p:cNvSpPr>
            <a:spLocks noGrp="1"/>
          </p:cNvSpPr>
          <p:nvPr>
            <p:ph type="sldNum" sz="quarter" idx="10"/>
          </p:nvPr>
        </p:nvSpPr>
        <p:spPr/>
        <p:txBody>
          <a:bodyPr/>
          <a:lstStyle/>
          <a:p>
            <a:fld id="{9BF854DB-42D3-EE44-9486-1E8138C63EFC}" type="slidenum">
              <a:rPr lang="ja-JP" altLang="en-US" smtClean="0"/>
              <a:pPr/>
              <a:t>6</a:t>
            </a:fld>
            <a:endParaRPr lang="ja-JP" altLang="en-US"/>
          </a:p>
        </p:txBody>
      </p:sp>
      <p:sp>
        <p:nvSpPr>
          <p:cNvPr id="3" name="タイトル 1">
            <a:extLst>
              <a:ext uri="{FF2B5EF4-FFF2-40B4-BE49-F238E27FC236}">
                <a16:creationId xmlns:a16="http://schemas.microsoft.com/office/drawing/2014/main" id="{84D28E6A-7F03-759A-1E87-75A06B40837B}"/>
              </a:ext>
            </a:extLst>
          </p:cNvPr>
          <p:cNvSpPr txBox="1">
            <a:spLocks/>
          </p:cNvSpPr>
          <p:nvPr/>
        </p:nvSpPr>
        <p:spPr>
          <a:xfrm>
            <a:off x="327822" y="618767"/>
            <a:ext cx="9352365" cy="437815"/>
          </a:xfrm>
          <a:prstGeom prst="rect">
            <a:avLst/>
          </a:prstGeom>
        </p:spPr>
        <p:txBody>
          <a:bodyPr>
            <a:noAutofit/>
          </a:bodyP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r>
              <a:rPr lang="en" altLang="ja-JP"/>
              <a:t>MTBJ</a:t>
            </a:r>
            <a:r>
              <a:rPr lang="ja-JP" altLang="en-US"/>
              <a:t>について </a:t>
            </a:r>
            <a:r>
              <a:rPr lang="en-US" altLang="ja-JP"/>
              <a:t>|</a:t>
            </a:r>
            <a:r>
              <a:rPr lang="ja-JP" altLang="en-US"/>
              <a:t>企業沿革</a:t>
            </a:r>
          </a:p>
        </p:txBody>
      </p:sp>
      <p:cxnSp>
        <p:nvCxnSpPr>
          <p:cNvPr id="4" name="直線コネクタ 3">
            <a:extLst>
              <a:ext uri="{FF2B5EF4-FFF2-40B4-BE49-F238E27FC236}">
                <a16:creationId xmlns:a16="http://schemas.microsoft.com/office/drawing/2014/main" id="{5B74B43F-C7CE-36D2-7709-2138D57FCBF3}"/>
              </a:ext>
            </a:extLst>
          </p:cNvPr>
          <p:cNvCxnSpPr>
            <a:cxnSpLocks/>
          </p:cNvCxnSpPr>
          <p:nvPr/>
        </p:nvCxnSpPr>
        <p:spPr>
          <a:xfrm>
            <a:off x="417668" y="1123606"/>
            <a:ext cx="926251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4" name="グラフ 13">
            <a:extLst>
              <a:ext uri="{FF2B5EF4-FFF2-40B4-BE49-F238E27FC236}">
                <a16:creationId xmlns:a16="http://schemas.microsoft.com/office/drawing/2014/main" id="{EA5FE6EB-4A94-F0B3-4368-C2680A7DFB92}"/>
              </a:ext>
            </a:extLst>
          </p:cNvPr>
          <p:cNvGraphicFramePr>
            <a:graphicFrameLocks/>
          </p:cNvGraphicFramePr>
          <p:nvPr>
            <p:extLst>
              <p:ext uri="{D42A27DB-BD31-4B8C-83A1-F6EECF244321}">
                <p14:modId xmlns:p14="http://schemas.microsoft.com/office/powerpoint/2010/main" val="3479021150"/>
              </p:ext>
            </p:extLst>
          </p:nvPr>
        </p:nvGraphicFramePr>
        <p:xfrm>
          <a:off x="417669" y="2009113"/>
          <a:ext cx="9146956" cy="2832014"/>
        </p:xfrm>
        <a:graphic>
          <a:graphicData uri="http://schemas.openxmlformats.org/drawingml/2006/chart">
            <c:chart xmlns:c="http://schemas.openxmlformats.org/drawingml/2006/chart" xmlns:r="http://schemas.openxmlformats.org/officeDocument/2006/relationships" r:id="rId3"/>
          </a:graphicData>
        </a:graphic>
      </p:graphicFrame>
      <p:sp>
        <p:nvSpPr>
          <p:cNvPr id="22" name="矢印: 下 21">
            <a:extLst>
              <a:ext uri="{FF2B5EF4-FFF2-40B4-BE49-F238E27FC236}">
                <a16:creationId xmlns:a16="http://schemas.microsoft.com/office/drawing/2014/main" id="{7C8270F1-7065-4D63-BF87-BDEAD9718E8D}"/>
              </a:ext>
            </a:extLst>
          </p:cNvPr>
          <p:cNvSpPr/>
          <p:nvPr/>
        </p:nvSpPr>
        <p:spPr>
          <a:xfrm>
            <a:off x="2020359" y="5894169"/>
            <a:ext cx="375976" cy="284766"/>
          </a:xfrm>
          <a:prstGeom prst="downArrow">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a:p>
        </p:txBody>
      </p:sp>
      <p:grpSp>
        <p:nvGrpSpPr>
          <p:cNvPr id="19" name="グループ化 18">
            <a:extLst>
              <a:ext uri="{FF2B5EF4-FFF2-40B4-BE49-F238E27FC236}">
                <a16:creationId xmlns:a16="http://schemas.microsoft.com/office/drawing/2014/main" id="{4BA7E299-FA01-E90A-2C53-5DF362B7F030}"/>
              </a:ext>
            </a:extLst>
          </p:cNvPr>
          <p:cNvGrpSpPr/>
          <p:nvPr/>
        </p:nvGrpSpPr>
        <p:grpSpPr>
          <a:xfrm>
            <a:off x="338013" y="4981597"/>
            <a:ext cx="3511611" cy="871435"/>
            <a:chOff x="338014" y="4979311"/>
            <a:chExt cx="3666229" cy="871435"/>
          </a:xfrm>
        </p:grpSpPr>
        <p:grpSp>
          <p:nvGrpSpPr>
            <p:cNvPr id="17" name="グループ化 16">
              <a:extLst>
                <a:ext uri="{FF2B5EF4-FFF2-40B4-BE49-F238E27FC236}">
                  <a16:creationId xmlns:a16="http://schemas.microsoft.com/office/drawing/2014/main" id="{BC42D1F7-F554-6091-93F5-F38C84775C68}"/>
                </a:ext>
              </a:extLst>
            </p:cNvPr>
            <p:cNvGrpSpPr/>
            <p:nvPr/>
          </p:nvGrpSpPr>
          <p:grpSpPr>
            <a:xfrm>
              <a:off x="338014" y="4979311"/>
              <a:ext cx="3666229" cy="871435"/>
              <a:chOff x="338013" y="4979311"/>
              <a:chExt cx="3666224" cy="871435"/>
            </a:xfrm>
          </p:grpSpPr>
          <p:sp>
            <p:nvSpPr>
              <p:cNvPr id="6" name="正方形/長方形 5">
                <a:extLst>
                  <a:ext uri="{FF2B5EF4-FFF2-40B4-BE49-F238E27FC236}">
                    <a16:creationId xmlns:a16="http://schemas.microsoft.com/office/drawing/2014/main" id="{C40AD9A9-587F-31F0-34E4-7C3C343A4B25}"/>
                  </a:ext>
                </a:extLst>
              </p:cNvPr>
              <p:cNvSpPr/>
              <p:nvPr/>
            </p:nvSpPr>
            <p:spPr bwMode="auto">
              <a:xfrm>
                <a:off x="705194" y="4979312"/>
                <a:ext cx="3298915" cy="431384"/>
              </a:xfrm>
              <a:prstGeom prst="rect">
                <a:avLst/>
              </a:prstGeom>
              <a:noFill/>
              <a:ln w="12700" cap="flat" cmpd="sng" algn="ctr">
                <a:solidFill>
                  <a:sysClr val="window" lastClr="FFFFFF">
                    <a:lumMod val="75000"/>
                  </a:sysClr>
                </a:solidFill>
                <a:prstDash val="sysDash"/>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　　証券決済制度改革</a:t>
                </a:r>
                <a:r>
                  <a:rPr kumimoji="0" lang="en-US" altLang="ja-JP"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(2000</a:t>
                </a: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a:t>
                </a:r>
                <a:r>
                  <a:rPr kumimoji="0" lang="en-US" altLang="ja-JP"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2009)</a:t>
                </a: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⇒システム対応コスト、人件費の増大</a:t>
                </a:r>
                <a:endParaRPr kumimoji="0" lang="en-US" altLang="ja-JP"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endParaRPr>
              </a:p>
            </p:txBody>
          </p:sp>
          <p:sp>
            <p:nvSpPr>
              <p:cNvPr id="9" name="正方形/長方形 8">
                <a:extLst>
                  <a:ext uri="{FF2B5EF4-FFF2-40B4-BE49-F238E27FC236}">
                    <a16:creationId xmlns:a16="http://schemas.microsoft.com/office/drawing/2014/main" id="{B467322C-3CCB-427C-2376-FF4BB0EE803F}"/>
                  </a:ext>
                </a:extLst>
              </p:cNvPr>
              <p:cNvSpPr/>
              <p:nvPr/>
            </p:nvSpPr>
            <p:spPr>
              <a:xfrm>
                <a:off x="338013" y="4979311"/>
                <a:ext cx="299799" cy="871435"/>
              </a:xfrm>
              <a:prstGeom prst="rect">
                <a:avLst/>
              </a:prstGeom>
              <a:solidFill>
                <a:srgbClr val="406A7A"/>
              </a:solidFill>
              <a:ln w="6350" cap="flat" cmpd="sng" algn="ctr">
                <a:solidFill>
                  <a:srgbClr val="5B9BD5"/>
                </a:solidFill>
                <a:prstDash val="solid"/>
                <a:miter lim="800000"/>
              </a:ln>
              <a:effectLst/>
            </p:spPr>
            <p:txBody>
              <a:bodyPr vert="eaVert"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ja-JP" altLang="en-US" sz="1100" b="1" kern="0">
                    <a:solidFill>
                      <a:srgbClr val="FFFFFF"/>
                    </a:solidFill>
                    <a:latin typeface="+mn-ea"/>
                  </a:rPr>
                  <a:t>環境変化</a:t>
                </a:r>
                <a:endParaRPr kumimoji="0" lang="en-US" altLang="ja-JP" sz="1100" b="1" i="0" u="none" strike="noStrike" kern="0" cap="none" spc="0" normalizeH="0" baseline="0" noProof="0">
                  <a:ln>
                    <a:noFill/>
                  </a:ln>
                  <a:solidFill>
                    <a:srgbClr val="FFFFFF"/>
                  </a:solidFill>
                  <a:effectLst/>
                  <a:uLnTx/>
                  <a:uFillTx/>
                  <a:latin typeface="+mn-ea"/>
                </a:endParaRPr>
              </a:p>
            </p:txBody>
          </p:sp>
          <p:sp>
            <p:nvSpPr>
              <p:cNvPr id="11" name="正方形/長方形 10">
                <a:extLst>
                  <a:ext uri="{FF2B5EF4-FFF2-40B4-BE49-F238E27FC236}">
                    <a16:creationId xmlns:a16="http://schemas.microsoft.com/office/drawing/2014/main" id="{8C985593-8F33-2560-2270-23F30E371207}"/>
                  </a:ext>
                </a:extLst>
              </p:cNvPr>
              <p:cNvSpPr/>
              <p:nvPr/>
            </p:nvSpPr>
            <p:spPr bwMode="auto">
              <a:xfrm>
                <a:off x="706637" y="5414089"/>
                <a:ext cx="3297600" cy="431384"/>
              </a:xfrm>
              <a:prstGeom prst="rect">
                <a:avLst/>
              </a:prstGeom>
              <a:noFill/>
              <a:ln w="12700" cap="flat" cmpd="sng" algn="ctr">
                <a:solidFill>
                  <a:sysClr val="window" lastClr="FFFFFF">
                    <a:lumMod val="75000"/>
                  </a:sysClr>
                </a:solidFill>
                <a:prstDash val="sysDash"/>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　　投資一任解禁、信託業法改正（</a:t>
                </a:r>
                <a:r>
                  <a:rPr kumimoji="0" lang="en-US" altLang="ja-JP"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2004</a:t>
                </a: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a:t>
                </a:r>
                <a:endParaRPr kumimoji="0" lang="en-US" altLang="ja-JP"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⇒運用機関、資産管理機関分離の機運の高まり</a:t>
                </a:r>
                <a:endParaRPr kumimoji="0" lang="en-US" altLang="ja-JP"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endParaRPr>
              </a:p>
            </p:txBody>
          </p:sp>
        </p:grpSp>
        <p:sp>
          <p:nvSpPr>
            <p:cNvPr id="8" name="楕円 7">
              <a:extLst>
                <a:ext uri="{FF2B5EF4-FFF2-40B4-BE49-F238E27FC236}">
                  <a16:creationId xmlns:a16="http://schemas.microsoft.com/office/drawing/2014/main" id="{D8F61B67-CDEA-5DB0-8694-B0D35D693A47}"/>
                </a:ext>
              </a:extLst>
            </p:cNvPr>
            <p:cNvSpPr/>
            <p:nvPr/>
          </p:nvSpPr>
          <p:spPr>
            <a:xfrm>
              <a:off x="742166" y="5010732"/>
              <a:ext cx="199342" cy="199342"/>
            </a:xfrm>
            <a:prstGeom prst="ellipse">
              <a:avLst/>
            </a:prstGeom>
            <a:solidFill>
              <a:srgbClr val="175380"/>
            </a:solidFill>
            <a:ln w="127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a:solidFill>
                    <a:srgbClr val="FFFFFF"/>
                  </a:solidFill>
                  <a:latin typeface="+mn-ea"/>
                </a:rPr>
                <a:t>1</a:t>
              </a:r>
              <a:endParaRPr kumimoji="1" lang="ja-JP" altLang="en-US" sz="1100" b="1">
                <a:solidFill>
                  <a:srgbClr val="FFFFFF"/>
                </a:solidFill>
                <a:latin typeface="+mn-ea"/>
              </a:endParaRPr>
            </a:p>
          </p:txBody>
        </p:sp>
        <p:sp>
          <p:nvSpPr>
            <p:cNvPr id="12" name="楕円 11">
              <a:extLst>
                <a:ext uri="{FF2B5EF4-FFF2-40B4-BE49-F238E27FC236}">
                  <a16:creationId xmlns:a16="http://schemas.microsoft.com/office/drawing/2014/main" id="{F18BE859-B60E-FBA1-BEE1-59EB57501F22}"/>
                </a:ext>
              </a:extLst>
            </p:cNvPr>
            <p:cNvSpPr/>
            <p:nvPr/>
          </p:nvSpPr>
          <p:spPr>
            <a:xfrm>
              <a:off x="742165" y="5449337"/>
              <a:ext cx="199342" cy="199342"/>
            </a:xfrm>
            <a:prstGeom prst="ellipse">
              <a:avLst/>
            </a:prstGeom>
            <a:solidFill>
              <a:srgbClr val="175380"/>
            </a:solidFill>
            <a:ln w="127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a:solidFill>
                    <a:srgbClr val="FFFFFF"/>
                  </a:solidFill>
                  <a:latin typeface="+mn-ea"/>
                </a:rPr>
                <a:t>2</a:t>
              </a:r>
              <a:endParaRPr kumimoji="1" lang="ja-JP" altLang="en-US" sz="1100" b="1">
                <a:solidFill>
                  <a:srgbClr val="FFFFFF"/>
                </a:solidFill>
                <a:latin typeface="+mn-ea"/>
              </a:endParaRPr>
            </a:p>
          </p:txBody>
        </p:sp>
      </p:grpSp>
      <p:sp>
        <p:nvSpPr>
          <p:cNvPr id="45" name="矢印: 下 44">
            <a:extLst>
              <a:ext uri="{FF2B5EF4-FFF2-40B4-BE49-F238E27FC236}">
                <a16:creationId xmlns:a16="http://schemas.microsoft.com/office/drawing/2014/main" id="{7B375A42-B9AE-5BB6-A516-5FB33A5B47D7}"/>
              </a:ext>
            </a:extLst>
          </p:cNvPr>
          <p:cNvSpPr/>
          <p:nvPr/>
        </p:nvSpPr>
        <p:spPr>
          <a:xfrm>
            <a:off x="5108151" y="5900133"/>
            <a:ext cx="375976" cy="284766"/>
          </a:xfrm>
          <a:prstGeom prst="downArrow">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a:p>
        </p:txBody>
      </p:sp>
      <p:sp>
        <p:nvSpPr>
          <p:cNvPr id="58" name="矢印: 下 57">
            <a:extLst>
              <a:ext uri="{FF2B5EF4-FFF2-40B4-BE49-F238E27FC236}">
                <a16:creationId xmlns:a16="http://schemas.microsoft.com/office/drawing/2014/main" id="{229CA810-AF24-C028-D61A-8250AAB816FB}"/>
              </a:ext>
            </a:extLst>
          </p:cNvPr>
          <p:cNvSpPr/>
          <p:nvPr/>
        </p:nvSpPr>
        <p:spPr>
          <a:xfrm>
            <a:off x="7986003" y="5887810"/>
            <a:ext cx="375976" cy="284766"/>
          </a:xfrm>
          <a:prstGeom prst="downArrow">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a:p>
        </p:txBody>
      </p:sp>
      <p:sp>
        <p:nvSpPr>
          <p:cNvPr id="67" name="吹き出し: 角を丸めた四角形 66">
            <a:extLst>
              <a:ext uri="{FF2B5EF4-FFF2-40B4-BE49-F238E27FC236}">
                <a16:creationId xmlns:a16="http://schemas.microsoft.com/office/drawing/2014/main" id="{9608F10B-7B07-6AF2-A2C9-CAF46A236F7F}"/>
              </a:ext>
            </a:extLst>
          </p:cNvPr>
          <p:cNvSpPr/>
          <p:nvPr/>
        </p:nvSpPr>
        <p:spPr>
          <a:xfrm>
            <a:off x="7348888" y="2512070"/>
            <a:ext cx="1145407" cy="500514"/>
          </a:xfrm>
          <a:prstGeom prst="wedgeRoundRectCallout">
            <a:avLst>
              <a:gd name="adj1" fmla="val 101925"/>
              <a:gd name="adj2" fmla="val -47115"/>
              <a:gd name="adj3" fmla="val 16667"/>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a:solidFill>
                  <a:schemeClr val="tx1"/>
                </a:solidFill>
              </a:rPr>
              <a:t>2024</a:t>
            </a:r>
            <a:r>
              <a:rPr kumimoji="1" lang="ja-JP" altLang="en-US" sz="1100">
                <a:solidFill>
                  <a:schemeClr val="tx1"/>
                </a:solidFill>
              </a:rPr>
              <a:t>年</a:t>
            </a:r>
            <a:r>
              <a:rPr kumimoji="1" lang="en-US" altLang="ja-JP" sz="1100">
                <a:solidFill>
                  <a:schemeClr val="tx1"/>
                </a:solidFill>
              </a:rPr>
              <a:t>12</a:t>
            </a:r>
            <a:r>
              <a:rPr kumimoji="1" lang="ja-JP" altLang="en-US" sz="1100">
                <a:solidFill>
                  <a:schemeClr val="tx1"/>
                </a:solidFill>
              </a:rPr>
              <a:t>月末資産管理残高</a:t>
            </a:r>
            <a:endParaRPr kumimoji="1" lang="en-US" altLang="ja-JP" sz="1100">
              <a:solidFill>
                <a:schemeClr val="tx1"/>
              </a:solidFill>
            </a:endParaRPr>
          </a:p>
          <a:p>
            <a:pPr algn="ctr"/>
            <a:r>
              <a:rPr lang="en-US" altLang="ja-JP" sz="1100">
                <a:solidFill>
                  <a:schemeClr val="tx1"/>
                </a:solidFill>
              </a:rPr>
              <a:t>781</a:t>
            </a:r>
            <a:r>
              <a:rPr lang="ja-JP" altLang="en-US" sz="1100">
                <a:solidFill>
                  <a:schemeClr val="tx1"/>
                </a:solidFill>
              </a:rPr>
              <a:t>兆円</a:t>
            </a:r>
            <a:endParaRPr kumimoji="1" lang="ja-JP" altLang="en-US" sz="1100">
              <a:solidFill>
                <a:schemeClr val="tx1"/>
              </a:solidFill>
            </a:endParaRPr>
          </a:p>
        </p:txBody>
      </p:sp>
      <p:sp>
        <p:nvSpPr>
          <p:cNvPr id="18" name="正方形/長方形 17">
            <a:extLst>
              <a:ext uri="{FF2B5EF4-FFF2-40B4-BE49-F238E27FC236}">
                <a16:creationId xmlns:a16="http://schemas.microsoft.com/office/drawing/2014/main" id="{1343C393-D37E-CC68-7EE9-E7E6E6BCE9CF}"/>
              </a:ext>
            </a:extLst>
          </p:cNvPr>
          <p:cNvSpPr/>
          <p:nvPr/>
        </p:nvSpPr>
        <p:spPr>
          <a:xfrm>
            <a:off x="417668" y="1319984"/>
            <a:ext cx="9262519" cy="360107"/>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marL="269377" indent="-269377">
              <a:buFont typeface="Wingdings" panose="05000000000000000000" pitchFamily="2" charset="2"/>
              <a:buChar char="n"/>
            </a:pPr>
            <a:r>
              <a:rPr lang="ja-JP" altLang="en-US" sz="1320">
                <a:latin typeface="+mn-ea"/>
              </a:rPr>
              <a:t>社会的要請や顧客ニーズにあわせ、サービスや業務基盤を刷新することで、資産管理残高を拡大</a:t>
            </a:r>
            <a:endParaRPr lang="en-US" altLang="ja-JP" sz="1320">
              <a:latin typeface="+mn-ea"/>
            </a:endParaRPr>
          </a:p>
        </p:txBody>
      </p:sp>
      <p:grpSp>
        <p:nvGrpSpPr>
          <p:cNvPr id="87" name="グループ化 86">
            <a:extLst>
              <a:ext uri="{FF2B5EF4-FFF2-40B4-BE49-F238E27FC236}">
                <a16:creationId xmlns:a16="http://schemas.microsoft.com/office/drawing/2014/main" id="{9D4D4AD2-7279-D310-5BD0-08A4CD4D4A60}"/>
              </a:ext>
            </a:extLst>
          </p:cNvPr>
          <p:cNvGrpSpPr/>
          <p:nvPr/>
        </p:nvGrpSpPr>
        <p:grpSpPr>
          <a:xfrm>
            <a:off x="3914041" y="4988452"/>
            <a:ext cx="2810878" cy="866161"/>
            <a:chOff x="3914041" y="4702702"/>
            <a:chExt cx="2810878" cy="866161"/>
          </a:xfrm>
        </p:grpSpPr>
        <p:grpSp>
          <p:nvGrpSpPr>
            <p:cNvPr id="81" name="グループ化 80">
              <a:extLst>
                <a:ext uri="{FF2B5EF4-FFF2-40B4-BE49-F238E27FC236}">
                  <a16:creationId xmlns:a16="http://schemas.microsoft.com/office/drawing/2014/main" id="{00E12D48-29D6-6F97-D722-EAF928BEF859}"/>
                </a:ext>
              </a:extLst>
            </p:cNvPr>
            <p:cNvGrpSpPr/>
            <p:nvPr/>
          </p:nvGrpSpPr>
          <p:grpSpPr>
            <a:xfrm>
              <a:off x="3914041" y="4702702"/>
              <a:ext cx="2810878" cy="866161"/>
              <a:chOff x="705194" y="4979312"/>
              <a:chExt cx="3299043" cy="866161"/>
            </a:xfrm>
          </p:grpSpPr>
          <p:sp>
            <p:nvSpPr>
              <p:cNvPr id="84" name="正方形/長方形 83">
                <a:extLst>
                  <a:ext uri="{FF2B5EF4-FFF2-40B4-BE49-F238E27FC236}">
                    <a16:creationId xmlns:a16="http://schemas.microsoft.com/office/drawing/2014/main" id="{43380039-95D4-8C23-1970-2D020FC07C00}"/>
                  </a:ext>
                </a:extLst>
              </p:cNvPr>
              <p:cNvSpPr/>
              <p:nvPr/>
            </p:nvSpPr>
            <p:spPr bwMode="auto">
              <a:xfrm>
                <a:off x="705194" y="4979312"/>
                <a:ext cx="3298915" cy="431384"/>
              </a:xfrm>
              <a:prstGeom prst="rect">
                <a:avLst/>
              </a:prstGeom>
              <a:noFill/>
              <a:ln w="12700" cap="flat" cmpd="sng" algn="ctr">
                <a:solidFill>
                  <a:sysClr val="window" lastClr="FFFFFF">
                    <a:lumMod val="75000"/>
                  </a:sysClr>
                </a:solidFill>
                <a:prstDash val="sysDash"/>
                <a:miter lim="800000"/>
              </a:ln>
              <a:effectLst/>
            </p:spPr>
            <p:txBody>
              <a:bodyPr/>
              <a:lstStyle/>
              <a:p>
                <a:pPr defTabSz="914400" eaLnBrk="1" fontAlgn="auto" hangingPunct="1">
                  <a:spcBef>
                    <a:spcPts val="0"/>
                  </a:spcBef>
                  <a:spcAft>
                    <a:spcPts val="0"/>
                  </a:spcAft>
                  <a:defRPr/>
                </a:pP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　　リーマンショック（</a:t>
                </a:r>
                <a:r>
                  <a:rPr kumimoji="0" lang="en-US" altLang="ja-JP"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2009</a:t>
                </a: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a:t>
                </a:r>
                <a:endParaRPr kumimoji="0" lang="en-US" altLang="ja-JP" sz="1100" kern="0">
                  <a:solidFill>
                    <a:prstClr val="black"/>
                  </a:solidFill>
                  <a:latin typeface="+mn-ea"/>
                  <a:ea typeface="+mn-ea"/>
                  <a:cs typeface="Meiryo UI" panose="020B0604030504040204"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kern="0">
                    <a:solidFill>
                      <a:prstClr val="black"/>
                    </a:solidFill>
                    <a:latin typeface="+mn-ea"/>
                    <a:ea typeface="+mn-ea"/>
                    <a:cs typeface="Meiryo UI" panose="020B0604030504040204" pitchFamily="50" charset="-128"/>
                  </a:rPr>
                  <a:t>⇒清算集中、証券決済期間短縮化の要請</a:t>
                </a:r>
                <a:endParaRPr kumimoji="0" lang="en-US" altLang="ja-JP" sz="1100" kern="0">
                  <a:solidFill>
                    <a:prstClr val="black"/>
                  </a:solidFill>
                  <a:latin typeface="+mn-ea"/>
                  <a:ea typeface="+mn-ea"/>
                  <a:cs typeface="Meiryo UI" panose="020B0604030504040204" pitchFamily="50" charset="-128"/>
                </a:endParaRPr>
              </a:p>
            </p:txBody>
          </p:sp>
          <p:sp>
            <p:nvSpPr>
              <p:cNvPr id="86" name="正方形/長方形 85">
                <a:extLst>
                  <a:ext uri="{FF2B5EF4-FFF2-40B4-BE49-F238E27FC236}">
                    <a16:creationId xmlns:a16="http://schemas.microsoft.com/office/drawing/2014/main" id="{978A4D33-5C44-6CC0-CBB4-FA638CC056B7}"/>
                  </a:ext>
                </a:extLst>
              </p:cNvPr>
              <p:cNvSpPr/>
              <p:nvPr/>
            </p:nvSpPr>
            <p:spPr bwMode="auto">
              <a:xfrm>
                <a:off x="706637" y="5414089"/>
                <a:ext cx="3297600" cy="431384"/>
              </a:xfrm>
              <a:prstGeom prst="rect">
                <a:avLst/>
              </a:prstGeom>
              <a:noFill/>
              <a:ln w="12700" cap="flat" cmpd="sng" algn="ctr">
                <a:solidFill>
                  <a:sysClr val="window" lastClr="FFFFFF">
                    <a:lumMod val="75000"/>
                  </a:sysClr>
                </a:solidFill>
                <a:prstDash val="sysDash"/>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　　東日本大震災（</a:t>
                </a:r>
                <a:r>
                  <a:rPr kumimoji="0" lang="en-US" altLang="ja-JP"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2011</a:t>
                </a: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a:t>
                </a:r>
                <a:endParaRPr kumimoji="0" lang="en-US" altLang="ja-JP"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kern="0">
                    <a:solidFill>
                      <a:prstClr val="black"/>
                    </a:solidFill>
                    <a:latin typeface="+mn-ea"/>
                    <a:ea typeface="+mn-ea"/>
                    <a:cs typeface="Meiryo UI" panose="020B0604030504040204" pitchFamily="50" charset="-128"/>
                  </a:rPr>
                  <a:t>⇒災害発生時の</a:t>
                </a: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業務継続態勢の構築要請</a:t>
                </a:r>
                <a:endParaRPr kumimoji="0" lang="en-US" altLang="ja-JP"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endParaRPr>
              </a:p>
            </p:txBody>
          </p:sp>
        </p:grpSp>
        <p:sp>
          <p:nvSpPr>
            <p:cNvPr id="82" name="楕円 81">
              <a:extLst>
                <a:ext uri="{FF2B5EF4-FFF2-40B4-BE49-F238E27FC236}">
                  <a16:creationId xmlns:a16="http://schemas.microsoft.com/office/drawing/2014/main" id="{3BCB1187-691A-DFF0-2C2C-000D37CB90D5}"/>
                </a:ext>
              </a:extLst>
            </p:cNvPr>
            <p:cNvSpPr/>
            <p:nvPr/>
          </p:nvSpPr>
          <p:spPr>
            <a:xfrm>
              <a:off x="3981415" y="4734122"/>
              <a:ext cx="190935" cy="199342"/>
            </a:xfrm>
            <a:prstGeom prst="ellipse">
              <a:avLst/>
            </a:prstGeom>
            <a:solidFill>
              <a:srgbClr val="175380"/>
            </a:solidFill>
            <a:ln w="127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a:solidFill>
                    <a:srgbClr val="FFFFFF"/>
                  </a:solidFill>
                  <a:latin typeface="+mn-ea"/>
                </a:rPr>
                <a:t>3</a:t>
              </a:r>
              <a:endParaRPr kumimoji="1" lang="ja-JP" altLang="en-US" sz="1100" b="1">
                <a:solidFill>
                  <a:srgbClr val="FFFFFF"/>
                </a:solidFill>
                <a:latin typeface="+mn-ea"/>
              </a:endParaRPr>
            </a:p>
          </p:txBody>
        </p:sp>
        <p:sp>
          <p:nvSpPr>
            <p:cNvPr id="83" name="楕円 82">
              <a:extLst>
                <a:ext uri="{FF2B5EF4-FFF2-40B4-BE49-F238E27FC236}">
                  <a16:creationId xmlns:a16="http://schemas.microsoft.com/office/drawing/2014/main" id="{34B7F5F2-A5A2-C476-01D9-32721795C4B4}"/>
                </a:ext>
              </a:extLst>
            </p:cNvPr>
            <p:cNvSpPr/>
            <p:nvPr/>
          </p:nvSpPr>
          <p:spPr>
            <a:xfrm>
              <a:off x="3981415" y="5172727"/>
              <a:ext cx="190935" cy="199342"/>
            </a:xfrm>
            <a:prstGeom prst="ellipse">
              <a:avLst/>
            </a:prstGeom>
            <a:solidFill>
              <a:srgbClr val="175380"/>
            </a:solidFill>
            <a:ln w="127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a:solidFill>
                    <a:srgbClr val="FFFFFF"/>
                  </a:solidFill>
                  <a:latin typeface="+mn-ea"/>
                </a:rPr>
                <a:t>4</a:t>
              </a:r>
              <a:endParaRPr kumimoji="1" lang="ja-JP" altLang="en-US" sz="1100" b="1">
                <a:solidFill>
                  <a:srgbClr val="FFFFFF"/>
                </a:solidFill>
                <a:latin typeface="+mn-ea"/>
              </a:endParaRPr>
            </a:p>
          </p:txBody>
        </p:sp>
      </p:grpSp>
      <p:grpSp>
        <p:nvGrpSpPr>
          <p:cNvPr id="94" name="グループ化 93">
            <a:extLst>
              <a:ext uri="{FF2B5EF4-FFF2-40B4-BE49-F238E27FC236}">
                <a16:creationId xmlns:a16="http://schemas.microsoft.com/office/drawing/2014/main" id="{F65C8617-6623-B752-1559-20E5768DC0AF}"/>
              </a:ext>
            </a:extLst>
          </p:cNvPr>
          <p:cNvGrpSpPr/>
          <p:nvPr/>
        </p:nvGrpSpPr>
        <p:grpSpPr>
          <a:xfrm>
            <a:off x="6810597" y="4988452"/>
            <a:ext cx="2685828" cy="866161"/>
            <a:chOff x="6810597" y="4702702"/>
            <a:chExt cx="2577350" cy="866161"/>
          </a:xfrm>
        </p:grpSpPr>
        <p:grpSp>
          <p:nvGrpSpPr>
            <p:cNvPr id="89" name="グループ化 88">
              <a:extLst>
                <a:ext uri="{FF2B5EF4-FFF2-40B4-BE49-F238E27FC236}">
                  <a16:creationId xmlns:a16="http://schemas.microsoft.com/office/drawing/2014/main" id="{30B14E7E-4232-96F7-D84F-5E83E097A632}"/>
                </a:ext>
              </a:extLst>
            </p:cNvPr>
            <p:cNvGrpSpPr/>
            <p:nvPr/>
          </p:nvGrpSpPr>
          <p:grpSpPr>
            <a:xfrm>
              <a:off x="6810597" y="4702702"/>
              <a:ext cx="2577350" cy="866161"/>
              <a:chOff x="705194" y="4979312"/>
              <a:chExt cx="3299043" cy="866161"/>
            </a:xfrm>
          </p:grpSpPr>
          <p:sp>
            <p:nvSpPr>
              <p:cNvPr id="92" name="正方形/長方形 91">
                <a:extLst>
                  <a:ext uri="{FF2B5EF4-FFF2-40B4-BE49-F238E27FC236}">
                    <a16:creationId xmlns:a16="http://schemas.microsoft.com/office/drawing/2014/main" id="{B49CAEAA-7AB0-4FD1-5C0D-B930E5CB94D9}"/>
                  </a:ext>
                </a:extLst>
              </p:cNvPr>
              <p:cNvSpPr/>
              <p:nvPr/>
            </p:nvSpPr>
            <p:spPr bwMode="auto">
              <a:xfrm>
                <a:off x="705194" y="4979312"/>
                <a:ext cx="3298915" cy="431384"/>
              </a:xfrm>
              <a:prstGeom prst="rect">
                <a:avLst/>
              </a:prstGeom>
              <a:noFill/>
              <a:ln w="12700" cap="flat" cmpd="sng" algn="ctr">
                <a:solidFill>
                  <a:sysClr val="window" lastClr="FFFFFF">
                    <a:lumMod val="75000"/>
                  </a:sysClr>
                </a:solidFill>
                <a:prstDash val="sysDash"/>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　　資産運用立国施策（</a:t>
                </a:r>
                <a:r>
                  <a:rPr kumimoji="0" lang="en-US" altLang="ja-JP"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2023</a:t>
                </a: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a:t>
                </a:r>
                <a:endParaRPr kumimoji="0" lang="en-US" altLang="ja-JP"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endParaRPr>
              </a:p>
            </p:txBody>
          </p:sp>
          <p:sp>
            <p:nvSpPr>
              <p:cNvPr id="93" name="正方形/長方形 92">
                <a:extLst>
                  <a:ext uri="{FF2B5EF4-FFF2-40B4-BE49-F238E27FC236}">
                    <a16:creationId xmlns:a16="http://schemas.microsoft.com/office/drawing/2014/main" id="{0B549210-85C7-2A56-ADC0-48ED7734C472}"/>
                  </a:ext>
                </a:extLst>
              </p:cNvPr>
              <p:cNvSpPr/>
              <p:nvPr/>
            </p:nvSpPr>
            <p:spPr bwMode="auto">
              <a:xfrm>
                <a:off x="706637" y="5414089"/>
                <a:ext cx="3297600" cy="431384"/>
              </a:xfrm>
              <a:prstGeom prst="rect">
                <a:avLst/>
              </a:prstGeom>
              <a:noFill/>
              <a:ln w="12700" cap="flat" cmpd="sng" algn="ctr">
                <a:solidFill>
                  <a:sysClr val="window" lastClr="FFFFFF">
                    <a:lumMod val="75000"/>
                  </a:sysClr>
                </a:solidFill>
                <a:prstDash val="sysDash"/>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　 事業規模拡大に伴うガバナンス高度化</a:t>
                </a:r>
                <a:endParaRPr kumimoji="0" lang="en-US" altLang="ja-JP"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endParaRPr>
              </a:p>
            </p:txBody>
          </p:sp>
        </p:grpSp>
        <p:sp>
          <p:nvSpPr>
            <p:cNvPr id="90" name="楕円 89">
              <a:extLst>
                <a:ext uri="{FF2B5EF4-FFF2-40B4-BE49-F238E27FC236}">
                  <a16:creationId xmlns:a16="http://schemas.microsoft.com/office/drawing/2014/main" id="{F595F13E-5A56-CB69-1D10-3DCDBD0469B4}"/>
                </a:ext>
              </a:extLst>
            </p:cNvPr>
            <p:cNvSpPr/>
            <p:nvPr/>
          </p:nvSpPr>
          <p:spPr>
            <a:xfrm>
              <a:off x="6831789" y="4734122"/>
              <a:ext cx="190935" cy="199342"/>
            </a:xfrm>
            <a:prstGeom prst="ellipse">
              <a:avLst/>
            </a:prstGeom>
            <a:solidFill>
              <a:srgbClr val="175380"/>
            </a:solidFill>
            <a:ln w="127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a:solidFill>
                    <a:srgbClr val="FFFFFF"/>
                  </a:solidFill>
                  <a:latin typeface="+mn-ea"/>
                </a:rPr>
                <a:t>5</a:t>
              </a:r>
              <a:endParaRPr kumimoji="1" lang="ja-JP" altLang="en-US" sz="1100" b="1">
                <a:solidFill>
                  <a:srgbClr val="FFFFFF"/>
                </a:solidFill>
                <a:latin typeface="+mn-ea"/>
              </a:endParaRPr>
            </a:p>
          </p:txBody>
        </p:sp>
        <p:sp>
          <p:nvSpPr>
            <p:cNvPr id="91" name="楕円 90">
              <a:extLst>
                <a:ext uri="{FF2B5EF4-FFF2-40B4-BE49-F238E27FC236}">
                  <a16:creationId xmlns:a16="http://schemas.microsoft.com/office/drawing/2014/main" id="{75BE8C5B-BCC8-4809-0F81-78F4968F4304}"/>
                </a:ext>
              </a:extLst>
            </p:cNvPr>
            <p:cNvSpPr/>
            <p:nvPr/>
          </p:nvSpPr>
          <p:spPr>
            <a:xfrm>
              <a:off x="6822552" y="5163102"/>
              <a:ext cx="190935" cy="199342"/>
            </a:xfrm>
            <a:prstGeom prst="ellipse">
              <a:avLst/>
            </a:prstGeom>
            <a:solidFill>
              <a:srgbClr val="175380"/>
            </a:solidFill>
            <a:ln w="127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a:solidFill>
                    <a:srgbClr val="FFFFFF"/>
                  </a:solidFill>
                  <a:latin typeface="+mn-ea"/>
                </a:rPr>
                <a:t>6</a:t>
              </a:r>
              <a:endParaRPr kumimoji="1" lang="ja-JP" altLang="en-US" sz="1100" b="1">
                <a:solidFill>
                  <a:srgbClr val="FFFFFF"/>
                </a:solidFill>
                <a:latin typeface="+mn-ea"/>
              </a:endParaRPr>
            </a:p>
          </p:txBody>
        </p:sp>
      </p:grpSp>
      <p:grpSp>
        <p:nvGrpSpPr>
          <p:cNvPr id="95" name="グループ化 94">
            <a:extLst>
              <a:ext uri="{FF2B5EF4-FFF2-40B4-BE49-F238E27FC236}">
                <a16:creationId xmlns:a16="http://schemas.microsoft.com/office/drawing/2014/main" id="{B64C626C-C05D-6F90-633B-3B117F9B2BD6}"/>
              </a:ext>
            </a:extLst>
          </p:cNvPr>
          <p:cNvGrpSpPr/>
          <p:nvPr/>
        </p:nvGrpSpPr>
        <p:grpSpPr>
          <a:xfrm>
            <a:off x="338013" y="6182054"/>
            <a:ext cx="3511611" cy="871435"/>
            <a:chOff x="338014" y="4979311"/>
            <a:chExt cx="3666229" cy="871435"/>
          </a:xfrm>
        </p:grpSpPr>
        <p:grpSp>
          <p:nvGrpSpPr>
            <p:cNvPr id="96" name="グループ化 95">
              <a:extLst>
                <a:ext uri="{FF2B5EF4-FFF2-40B4-BE49-F238E27FC236}">
                  <a16:creationId xmlns:a16="http://schemas.microsoft.com/office/drawing/2014/main" id="{ED3EFC61-0E3E-D599-46AA-1F8558BC0D83}"/>
                </a:ext>
              </a:extLst>
            </p:cNvPr>
            <p:cNvGrpSpPr/>
            <p:nvPr/>
          </p:nvGrpSpPr>
          <p:grpSpPr>
            <a:xfrm>
              <a:off x="338014" y="4979311"/>
              <a:ext cx="3666229" cy="871435"/>
              <a:chOff x="338013" y="4979311"/>
              <a:chExt cx="3666224" cy="871435"/>
            </a:xfrm>
          </p:grpSpPr>
          <p:sp>
            <p:nvSpPr>
              <p:cNvPr id="99" name="正方形/長方形 98">
                <a:extLst>
                  <a:ext uri="{FF2B5EF4-FFF2-40B4-BE49-F238E27FC236}">
                    <a16:creationId xmlns:a16="http://schemas.microsoft.com/office/drawing/2014/main" id="{A6F0072E-0ED9-8884-701F-9906236FB3B7}"/>
                  </a:ext>
                </a:extLst>
              </p:cNvPr>
              <p:cNvSpPr/>
              <p:nvPr/>
            </p:nvSpPr>
            <p:spPr bwMode="auto">
              <a:xfrm>
                <a:off x="705194" y="4979312"/>
                <a:ext cx="3298915" cy="431384"/>
              </a:xfrm>
              <a:prstGeom prst="rect">
                <a:avLst/>
              </a:prstGeom>
              <a:noFill/>
              <a:ln w="12700" cap="flat" cmpd="sng" algn="ctr">
                <a:solidFill>
                  <a:sysClr val="window" lastClr="FFFFFF">
                    <a:lumMod val="75000"/>
                  </a:sysClr>
                </a:solidFill>
                <a:prstDash val="sysDash"/>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　　</a:t>
                </a:r>
                <a:r>
                  <a:rPr kumimoji="0" lang="ja-JP" altLang="en-US" sz="1100" b="0" i="0" u="none" strike="noStrike" kern="0" cap="none" spc="0" normalizeH="0" baseline="0" noProof="0">
                    <a:ln>
                      <a:noFill/>
                    </a:ln>
                    <a:solidFill>
                      <a:srgbClr val="C00000"/>
                    </a:solidFill>
                    <a:effectLst/>
                    <a:uLnTx/>
                    <a:uFillTx/>
                    <a:latin typeface="+mn-ea"/>
                    <a:ea typeface="+mn-ea"/>
                    <a:cs typeface="Meiryo UI" panose="020B0604030504040204" pitchFamily="50" charset="-128"/>
                  </a:rPr>
                  <a:t>株主金融機関からの資産管理業務を移管</a:t>
                </a:r>
                <a:endParaRPr kumimoji="0" lang="en-US" altLang="ja-JP" sz="1100" b="0" i="0" u="none" strike="noStrike" kern="0" cap="none" spc="0" normalizeH="0" baseline="0" noProof="0">
                  <a:ln>
                    <a:noFill/>
                  </a:ln>
                  <a:solidFill>
                    <a:srgbClr val="C00000"/>
                  </a:solidFill>
                  <a:effectLst/>
                  <a:uLnTx/>
                  <a:uFillTx/>
                  <a:latin typeface="+mn-ea"/>
                  <a:ea typeface="+mn-ea"/>
                  <a:cs typeface="Meiryo UI" panose="020B0604030504040204"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kern="0">
                    <a:solidFill>
                      <a:prstClr val="black"/>
                    </a:solidFill>
                    <a:latin typeface="+mn-ea"/>
                    <a:ea typeface="+mn-ea"/>
                    <a:cs typeface="Meiryo UI" panose="020B0604030504040204" pitchFamily="50" charset="-128"/>
                  </a:rPr>
                  <a:t>　　</a:t>
                </a:r>
                <a:r>
                  <a:rPr kumimoji="0" lang="ja-JP" altLang="en-US" sz="1100" kern="0">
                    <a:solidFill>
                      <a:srgbClr val="C00000"/>
                    </a:solidFill>
                    <a:latin typeface="+mn-ea"/>
                    <a:ea typeface="+mn-ea"/>
                    <a:cs typeface="Meiryo UI" panose="020B0604030504040204" pitchFamily="50" charset="-128"/>
                  </a:rPr>
                  <a:t>金融法人向けのアウトソースサービスを拡大</a:t>
                </a:r>
                <a:endParaRPr kumimoji="0" lang="en-US" altLang="ja-JP" sz="1100" b="0" i="0" u="none" strike="noStrike" kern="0" cap="none" spc="0" normalizeH="0" baseline="0" noProof="0">
                  <a:ln>
                    <a:noFill/>
                  </a:ln>
                  <a:solidFill>
                    <a:srgbClr val="C00000"/>
                  </a:solidFill>
                  <a:effectLst/>
                  <a:uLnTx/>
                  <a:uFillTx/>
                  <a:latin typeface="+mn-ea"/>
                  <a:ea typeface="+mn-ea"/>
                  <a:cs typeface="Meiryo UI" panose="020B0604030504040204" pitchFamily="50" charset="-128"/>
                </a:endParaRPr>
              </a:p>
            </p:txBody>
          </p:sp>
          <p:sp>
            <p:nvSpPr>
              <p:cNvPr id="100" name="正方形/長方形 99">
                <a:extLst>
                  <a:ext uri="{FF2B5EF4-FFF2-40B4-BE49-F238E27FC236}">
                    <a16:creationId xmlns:a16="http://schemas.microsoft.com/office/drawing/2014/main" id="{51264DFD-F559-9309-E5A6-3F223AA0103D}"/>
                  </a:ext>
                </a:extLst>
              </p:cNvPr>
              <p:cNvSpPr/>
              <p:nvPr/>
            </p:nvSpPr>
            <p:spPr>
              <a:xfrm>
                <a:off x="338013" y="4979311"/>
                <a:ext cx="299799" cy="871435"/>
              </a:xfrm>
              <a:prstGeom prst="rect">
                <a:avLst/>
              </a:prstGeom>
              <a:solidFill>
                <a:srgbClr val="406A7A"/>
              </a:solidFill>
              <a:ln w="6350" cap="flat" cmpd="sng" algn="ctr">
                <a:solidFill>
                  <a:srgbClr val="5B9BD5"/>
                </a:solidFill>
                <a:prstDash val="solid"/>
                <a:miter lim="800000"/>
              </a:ln>
              <a:effectLst/>
            </p:spPr>
            <p:txBody>
              <a:bodyPr vert="eaVert" rtlCol="0" anchor="ct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marL="0" marR="0" lvl="0" indent="0" algn="ctr" defTabSz="914400" eaLnBrk="1" fontAlgn="auto" latinLnBrk="0" hangingPunct="1">
                  <a:lnSpc>
                    <a:spcPct val="120000"/>
                  </a:lnSpc>
                  <a:spcBef>
                    <a:spcPts val="0"/>
                  </a:spcBef>
                  <a:spcAft>
                    <a:spcPts val="0"/>
                  </a:spcAft>
                  <a:buClrTx/>
                  <a:buSzTx/>
                  <a:buFontTx/>
                  <a:buNone/>
                  <a:tabLst/>
                  <a:defRPr/>
                </a:pPr>
                <a:r>
                  <a:rPr kumimoji="0" lang="ja-JP" altLang="en-US" sz="1100" b="1" kern="0">
                    <a:solidFill>
                      <a:srgbClr val="FFFFFF"/>
                    </a:solidFill>
                    <a:latin typeface="+mn-ea"/>
                  </a:rPr>
                  <a:t>サービス</a:t>
                </a:r>
                <a:endParaRPr kumimoji="0" lang="en-US" altLang="ja-JP" sz="1100" b="1" i="0" u="none" strike="noStrike" kern="0" cap="none" spc="0" normalizeH="0" baseline="0" noProof="0">
                  <a:ln>
                    <a:noFill/>
                  </a:ln>
                  <a:solidFill>
                    <a:srgbClr val="FFFFFF"/>
                  </a:solidFill>
                  <a:effectLst/>
                  <a:uLnTx/>
                  <a:uFillTx/>
                  <a:latin typeface="+mn-ea"/>
                </a:endParaRPr>
              </a:p>
            </p:txBody>
          </p:sp>
          <p:sp>
            <p:nvSpPr>
              <p:cNvPr id="101" name="正方形/長方形 100">
                <a:extLst>
                  <a:ext uri="{FF2B5EF4-FFF2-40B4-BE49-F238E27FC236}">
                    <a16:creationId xmlns:a16="http://schemas.microsoft.com/office/drawing/2014/main" id="{78E6131A-A33E-73EB-1608-2B34ACE8FAA0}"/>
                  </a:ext>
                </a:extLst>
              </p:cNvPr>
              <p:cNvSpPr/>
              <p:nvPr/>
            </p:nvSpPr>
            <p:spPr bwMode="auto">
              <a:xfrm>
                <a:off x="706637" y="5414089"/>
                <a:ext cx="3297600" cy="431384"/>
              </a:xfrm>
              <a:prstGeom prst="rect">
                <a:avLst/>
              </a:prstGeom>
              <a:noFill/>
              <a:ln w="12700" cap="flat" cmpd="sng" algn="ctr">
                <a:solidFill>
                  <a:sysClr val="window" lastClr="FFFFFF">
                    <a:lumMod val="75000"/>
                  </a:sysClr>
                </a:solidFill>
                <a:prstDash val="sysDash"/>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　　</a:t>
                </a:r>
                <a:r>
                  <a:rPr kumimoji="0" lang="en-US" altLang="ja-JP"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GPIF</a:t>
                </a: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等の顧客意向に対応するため、</a:t>
                </a:r>
                <a:endParaRPr kumimoji="0" lang="en-US" altLang="ja-JP"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kern="0">
                    <a:latin typeface="+mn-ea"/>
                    <a:ea typeface="+mn-ea"/>
                    <a:cs typeface="Meiryo UI" panose="020B0604030504040204" pitchFamily="50" charset="-128"/>
                  </a:rPr>
                  <a:t>　　限定的に</a:t>
                </a:r>
                <a:r>
                  <a:rPr kumimoji="0" lang="en-US" altLang="ja-JP" sz="1100" kern="0">
                    <a:latin typeface="+mn-ea"/>
                    <a:ea typeface="+mn-ea"/>
                    <a:cs typeface="Meiryo UI" panose="020B0604030504040204" pitchFamily="50" charset="-128"/>
                  </a:rPr>
                  <a:t>MTBJ</a:t>
                </a:r>
                <a:r>
                  <a:rPr kumimoji="0" lang="ja-JP" altLang="en-US" sz="1100" kern="0">
                    <a:latin typeface="+mn-ea"/>
                    <a:ea typeface="+mn-ea"/>
                    <a:cs typeface="Meiryo UI" panose="020B0604030504040204" pitchFamily="50" charset="-128"/>
                  </a:rPr>
                  <a:t>単独受託サービスを開始</a:t>
                </a:r>
                <a:endParaRPr kumimoji="0" lang="en-US" altLang="ja-JP" sz="1100" kern="0">
                  <a:latin typeface="+mn-ea"/>
                  <a:ea typeface="+mn-ea"/>
                  <a:cs typeface="Meiryo UI" panose="020B0604030504040204" pitchFamily="50" charset="-128"/>
                </a:endParaRPr>
              </a:p>
            </p:txBody>
          </p:sp>
        </p:grpSp>
        <p:sp>
          <p:nvSpPr>
            <p:cNvPr id="97" name="楕円 96">
              <a:extLst>
                <a:ext uri="{FF2B5EF4-FFF2-40B4-BE49-F238E27FC236}">
                  <a16:creationId xmlns:a16="http://schemas.microsoft.com/office/drawing/2014/main" id="{29DE5F4F-911C-FFB2-F378-A8D1AB6F725F}"/>
                </a:ext>
              </a:extLst>
            </p:cNvPr>
            <p:cNvSpPr/>
            <p:nvPr/>
          </p:nvSpPr>
          <p:spPr>
            <a:xfrm>
              <a:off x="742166" y="5010732"/>
              <a:ext cx="199342" cy="199342"/>
            </a:xfrm>
            <a:prstGeom prst="ellipse">
              <a:avLst/>
            </a:prstGeom>
            <a:solidFill>
              <a:srgbClr val="175380"/>
            </a:solidFill>
            <a:ln w="127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a:solidFill>
                    <a:srgbClr val="FFFFFF"/>
                  </a:solidFill>
                  <a:latin typeface="+mn-ea"/>
                </a:rPr>
                <a:t>1</a:t>
              </a:r>
              <a:endParaRPr kumimoji="1" lang="ja-JP" altLang="en-US" sz="1100" b="1">
                <a:solidFill>
                  <a:srgbClr val="FFFFFF"/>
                </a:solidFill>
                <a:latin typeface="+mn-ea"/>
              </a:endParaRPr>
            </a:p>
          </p:txBody>
        </p:sp>
        <p:sp>
          <p:nvSpPr>
            <p:cNvPr id="98" name="楕円 97">
              <a:extLst>
                <a:ext uri="{FF2B5EF4-FFF2-40B4-BE49-F238E27FC236}">
                  <a16:creationId xmlns:a16="http://schemas.microsoft.com/office/drawing/2014/main" id="{FC638439-191A-21A5-69D8-933FA2A7BED8}"/>
                </a:ext>
              </a:extLst>
            </p:cNvPr>
            <p:cNvSpPr/>
            <p:nvPr/>
          </p:nvSpPr>
          <p:spPr>
            <a:xfrm>
              <a:off x="742165" y="5449337"/>
              <a:ext cx="199342" cy="199342"/>
            </a:xfrm>
            <a:prstGeom prst="ellipse">
              <a:avLst/>
            </a:prstGeom>
            <a:solidFill>
              <a:srgbClr val="175380"/>
            </a:solidFill>
            <a:ln w="127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a:solidFill>
                    <a:srgbClr val="FFFFFF"/>
                  </a:solidFill>
                  <a:latin typeface="+mn-ea"/>
                </a:rPr>
                <a:t>2</a:t>
              </a:r>
              <a:endParaRPr kumimoji="1" lang="ja-JP" altLang="en-US" sz="1100" b="1">
                <a:solidFill>
                  <a:srgbClr val="FFFFFF"/>
                </a:solidFill>
                <a:latin typeface="+mn-ea"/>
              </a:endParaRPr>
            </a:p>
          </p:txBody>
        </p:sp>
      </p:grpSp>
      <p:grpSp>
        <p:nvGrpSpPr>
          <p:cNvPr id="102" name="グループ化 101">
            <a:extLst>
              <a:ext uri="{FF2B5EF4-FFF2-40B4-BE49-F238E27FC236}">
                <a16:creationId xmlns:a16="http://schemas.microsoft.com/office/drawing/2014/main" id="{09CB87FA-E867-D967-8A88-21BC8D91AA22}"/>
              </a:ext>
            </a:extLst>
          </p:cNvPr>
          <p:cNvGrpSpPr/>
          <p:nvPr/>
        </p:nvGrpSpPr>
        <p:grpSpPr>
          <a:xfrm>
            <a:off x="3914041" y="6188909"/>
            <a:ext cx="2810878" cy="866161"/>
            <a:chOff x="3914041" y="4702702"/>
            <a:chExt cx="2810878" cy="866161"/>
          </a:xfrm>
        </p:grpSpPr>
        <p:grpSp>
          <p:nvGrpSpPr>
            <p:cNvPr id="103" name="グループ化 102">
              <a:extLst>
                <a:ext uri="{FF2B5EF4-FFF2-40B4-BE49-F238E27FC236}">
                  <a16:creationId xmlns:a16="http://schemas.microsoft.com/office/drawing/2014/main" id="{E9D2AB93-192A-D4C9-8830-11D47B0582C8}"/>
                </a:ext>
              </a:extLst>
            </p:cNvPr>
            <p:cNvGrpSpPr/>
            <p:nvPr/>
          </p:nvGrpSpPr>
          <p:grpSpPr>
            <a:xfrm>
              <a:off x="3914041" y="4702702"/>
              <a:ext cx="2810878" cy="866161"/>
              <a:chOff x="705194" y="4979312"/>
              <a:chExt cx="3299043" cy="866161"/>
            </a:xfrm>
          </p:grpSpPr>
          <p:sp>
            <p:nvSpPr>
              <p:cNvPr id="106" name="正方形/長方形 105">
                <a:extLst>
                  <a:ext uri="{FF2B5EF4-FFF2-40B4-BE49-F238E27FC236}">
                    <a16:creationId xmlns:a16="http://schemas.microsoft.com/office/drawing/2014/main" id="{5973D54F-DDFB-576B-02E5-9C07488186A0}"/>
                  </a:ext>
                </a:extLst>
              </p:cNvPr>
              <p:cNvSpPr/>
              <p:nvPr/>
            </p:nvSpPr>
            <p:spPr bwMode="auto">
              <a:xfrm>
                <a:off x="705194" y="4979312"/>
                <a:ext cx="3298915" cy="431384"/>
              </a:xfrm>
              <a:prstGeom prst="rect">
                <a:avLst/>
              </a:prstGeom>
              <a:noFill/>
              <a:ln w="12700" cap="flat" cmpd="sng" algn="ctr">
                <a:solidFill>
                  <a:sysClr val="window" lastClr="FFFFFF">
                    <a:lumMod val="75000"/>
                  </a:sysClr>
                </a:solidFill>
                <a:prstDash val="sysDash"/>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　　デリバティブ証拠金管理の代行サービス</a:t>
                </a:r>
                <a:endParaRPr kumimoji="0" lang="en-US" altLang="ja-JP"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kern="0">
                    <a:solidFill>
                      <a:prstClr val="black"/>
                    </a:solidFill>
                    <a:latin typeface="+mn-ea"/>
                    <a:ea typeface="+mn-ea"/>
                    <a:cs typeface="Meiryo UI" panose="020B0604030504040204" pitchFamily="50" charset="-128"/>
                  </a:rPr>
                  <a:t>　　証券決済期間短縮化への対応</a:t>
                </a:r>
                <a:endParaRPr kumimoji="0" lang="en-US" altLang="ja-JP" sz="1100" kern="0">
                  <a:solidFill>
                    <a:prstClr val="black"/>
                  </a:solidFill>
                  <a:latin typeface="+mn-ea"/>
                  <a:ea typeface="+mn-ea"/>
                  <a:cs typeface="Meiryo UI" panose="020B0604030504040204" pitchFamily="50" charset="-128"/>
                </a:endParaRPr>
              </a:p>
              <a:p>
                <a:pPr defTabSz="914400" eaLnBrk="1" fontAlgn="auto" hangingPunct="1">
                  <a:spcBef>
                    <a:spcPts val="0"/>
                  </a:spcBef>
                  <a:spcAft>
                    <a:spcPts val="0"/>
                  </a:spcAft>
                  <a:defRPr/>
                </a:pPr>
                <a:endParaRPr kumimoji="0" lang="en-US" altLang="ja-JP" sz="1100" kern="0">
                  <a:solidFill>
                    <a:prstClr val="black"/>
                  </a:solidFill>
                  <a:latin typeface="+mn-ea"/>
                  <a:ea typeface="+mn-ea"/>
                  <a:cs typeface="Meiryo UI" panose="020B0604030504040204" pitchFamily="50" charset="-128"/>
                </a:endParaRPr>
              </a:p>
            </p:txBody>
          </p:sp>
          <p:sp>
            <p:nvSpPr>
              <p:cNvPr id="107" name="正方形/長方形 106">
                <a:extLst>
                  <a:ext uri="{FF2B5EF4-FFF2-40B4-BE49-F238E27FC236}">
                    <a16:creationId xmlns:a16="http://schemas.microsoft.com/office/drawing/2014/main" id="{1D19610C-2555-2DEF-3447-8133B753C9AD}"/>
                  </a:ext>
                </a:extLst>
              </p:cNvPr>
              <p:cNvSpPr/>
              <p:nvPr/>
            </p:nvSpPr>
            <p:spPr bwMode="auto">
              <a:xfrm>
                <a:off x="706637" y="5414089"/>
                <a:ext cx="3297600" cy="431384"/>
              </a:xfrm>
              <a:prstGeom prst="rect">
                <a:avLst/>
              </a:prstGeom>
              <a:noFill/>
              <a:ln w="12700" cap="flat" cmpd="sng" algn="ctr">
                <a:solidFill>
                  <a:sysClr val="window" lastClr="FFFFFF">
                    <a:lumMod val="75000"/>
                  </a:sysClr>
                </a:solidFill>
                <a:prstDash val="sysDash"/>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　　</a:t>
                </a:r>
                <a:r>
                  <a:rPr kumimoji="0" lang="ja-JP" altLang="en-US" sz="1100" b="0" i="0" u="none" strike="noStrike" kern="0" cap="none" spc="0" normalizeH="0" baseline="0" noProof="0">
                    <a:ln>
                      <a:noFill/>
                    </a:ln>
                    <a:solidFill>
                      <a:srgbClr val="C00000"/>
                    </a:solidFill>
                    <a:effectLst/>
                    <a:uLnTx/>
                    <a:uFillTx/>
                    <a:latin typeface="+mn-ea"/>
                    <a:ea typeface="+mn-ea"/>
                    <a:cs typeface="Meiryo UI" panose="020B0604030504040204" pitchFamily="50" charset="-128"/>
                  </a:rPr>
                  <a:t>大阪バックアップオフィスの創設</a:t>
                </a:r>
                <a:endParaRPr kumimoji="0" lang="en-US" altLang="ja-JP" sz="1100" b="0" i="0" u="none" strike="noStrike" kern="0" cap="none" spc="0" normalizeH="0" baseline="0" noProof="0">
                  <a:ln>
                    <a:noFill/>
                  </a:ln>
                  <a:solidFill>
                    <a:srgbClr val="C00000"/>
                  </a:solidFill>
                  <a:effectLst/>
                  <a:uLnTx/>
                  <a:uFillTx/>
                  <a:latin typeface="+mn-ea"/>
                  <a:ea typeface="+mn-ea"/>
                  <a:cs typeface="Meiryo UI" panose="020B0604030504040204" pitchFamily="50" charset="-128"/>
                </a:endParaRPr>
              </a:p>
            </p:txBody>
          </p:sp>
        </p:grpSp>
        <p:sp>
          <p:nvSpPr>
            <p:cNvPr id="104" name="楕円 103">
              <a:extLst>
                <a:ext uri="{FF2B5EF4-FFF2-40B4-BE49-F238E27FC236}">
                  <a16:creationId xmlns:a16="http://schemas.microsoft.com/office/drawing/2014/main" id="{7215830B-0863-0372-99B0-DC4FA548787A}"/>
                </a:ext>
              </a:extLst>
            </p:cNvPr>
            <p:cNvSpPr/>
            <p:nvPr/>
          </p:nvSpPr>
          <p:spPr>
            <a:xfrm>
              <a:off x="3981415" y="4734122"/>
              <a:ext cx="190935" cy="199342"/>
            </a:xfrm>
            <a:prstGeom prst="ellipse">
              <a:avLst/>
            </a:prstGeom>
            <a:solidFill>
              <a:srgbClr val="175380"/>
            </a:solidFill>
            <a:ln w="127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a:solidFill>
                    <a:srgbClr val="FFFFFF"/>
                  </a:solidFill>
                  <a:latin typeface="+mn-ea"/>
                </a:rPr>
                <a:t>3</a:t>
              </a:r>
              <a:endParaRPr kumimoji="1" lang="ja-JP" altLang="en-US" sz="1100" b="1">
                <a:solidFill>
                  <a:srgbClr val="FFFFFF"/>
                </a:solidFill>
                <a:latin typeface="+mn-ea"/>
              </a:endParaRPr>
            </a:p>
          </p:txBody>
        </p:sp>
        <p:sp>
          <p:nvSpPr>
            <p:cNvPr id="105" name="楕円 104">
              <a:extLst>
                <a:ext uri="{FF2B5EF4-FFF2-40B4-BE49-F238E27FC236}">
                  <a16:creationId xmlns:a16="http://schemas.microsoft.com/office/drawing/2014/main" id="{D75BE427-4DF6-029C-17E3-4C9014D93824}"/>
                </a:ext>
              </a:extLst>
            </p:cNvPr>
            <p:cNvSpPr/>
            <p:nvPr/>
          </p:nvSpPr>
          <p:spPr>
            <a:xfrm>
              <a:off x="3981415" y="5172727"/>
              <a:ext cx="190935" cy="199342"/>
            </a:xfrm>
            <a:prstGeom prst="ellipse">
              <a:avLst/>
            </a:prstGeom>
            <a:solidFill>
              <a:srgbClr val="175380"/>
            </a:solidFill>
            <a:ln w="127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a:solidFill>
                    <a:srgbClr val="FFFFFF"/>
                  </a:solidFill>
                  <a:latin typeface="+mn-ea"/>
                </a:rPr>
                <a:t>4</a:t>
              </a:r>
              <a:endParaRPr kumimoji="1" lang="ja-JP" altLang="en-US" sz="1100" b="1">
                <a:solidFill>
                  <a:srgbClr val="FFFFFF"/>
                </a:solidFill>
                <a:latin typeface="+mn-ea"/>
              </a:endParaRPr>
            </a:p>
          </p:txBody>
        </p:sp>
      </p:grpSp>
      <p:grpSp>
        <p:nvGrpSpPr>
          <p:cNvPr id="108" name="グループ化 107">
            <a:extLst>
              <a:ext uri="{FF2B5EF4-FFF2-40B4-BE49-F238E27FC236}">
                <a16:creationId xmlns:a16="http://schemas.microsoft.com/office/drawing/2014/main" id="{EEA63EA9-417E-A9D0-E519-01875C76E67D}"/>
              </a:ext>
            </a:extLst>
          </p:cNvPr>
          <p:cNvGrpSpPr/>
          <p:nvPr/>
        </p:nvGrpSpPr>
        <p:grpSpPr>
          <a:xfrm>
            <a:off x="6810597" y="6188909"/>
            <a:ext cx="2685828" cy="866161"/>
            <a:chOff x="6810597" y="4702702"/>
            <a:chExt cx="2577350" cy="866161"/>
          </a:xfrm>
        </p:grpSpPr>
        <p:grpSp>
          <p:nvGrpSpPr>
            <p:cNvPr id="109" name="グループ化 108">
              <a:extLst>
                <a:ext uri="{FF2B5EF4-FFF2-40B4-BE49-F238E27FC236}">
                  <a16:creationId xmlns:a16="http://schemas.microsoft.com/office/drawing/2014/main" id="{64AC28F8-D804-CC23-A5CA-DFBB2DEE377E}"/>
                </a:ext>
              </a:extLst>
            </p:cNvPr>
            <p:cNvGrpSpPr/>
            <p:nvPr/>
          </p:nvGrpSpPr>
          <p:grpSpPr>
            <a:xfrm>
              <a:off x="6810597" y="4702702"/>
              <a:ext cx="2577350" cy="866161"/>
              <a:chOff x="705194" y="4979312"/>
              <a:chExt cx="3299043" cy="866161"/>
            </a:xfrm>
          </p:grpSpPr>
          <p:sp>
            <p:nvSpPr>
              <p:cNvPr id="112" name="正方形/長方形 111">
                <a:extLst>
                  <a:ext uri="{FF2B5EF4-FFF2-40B4-BE49-F238E27FC236}">
                    <a16:creationId xmlns:a16="http://schemas.microsoft.com/office/drawing/2014/main" id="{BAA37995-F665-E889-5C18-BC6C9C507341}"/>
                  </a:ext>
                </a:extLst>
              </p:cNvPr>
              <p:cNvSpPr/>
              <p:nvPr/>
            </p:nvSpPr>
            <p:spPr bwMode="auto">
              <a:xfrm>
                <a:off x="705194" y="4979312"/>
                <a:ext cx="3298915" cy="431384"/>
              </a:xfrm>
              <a:prstGeom prst="rect">
                <a:avLst/>
              </a:prstGeom>
              <a:noFill/>
              <a:ln w="12700" cap="flat" cmpd="sng" algn="ctr">
                <a:solidFill>
                  <a:sysClr val="window" lastClr="FFFFFF">
                    <a:lumMod val="75000"/>
                  </a:sysClr>
                </a:solidFill>
                <a:prstDash val="sysDash"/>
                <a:miter lim="800000"/>
              </a:ln>
              <a:effectLst/>
            </p:spPr>
            <p:txBody>
              <a:bodyPr/>
              <a:lstStyle/>
              <a:p>
                <a:pPr defTabSz="914400" eaLnBrk="1" fontAlgn="auto" hangingPunct="1">
                  <a:spcBef>
                    <a:spcPts val="0"/>
                  </a:spcBef>
                  <a:spcAft>
                    <a:spcPts val="0"/>
                  </a:spcAft>
                  <a:defRPr/>
                </a:pP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　　運用会社アウトソースの受任拡大</a:t>
                </a:r>
                <a:endParaRPr kumimoji="0" lang="en-US" altLang="ja-JP" sz="1100" kern="0">
                  <a:solidFill>
                    <a:prstClr val="black"/>
                  </a:solidFill>
                  <a:latin typeface="+mn-ea"/>
                  <a:ea typeface="+mn-ea"/>
                  <a:cs typeface="Meiryo UI" panose="020B0604030504040204" pitchFamily="50" charset="-128"/>
                </a:endParaRPr>
              </a:p>
            </p:txBody>
          </p:sp>
          <p:sp>
            <p:nvSpPr>
              <p:cNvPr id="113" name="正方形/長方形 112">
                <a:extLst>
                  <a:ext uri="{FF2B5EF4-FFF2-40B4-BE49-F238E27FC236}">
                    <a16:creationId xmlns:a16="http://schemas.microsoft.com/office/drawing/2014/main" id="{D5BB9D2A-0BCA-91B2-2668-195832D1E90D}"/>
                  </a:ext>
                </a:extLst>
              </p:cNvPr>
              <p:cNvSpPr/>
              <p:nvPr/>
            </p:nvSpPr>
            <p:spPr bwMode="auto">
              <a:xfrm>
                <a:off x="706637" y="5414089"/>
                <a:ext cx="3297600" cy="431384"/>
              </a:xfrm>
              <a:prstGeom prst="rect">
                <a:avLst/>
              </a:prstGeom>
              <a:noFill/>
              <a:ln w="12700" cap="flat" cmpd="sng" algn="ctr">
                <a:solidFill>
                  <a:sysClr val="window" lastClr="FFFFFF">
                    <a:lumMod val="75000"/>
                  </a:sysClr>
                </a:solidFill>
                <a:prstDash val="sysDash"/>
                <a:miter lim="800000"/>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　　</a:t>
                </a:r>
                <a:r>
                  <a:rPr kumimoji="0" lang="ja-JP" altLang="en-US" sz="1100" kern="0">
                    <a:solidFill>
                      <a:srgbClr val="C00000"/>
                    </a:solidFill>
                    <a:latin typeface="+mn-ea"/>
                    <a:ea typeface="+mn-ea"/>
                    <a:cs typeface="Meiryo UI" panose="020B0604030504040204" pitchFamily="50" charset="-128"/>
                  </a:rPr>
                  <a:t>監査等委員会設置会社への移行</a:t>
                </a:r>
                <a:endParaRPr kumimoji="0" lang="en-US" altLang="ja-JP" sz="1100" kern="0">
                  <a:solidFill>
                    <a:srgbClr val="C00000"/>
                  </a:solidFill>
                  <a:latin typeface="+mn-ea"/>
                  <a:ea typeface="+mn-ea"/>
                  <a:cs typeface="Meiryo UI" panose="020B0604030504040204"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2</a:t>
                </a: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線、</a:t>
                </a:r>
                <a:r>
                  <a:rPr kumimoji="0" lang="en-US" altLang="ja-JP"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3</a:t>
                </a:r>
                <a:r>
                  <a:rPr kumimoji="0" lang="ja-JP" altLang="en-US"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rPr>
                  <a:t>線の機能強化、各種委員会の設置</a:t>
                </a:r>
                <a:endParaRPr kumimoji="0" lang="en-US" altLang="ja-JP" sz="1100" b="0" i="0" u="none" strike="noStrike" kern="0" cap="none" spc="0" normalizeH="0" baseline="0" noProof="0">
                  <a:ln>
                    <a:noFill/>
                  </a:ln>
                  <a:solidFill>
                    <a:prstClr val="black"/>
                  </a:solidFill>
                  <a:effectLst/>
                  <a:uLnTx/>
                  <a:uFillTx/>
                  <a:latin typeface="+mn-ea"/>
                  <a:ea typeface="+mn-ea"/>
                  <a:cs typeface="Meiryo UI" panose="020B0604030504040204" pitchFamily="50" charset="-128"/>
                </a:endParaRPr>
              </a:p>
            </p:txBody>
          </p:sp>
        </p:grpSp>
        <p:sp>
          <p:nvSpPr>
            <p:cNvPr id="110" name="楕円 109">
              <a:extLst>
                <a:ext uri="{FF2B5EF4-FFF2-40B4-BE49-F238E27FC236}">
                  <a16:creationId xmlns:a16="http://schemas.microsoft.com/office/drawing/2014/main" id="{E2D3B776-19AA-A994-1FE8-21A62E7E7EE0}"/>
                </a:ext>
              </a:extLst>
            </p:cNvPr>
            <p:cNvSpPr/>
            <p:nvPr/>
          </p:nvSpPr>
          <p:spPr>
            <a:xfrm>
              <a:off x="6831791" y="4734122"/>
              <a:ext cx="190935" cy="199342"/>
            </a:xfrm>
            <a:prstGeom prst="ellipse">
              <a:avLst/>
            </a:prstGeom>
            <a:solidFill>
              <a:srgbClr val="175380"/>
            </a:solidFill>
            <a:ln w="127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a:solidFill>
                    <a:srgbClr val="FFFFFF"/>
                  </a:solidFill>
                  <a:latin typeface="+mn-ea"/>
                </a:rPr>
                <a:t>5</a:t>
              </a:r>
              <a:endParaRPr kumimoji="1" lang="ja-JP" altLang="en-US" sz="1100" b="1">
                <a:solidFill>
                  <a:srgbClr val="FFFFFF"/>
                </a:solidFill>
                <a:latin typeface="+mn-ea"/>
              </a:endParaRPr>
            </a:p>
          </p:txBody>
        </p:sp>
        <p:sp>
          <p:nvSpPr>
            <p:cNvPr id="111" name="楕円 110">
              <a:extLst>
                <a:ext uri="{FF2B5EF4-FFF2-40B4-BE49-F238E27FC236}">
                  <a16:creationId xmlns:a16="http://schemas.microsoft.com/office/drawing/2014/main" id="{C300959C-DACA-999D-E5AC-D0101D32C296}"/>
                </a:ext>
              </a:extLst>
            </p:cNvPr>
            <p:cNvSpPr/>
            <p:nvPr/>
          </p:nvSpPr>
          <p:spPr>
            <a:xfrm>
              <a:off x="6822555" y="5172727"/>
              <a:ext cx="190935" cy="199342"/>
            </a:xfrm>
            <a:prstGeom prst="ellipse">
              <a:avLst/>
            </a:prstGeom>
            <a:solidFill>
              <a:srgbClr val="175380"/>
            </a:solidFill>
            <a:ln w="12700" cap="flat" cmpd="sng" algn="ctr">
              <a:solidFill>
                <a:srgbClr val="FFFFFF"/>
              </a:solid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kumimoji="1" lang="en-US" altLang="ja-JP" sz="1100" b="1">
                  <a:solidFill>
                    <a:srgbClr val="FFFFFF"/>
                  </a:solidFill>
                  <a:latin typeface="+mn-ea"/>
                </a:rPr>
                <a:t>6</a:t>
              </a:r>
              <a:endParaRPr kumimoji="1" lang="ja-JP" altLang="en-US" sz="1100" b="1">
                <a:solidFill>
                  <a:srgbClr val="FFFFFF"/>
                </a:solidFill>
                <a:latin typeface="+mn-ea"/>
              </a:endParaRPr>
            </a:p>
          </p:txBody>
        </p:sp>
      </p:grpSp>
      <p:sp>
        <p:nvSpPr>
          <p:cNvPr id="114" name="テキスト ボックス 113">
            <a:extLst>
              <a:ext uri="{FF2B5EF4-FFF2-40B4-BE49-F238E27FC236}">
                <a16:creationId xmlns:a16="http://schemas.microsoft.com/office/drawing/2014/main" id="{9AB22E8E-ADD2-C948-945E-289E3889F2AA}"/>
              </a:ext>
            </a:extLst>
          </p:cNvPr>
          <p:cNvSpPr txBox="1"/>
          <p:nvPr/>
        </p:nvSpPr>
        <p:spPr>
          <a:xfrm>
            <a:off x="381888" y="2169590"/>
            <a:ext cx="534167" cy="219291"/>
          </a:xfrm>
          <a:prstGeom prst="rect">
            <a:avLst/>
          </a:prstGeom>
          <a:noFill/>
        </p:spPr>
        <p:txBody>
          <a:bodyPr wrap="square" rtlCol="0">
            <a:spAutoFit/>
          </a:bodyPr>
          <a:lstStyle/>
          <a:p>
            <a:pPr algn="l"/>
            <a:r>
              <a:rPr lang="ja-JP" altLang="en-US" sz="825">
                <a:latin typeface="+mn-ea"/>
                <a:ea typeface="+mn-ea"/>
              </a:rPr>
              <a:t>（兆円）</a:t>
            </a:r>
          </a:p>
        </p:txBody>
      </p:sp>
      <p:cxnSp>
        <p:nvCxnSpPr>
          <p:cNvPr id="15" name="直線コネクタ 14">
            <a:extLst>
              <a:ext uri="{FF2B5EF4-FFF2-40B4-BE49-F238E27FC236}">
                <a16:creationId xmlns:a16="http://schemas.microsoft.com/office/drawing/2014/main" id="{50C5E614-F131-0C8D-8955-DCC19E628125}"/>
              </a:ext>
            </a:extLst>
          </p:cNvPr>
          <p:cNvCxnSpPr/>
          <p:nvPr/>
        </p:nvCxnSpPr>
        <p:spPr>
          <a:xfrm>
            <a:off x="3914041" y="2589199"/>
            <a:ext cx="0" cy="1980000"/>
          </a:xfrm>
          <a:prstGeom prst="line">
            <a:avLst/>
          </a:prstGeom>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34185FF2-94D0-D99A-1BF7-FB0112F6C765}"/>
              </a:ext>
            </a:extLst>
          </p:cNvPr>
          <p:cNvCxnSpPr/>
          <p:nvPr/>
        </p:nvCxnSpPr>
        <p:spPr>
          <a:xfrm>
            <a:off x="916055" y="2606722"/>
            <a:ext cx="0" cy="1980000"/>
          </a:xfrm>
          <a:prstGeom prst="line">
            <a:avLst/>
          </a:prstGeom>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EFECC4CB-11C0-8047-CFC0-5E6A80ACEF5B}"/>
              </a:ext>
            </a:extLst>
          </p:cNvPr>
          <p:cNvSpPr/>
          <p:nvPr/>
        </p:nvSpPr>
        <p:spPr>
          <a:xfrm>
            <a:off x="1464871" y="2703207"/>
            <a:ext cx="1778787" cy="33687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bg1"/>
                </a:solidFill>
              </a:rPr>
              <a:t>金融市場の規制緩和</a:t>
            </a:r>
            <a:endParaRPr kumimoji="1" lang="en-US" altLang="ja-JP" sz="1100">
              <a:solidFill>
                <a:schemeClr val="bg1"/>
              </a:solidFill>
            </a:endParaRPr>
          </a:p>
          <a:p>
            <a:pPr algn="ctr"/>
            <a:r>
              <a:rPr lang="ja-JP" altLang="en-US" sz="1100">
                <a:solidFill>
                  <a:schemeClr val="bg1"/>
                </a:solidFill>
              </a:rPr>
              <a:t>（市場の活性化、国際化）</a:t>
            </a:r>
            <a:endParaRPr kumimoji="1" lang="ja-JP" altLang="en-US" sz="1100">
              <a:solidFill>
                <a:schemeClr val="bg1"/>
              </a:solidFill>
            </a:endParaRPr>
          </a:p>
        </p:txBody>
      </p:sp>
      <p:sp>
        <p:nvSpPr>
          <p:cNvPr id="24" name="矢印: 下 23">
            <a:extLst>
              <a:ext uri="{FF2B5EF4-FFF2-40B4-BE49-F238E27FC236}">
                <a16:creationId xmlns:a16="http://schemas.microsoft.com/office/drawing/2014/main" id="{6632CE28-E518-80B5-D296-B14B00FEBDB7}"/>
              </a:ext>
            </a:extLst>
          </p:cNvPr>
          <p:cNvSpPr/>
          <p:nvPr/>
        </p:nvSpPr>
        <p:spPr>
          <a:xfrm rot="5400000">
            <a:off x="4026053" y="2688019"/>
            <a:ext cx="336875" cy="370008"/>
          </a:xfrm>
          <a:prstGeom prst="downArrow">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a:p>
        </p:txBody>
      </p:sp>
      <p:sp>
        <p:nvSpPr>
          <p:cNvPr id="26" name="正方形/長方形 25">
            <a:extLst>
              <a:ext uri="{FF2B5EF4-FFF2-40B4-BE49-F238E27FC236}">
                <a16:creationId xmlns:a16="http://schemas.microsoft.com/office/drawing/2014/main" id="{3C679AD8-B219-832D-FBC3-4E80FA9C4FF3}"/>
              </a:ext>
            </a:extLst>
          </p:cNvPr>
          <p:cNvSpPr/>
          <p:nvPr/>
        </p:nvSpPr>
        <p:spPr>
          <a:xfrm>
            <a:off x="4577566" y="2703207"/>
            <a:ext cx="1467102" cy="33687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a:t>金融市場の規制強化</a:t>
            </a:r>
            <a:endParaRPr lang="en-US" altLang="ja-JP" sz="1100"/>
          </a:p>
          <a:p>
            <a:pPr algn="ctr"/>
            <a:r>
              <a:rPr kumimoji="1" lang="ja-JP" altLang="en-US" sz="1100"/>
              <a:t>（決済リスク軽減等）</a:t>
            </a:r>
          </a:p>
        </p:txBody>
      </p:sp>
      <p:sp>
        <p:nvSpPr>
          <p:cNvPr id="27" name="矢印: 下 26">
            <a:extLst>
              <a:ext uri="{FF2B5EF4-FFF2-40B4-BE49-F238E27FC236}">
                <a16:creationId xmlns:a16="http://schemas.microsoft.com/office/drawing/2014/main" id="{4F4667D4-9F6F-A50C-EE57-5A94FA20E08B}"/>
              </a:ext>
            </a:extLst>
          </p:cNvPr>
          <p:cNvSpPr/>
          <p:nvPr/>
        </p:nvSpPr>
        <p:spPr>
          <a:xfrm rot="16200000" flipH="1">
            <a:off x="6201542" y="2686508"/>
            <a:ext cx="336875" cy="370008"/>
          </a:xfrm>
          <a:prstGeom prst="downArrow">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a:p>
        </p:txBody>
      </p:sp>
      <p:cxnSp>
        <p:nvCxnSpPr>
          <p:cNvPr id="28" name="直線コネクタ 27">
            <a:extLst>
              <a:ext uri="{FF2B5EF4-FFF2-40B4-BE49-F238E27FC236}">
                <a16:creationId xmlns:a16="http://schemas.microsoft.com/office/drawing/2014/main" id="{E40D094E-2520-7E4F-465B-C1E21D8ECCB3}"/>
              </a:ext>
            </a:extLst>
          </p:cNvPr>
          <p:cNvCxnSpPr/>
          <p:nvPr/>
        </p:nvCxnSpPr>
        <p:spPr>
          <a:xfrm>
            <a:off x="6766737" y="2606722"/>
            <a:ext cx="0" cy="1980000"/>
          </a:xfrm>
          <a:prstGeom prst="line">
            <a:avLst/>
          </a:prstGeom>
          <a:ln>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9" name="矢印: 下 28">
            <a:extLst>
              <a:ext uri="{FF2B5EF4-FFF2-40B4-BE49-F238E27FC236}">
                <a16:creationId xmlns:a16="http://schemas.microsoft.com/office/drawing/2014/main" id="{8DF0A726-6C85-569B-BCAB-12A0A31EB8ED}"/>
              </a:ext>
            </a:extLst>
          </p:cNvPr>
          <p:cNvSpPr/>
          <p:nvPr/>
        </p:nvSpPr>
        <p:spPr>
          <a:xfrm rot="5400000">
            <a:off x="1022026" y="2686507"/>
            <a:ext cx="336875" cy="370008"/>
          </a:xfrm>
          <a:prstGeom prst="downArrow">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a:p>
        </p:txBody>
      </p:sp>
      <p:sp>
        <p:nvSpPr>
          <p:cNvPr id="30" name="矢印: 下 29">
            <a:extLst>
              <a:ext uri="{FF2B5EF4-FFF2-40B4-BE49-F238E27FC236}">
                <a16:creationId xmlns:a16="http://schemas.microsoft.com/office/drawing/2014/main" id="{AF23110E-FB95-E641-7389-563DA2188F5E}"/>
              </a:ext>
            </a:extLst>
          </p:cNvPr>
          <p:cNvSpPr/>
          <p:nvPr/>
        </p:nvSpPr>
        <p:spPr>
          <a:xfrm rot="16200000" flipH="1">
            <a:off x="3400533" y="2684505"/>
            <a:ext cx="336875" cy="370008"/>
          </a:xfrm>
          <a:prstGeom prst="downArrow">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a:p>
        </p:txBody>
      </p:sp>
    </p:spTree>
    <p:extLst>
      <p:ext uri="{BB962C8B-B14F-4D97-AF65-F5344CB8AC3E}">
        <p14:creationId xmlns:p14="http://schemas.microsoft.com/office/powerpoint/2010/main" val="1676068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91862C4-14CA-B069-F390-CE71D6B47862}"/>
              </a:ext>
            </a:extLst>
          </p:cNvPr>
          <p:cNvSpPr>
            <a:spLocks noGrp="1"/>
          </p:cNvSpPr>
          <p:nvPr>
            <p:ph type="sldNum" sz="quarter" idx="13"/>
          </p:nvPr>
        </p:nvSpPr>
        <p:spPr/>
        <p:txBody>
          <a:bodyPr/>
          <a:lstStyle/>
          <a:p>
            <a:fld id="{9BF854DB-42D3-EE44-9486-1E8138C63EFC}" type="slidenum">
              <a:rPr lang="ja-JP" altLang="en-US" smtClean="0"/>
              <a:pPr/>
              <a:t>7</a:t>
            </a:fld>
            <a:endParaRPr lang="ja-JP" altLang="en-US"/>
          </a:p>
        </p:txBody>
      </p:sp>
      <p:sp>
        <p:nvSpPr>
          <p:cNvPr id="11" name="テキスト ボックス 1">
            <a:extLst>
              <a:ext uri="{FF2B5EF4-FFF2-40B4-BE49-F238E27FC236}">
                <a16:creationId xmlns:a16="http://schemas.microsoft.com/office/drawing/2014/main" id="{A496480A-E4A8-4702-8E58-7B70C5683E97}"/>
              </a:ext>
            </a:extLst>
          </p:cNvPr>
          <p:cNvSpPr txBox="1"/>
          <p:nvPr/>
        </p:nvSpPr>
        <p:spPr>
          <a:xfrm>
            <a:off x="5206632" y="2085798"/>
            <a:ext cx="4447695" cy="4219231"/>
          </a:xfrm>
          <a:prstGeom prst="rect">
            <a:avLst/>
          </a:prstGeom>
          <a:solidFill>
            <a:srgbClr val="E8ECEB"/>
          </a:solidFill>
          <a:ln w="9525" cmpd="sng">
            <a:noFill/>
          </a:ln>
          <a:effectLst>
            <a:outerShdw blurRad="50800" dist="152400" dir="2700000" algn="tl"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wrap="square" lIns="169684"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altLang="ja-JP" sz="3771">
              <a:solidFill>
                <a:schemeClr val="tx1"/>
              </a:solidFill>
              <a:latin typeface="+mn-ea"/>
              <a:cs typeface="Tahoma" panose="020B0604030504040204" pitchFamily="34" charset="0"/>
            </a:endParaRPr>
          </a:p>
        </p:txBody>
      </p:sp>
      <p:sp>
        <p:nvSpPr>
          <p:cNvPr id="21" name="テキスト ボックス 2">
            <a:extLst>
              <a:ext uri="{FF2B5EF4-FFF2-40B4-BE49-F238E27FC236}">
                <a16:creationId xmlns:a16="http://schemas.microsoft.com/office/drawing/2014/main" id="{AB3A4E32-0228-489B-B5EA-A86BE846D32A}"/>
              </a:ext>
            </a:extLst>
          </p:cNvPr>
          <p:cNvSpPr txBox="1"/>
          <p:nvPr/>
        </p:nvSpPr>
        <p:spPr>
          <a:xfrm>
            <a:off x="529142" y="2085798"/>
            <a:ext cx="4447695" cy="4219231"/>
          </a:xfrm>
          <a:prstGeom prst="rect">
            <a:avLst/>
          </a:prstGeom>
          <a:solidFill>
            <a:srgbClr val="406A7A"/>
          </a:solidFill>
          <a:ln w="9525" cmpd="sng">
            <a:noFill/>
          </a:ln>
          <a:effectLst>
            <a:outerShdw blurRad="50800" dist="152400" dir="2700000" algn="tl"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wrap="square" lIns="169684"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ja-JP" altLang="en-US" sz="3771">
                <a:solidFill>
                  <a:schemeClr val="bg1"/>
                </a:solidFill>
                <a:latin typeface="+mn-ea"/>
                <a:cs typeface="Tahoma" panose="020B0604030504040204" pitchFamily="34" charset="0"/>
              </a:rPr>
              <a:t>事業内容</a:t>
            </a:r>
          </a:p>
        </p:txBody>
      </p:sp>
    </p:spTree>
    <p:extLst>
      <p:ext uri="{BB962C8B-B14F-4D97-AF65-F5344CB8AC3E}">
        <p14:creationId xmlns:p14="http://schemas.microsoft.com/office/powerpoint/2010/main" val="441011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図形, 円&#10;&#10;自動的に生成された説明">
            <a:extLst>
              <a:ext uri="{FF2B5EF4-FFF2-40B4-BE49-F238E27FC236}">
                <a16:creationId xmlns:a16="http://schemas.microsoft.com/office/drawing/2014/main" id="{88911EB9-3C35-860F-F154-71F392CB4714}"/>
              </a:ext>
            </a:extLst>
          </p:cNvPr>
          <p:cNvPicPr>
            <a:picLocks noChangeAspect="1"/>
          </p:cNvPicPr>
          <p:nvPr/>
        </p:nvPicPr>
        <p:blipFill>
          <a:blip r:embed="rId2"/>
          <a:stretch>
            <a:fillRect/>
          </a:stretch>
        </p:blipFill>
        <p:spPr>
          <a:xfrm>
            <a:off x="6685364" y="-4743"/>
            <a:ext cx="3393675" cy="3393675"/>
          </a:xfrm>
          <a:prstGeom prst="rect">
            <a:avLst/>
          </a:prstGeom>
        </p:spPr>
      </p:pic>
      <p:sp>
        <p:nvSpPr>
          <p:cNvPr id="2" name="スライド番号プレースホルダー 1">
            <a:extLst>
              <a:ext uri="{FF2B5EF4-FFF2-40B4-BE49-F238E27FC236}">
                <a16:creationId xmlns:a16="http://schemas.microsoft.com/office/drawing/2014/main" id="{8C62D85A-64A2-837E-3F6F-BA9924A18726}"/>
              </a:ext>
            </a:extLst>
          </p:cNvPr>
          <p:cNvSpPr>
            <a:spLocks noGrp="1"/>
          </p:cNvSpPr>
          <p:nvPr>
            <p:ph type="sldNum" sz="quarter" idx="10"/>
          </p:nvPr>
        </p:nvSpPr>
        <p:spPr/>
        <p:txBody>
          <a:bodyPr/>
          <a:lstStyle/>
          <a:p>
            <a:fld id="{9BF854DB-42D3-EE44-9486-1E8138C63EFC}" type="slidenum">
              <a:rPr lang="ja-JP" altLang="en-US" smtClean="0"/>
              <a:pPr/>
              <a:t>8</a:t>
            </a:fld>
            <a:endParaRPr lang="ja-JP" altLang="en-US"/>
          </a:p>
        </p:txBody>
      </p:sp>
      <p:sp>
        <p:nvSpPr>
          <p:cNvPr id="3" name="タイトル 1">
            <a:extLst>
              <a:ext uri="{FF2B5EF4-FFF2-40B4-BE49-F238E27FC236}">
                <a16:creationId xmlns:a16="http://schemas.microsoft.com/office/drawing/2014/main" id="{84D28E6A-7F03-759A-1E87-75A06B40837B}"/>
              </a:ext>
            </a:extLst>
          </p:cNvPr>
          <p:cNvSpPr txBox="1">
            <a:spLocks/>
          </p:cNvSpPr>
          <p:nvPr/>
        </p:nvSpPr>
        <p:spPr>
          <a:xfrm>
            <a:off x="327822" y="618767"/>
            <a:ext cx="9352365" cy="437815"/>
          </a:xfrm>
          <a:prstGeom prst="rect">
            <a:avLst/>
          </a:prstGeom>
        </p:spPr>
        <p:txBody>
          <a:bodyPr>
            <a:noAutofit/>
          </a:bodyP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r>
              <a:rPr lang="ja-JP" altLang="en-US"/>
              <a:t>事業について </a:t>
            </a:r>
            <a:r>
              <a:rPr lang="en-US" altLang="ja-JP"/>
              <a:t>| </a:t>
            </a:r>
            <a:r>
              <a:rPr lang="ja-JP" altLang="en-US"/>
              <a:t>資産管理スキーム</a:t>
            </a:r>
          </a:p>
        </p:txBody>
      </p:sp>
      <p:cxnSp>
        <p:nvCxnSpPr>
          <p:cNvPr id="4" name="直線コネクタ 3">
            <a:extLst>
              <a:ext uri="{FF2B5EF4-FFF2-40B4-BE49-F238E27FC236}">
                <a16:creationId xmlns:a16="http://schemas.microsoft.com/office/drawing/2014/main" id="{5B74B43F-C7CE-36D2-7709-2138D57FCBF3}"/>
              </a:ext>
            </a:extLst>
          </p:cNvPr>
          <p:cNvCxnSpPr>
            <a:cxnSpLocks/>
          </p:cNvCxnSpPr>
          <p:nvPr/>
        </p:nvCxnSpPr>
        <p:spPr>
          <a:xfrm>
            <a:off x="417668" y="1123606"/>
            <a:ext cx="926251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表 6">
            <a:extLst>
              <a:ext uri="{FF2B5EF4-FFF2-40B4-BE49-F238E27FC236}">
                <a16:creationId xmlns:a16="http://schemas.microsoft.com/office/drawing/2014/main" id="{64BBFF5D-BD45-41E5-F0F8-BD85DFAB1A22}"/>
              </a:ext>
            </a:extLst>
          </p:cNvPr>
          <p:cNvGraphicFramePr>
            <a:graphicFrameLocks noGrp="1"/>
          </p:cNvGraphicFramePr>
          <p:nvPr>
            <p:extLst>
              <p:ext uri="{D42A27DB-BD31-4B8C-83A1-F6EECF244321}">
                <p14:modId xmlns:p14="http://schemas.microsoft.com/office/powerpoint/2010/main" val="2394274203"/>
              </p:ext>
            </p:extLst>
          </p:nvPr>
        </p:nvGraphicFramePr>
        <p:xfrm>
          <a:off x="417668" y="2160908"/>
          <a:ext cx="9212036" cy="4663304"/>
        </p:xfrm>
        <a:graphic>
          <a:graphicData uri="http://schemas.openxmlformats.org/drawingml/2006/table">
            <a:tbl>
              <a:tblPr firstRow="1" bandRow="1">
                <a:tableStyleId>{7E9639D4-E3E2-4D34-9284-5A2195B3D0D7}</a:tableStyleId>
              </a:tblPr>
              <a:tblGrid>
                <a:gridCol w="819220">
                  <a:extLst>
                    <a:ext uri="{9D8B030D-6E8A-4147-A177-3AD203B41FA5}">
                      <a16:colId xmlns:a16="http://schemas.microsoft.com/office/drawing/2014/main" val="4020523047"/>
                    </a:ext>
                  </a:extLst>
                </a:gridCol>
                <a:gridCol w="4196408">
                  <a:extLst>
                    <a:ext uri="{9D8B030D-6E8A-4147-A177-3AD203B41FA5}">
                      <a16:colId xmlns:a16="http://schemas.microsoft.com/office/drawing/2014/main" val="4293742845"/>
                    </a:ext>
                  </a:extLst>
                </a:gridCol>
                <a:gridCol w="4196408">
                  <a:extLst>
                    <a:ext uri="{9D8B030D-6E8A-4147-A177-3AD203B41FA5}">
                      <a16:colId xmlns:a16="http://schemas.microsoft.com/office/drawing/2014/main" val="1938710236"/>
                    </a:ext>
                  </a:extLst>
                </a:gridCol>
              </a:tblGrid>
              <a:tr h="251456">
                <a:tc>
                  <a:txBody>
                    <a:bodyPr/>
                    <a:lstStyle/>
                    <a:p>
                      <a:pPr algn="ctr"/>
                      <a:endParaRPr kumimoji="1" lang="ja-JP" altLang="en-US" sz="1100" dirty="0">
                        <a:solidFill>
                          <a:schemeClr val="bg1"/>
                        </a:solidFill>
                      </a:endParaRPr>
                    </a:p>
                  </a:txBody>
                  <a:tcPr marL="84388" marR="84388" marT="42194" marB="42194" anchor="ctr">
                    <a:lnL w="12700" cap="flat" cmpd="sng" algn="ctr">
                      <a:solidFill>
                        <a:schemeClr val="tx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6A7A"/>
                    </a:solidFill>
                  </a:tcPr>
                </a:tc>
                <a:tc>
                  <a:txBody>
                    <a:bodyPr/>
                    <a:lstStyle/>
                    <a:p>
                      <a:pPr marL="0" indent="0" algn="ctr">
                        <a:buFont typeface="Arial" panose="020B0604020202020204" pitchFamily="34" charset="0"/>
                        <a:buNone/>
                      </a:pPr>
                      <a:r>
                        <a:rPr kumimoji="1" lang="ja-JP" altLang="en-US" sz="1200" b="0" dirty="0">
                          <a:solidFill>
                            <a:schemeClr val="bg1"/>
                          </a:solidFill>
                          <a:latin typeface="+mn-lt"/>
                          <a:ea typeface="+mn-ea"/>
                        </a:rPr>
                        <a:t>共同受託</a:t>
                      </a:r>
                      <a:endParaRPr kumimoji="1" lang="en-US" altLang="ja-JP" sz="1200" b="0" dirty="0">
                        <a:solidFill>
                          <a:schemeClr val="bg1"/>
                        </a:solidFill>
                        <a:latin typeface="+mn-lt"/>
                        <a:ea typeface="+mn-ea"/>
                      </a:endParaRPr>
                    </a:p>
                  </a:txBody>
                  <a:tcPr marL="91406" marR="91406" marT="45703" marB="45703">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6A7A"/>
                    </a:solidFill>
                  </a:tcPr>
                </a:tc>
                <a:tc>
                  <a:txBody>
                    <a:bodyPr/>
                    <a:lstStyle/>
                    <a:p>
                      <a:pPr marL="0" indent="0" algn="ctr">
                        <a:buFont typeface="Arial" panose="020B0604020202020204" pitchFamily="34" charset="0"/>
                        <a:buNone/>
                      </a:pPr>
                      <a:r>
                        <a:rPr kumimoji="1" lang="ja-JP" altLang="en-US" sz="1200" b="0">
                          <a:solidFill>
                            <a:schemeClr val="bg1"/>
                          </a:solidFill>
                          <a:latin typeface="+mn-lt"/>
                          <a:ea typeface="+mn-ea"/>
                        </a:rPr>
                        <a:t>再信託</a:t>
                      </a:r>
                      <a:endParaRPr kumimoji="1" lang="en-US" altLang="ja-JP" sz="1200" b="0">
                        <a:solidFill>
                          <a:schemeClr val="bg1"/>
                        </a:solidFill>
                        <a:latin typeface="+mn-lt"/>
                        <a:ea typeface="+mn-ea"/>
                      </a:endParaRPr>
                    </a:p>
                  </a:txBody>
                  <a:tcPr marL="91406" marR="91406" marT="45703" marB="45703">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406A7A"/>
                    </a:solidFill>
                  </a:tcPr>
                </a:tc>
                <a:extLst>
                  <a:ext uri="{0D108BD9-81ED-4DB2-BD59-A6C34878D82A}">
                    <a16:rowId xmlns:a16="http://schemas.microsoft.com/office/drawing/2014/main" val="3755468775"/>
                  </a:ext>
                </a:extLst>
              </a:tr>
              <a:tr h="2347184">
                <a:tc>
                  <a:txBody>
                    <a:bodyPr/>
                    <a:lstStyle/>
                    <a:p>
                      <a:pPr algn="ctr"/>
                      <a:r>
                        <a:rPr kumimoji="1" lang="ja-JP" altLang="en-US" sz="1100" b="1"/>
                        <a:t>スキーム</a:t>
                      </a:r>
                    </a:p>
                  </a:txBody>
                  <a:tcPr marL="84388" marR="84388" marT="42194" marB="4219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buFont typeface="Arial" panose="020B0604020202020204" pitchFamily="34" charset="0"/>
                        <a:buNone/>
                      </a:pPr>
                      <a:r>
                        <a:rPr kumimoji="1" lang="en-US" altLang="ja-JP" sz="1500" b="1" u="none" dirty="0">
                          <a:solidFill>
                            <a:schemeClr val="accent1">
                              <a:lumMod val="75000"/>
                            </a:schemeClr>
                          </a:solidFill>
                          <a:latin typeface="+mn-lt"/>
                          <a:ea typeface="+mn-ea"/>
                        </a:rPr>
                        <a:t>MUTB</a:t>
                      </a:r>
                      <a:r>
                        <a:rPr kumimoji="1" lang="ja-JP" altLang="en-US" sz="1500" b="1" u="none" dirty="0">
                          <a:solidFill>
                            <a:schemeClr val="accent1">
                              <a:lumMod val="75000"/>
                            </a:schemeClr>
                          </a:solidFill>
                          <a:latin typeface="+mn-lt"/>
                          <a:ea typeface="+mn-ea"/>
                        </a:rPr>
                        <a:t>（投資信託除く）</a:t>
                      </a:r>
                      <a:endParaRPr kumimoji="1" lang="en-US" altLang="ja-JP" sz="1500" b="1" u="none" dirty="0">
                        <a:solidFill>
                          <a:schemeClr val="accent1">
                            <a:lumMod val="75000"/>
                          </a:schemeClr>
                        </a:solidFill>
                        <a:latin typeface="+mn-lt"/>
                        <a:ea typeface="+mn-ea"/>
                      </a:endParaRPr>
                    </a:p>
                    <a:p>
                      <a:pPr marL="0" indent="0">
                        <a:buFont typeface="Arial" panose="020B0604020202020204" pitchFamily="34" charset="0"/>
                        <a:buNone/>
                      </a:pPr>
                      <a:endParaRPr kumimoji="1" lang="en-US" altLang="ja-JP" sz="1500" b="0" dirty="0">
                        <a:solidFill>
                          <a:schemeClr val="tx1"/>
                        </a:solidFill>
                        <a:latin typeface="+mn-lt"/>
                        <a:ea typeface="+mn-ea"/>
                      </a:endParaRPr>
                    </a:p>
                    <a:p>
                      <a:pPr marL="0" indent="0">
                        <a:buFont typeface="Arial" panose="020B0604020202020204" pitchFamily="34" charset="0"/>
                        <a:buNone/>
                      </a:pPr>
                      <a:endParaRPr kumimoji="1" lang="en-US" altLang="ja-JP" sz="1500" b="0" dirty="0">
                        <a:solidFill>
                          <a:schemeClr val="tx1"/>
                        </a:solidFill>
                        <a:latin typeface="+mn-lt"/>
                        <a:ea typeface="+mn-ea"/>
                      </a:endParaRPr>
                    </a:p>
                    <a:p>
                      <a:pPr marL="0" indent="0">
                        <a:buFont typeface="Arial" panose="020B0604020202020204" pitchFamily="34" charset="0"/>
                        <a:buNone/>
                      </a:pPr>
                      <a:endParaRPr kumimoji="1" lang="en-US" altLang="ja-JP" sz="1500" b="0" dirty="0">
                        <a:solidFill>
                          <a:schemeClr val="tx1"/>
                        </a:solidFill>
                        <a:latin typeface="+mn-lt"/>
                        <a:ea typeface="+mn-ea"/>
                      </a:endParaRPr>
                    </a:p>
                    <a:p>
                      <a:pPr marL="0" indent="0">
                        <a:buFont typeface="Arial" panose="020B0604020202020204" pitchFamily="34" charset="0"/>
                        <a:buNone/>
                      </a:pPr>
                      <a:endParaRPr kumimoji="1" lang="en-US" altLang="ja-JP" sz="1500" b="0" dirty="0">
                        <a:solidFill>
                          <a:schemeClr val="tx1"/>
                        </a:solidFill>
                        <a:latin typeface="+mn-lt"/>
                        <a:ea typeface="+mn-ea"/>
                      </a:endParaRPr>
                    </a:p>
                    <a:p>
                      <a:pPr marL="0" indent="0">
                        <a:buFont typeface="Arial" panose="020B0604020202020204" pitchFamily="34" charset="0"/>
                        <a:buNone/>
                      </a:pPr>
                      <a:endParaRPr kumimoji="1" lang="en-US" altLang="ja-JP" sz="1500" b="0" dirty="0">
                        <a:solidFill>
                          <a:schemeClr val="tx1"/>
                        </a:solidFill>
                        <a:latin typeface="+mn-lt"/>
                        <a:ea typeface="+mn-ea"/>
                      </a:endParaRPr>
                    </a:p>
                    <a:p>
                      <a:pPr marL="0" indent="0">
                        <a:buFont typeface="Arial" panose="020B0604020202020204" pitchFamily="34" charset="0"/>
                        <a:buNone/>
                      </a:pPr>
                      <a:endParaRPr kumimoji="1" lang="en-US" altLang="ja-JP" sz="1200" b="0" dirty="0">
                        <a:solidFill>
                          <a:schemeClr val="tx1"/>
                        </a:solidFill>
                        <a:latin typeface="+mn-lt"/>
                        <a:ea typeface="+mn-ea"/>
                      </a:endParaRPr>
                    </a:p>
                    <a:p>
                      <a:pPr marL="0" indent="0">
                        <a:buFont typeface="Arial" panose="020B0604020202020204" pitchFamily="34" charset="0"/>
                        <a:buNone/>
                      </a:pPr>
                      <a:endParaRPr kumimoji="1" lang="en-US" altLang="ja-JP" sz="1200" b="0" dirty="0">
                        <a:solidFill>
                          <a:schemeClr val="tx1"/>
                        </a:solidFill>
                        <a:latin typeface="+mn-lt"/>
                        <a:ea typeface="+mn-ea"/>
                      </a:endParaRPr>
                    </a:p>
                    <a:p>
                      <a:pPr marL="0" indent="0">
                        <a:buFont typeface="Arial" panose="020B0604020202020204" pitchFamily="34" charset="0"/>
                        <a:buNone/>
                      </a:pPr>
                      <a:endParaRPr kumimoji="1" lang="en-US" altLang="ja-JP" sz="1200" b="0" dirty="0">
                        <a:solidFill>
                          <a:schemeClr val="tx1"/>
                        </a:solidFill>
                        <a:latin typeface="+mn-lt"/>
                        <a:ea typeface="+mn-ea"/>
                      </a:endParaRPr>
                    </a:p>
                    <a:p>
                      <a:pPr marL="0" indent="0">
                        <a:buFont typeface="Arial" panose="020B0604020202020204" pitchFamily="34" charset="0"/>
                        <a:buNone/>
                      </a:pPr>
                      <a:r>
                        <a:rPr kumimoji="1" lang="ja-JP" altLang="en-US" sz="1200" b="0" dirty="0">
                          <a:solidFill>
                            <a:schemeClr val="tx1"/>
                          </a:solidFill>
                          <a:latin typeface="+mn-lt"/>
                          <a:ea typeface="+mn-ea"/>
                        </a:rPr>
                        <a:t>共同受託に関する合意書において、三菱</a:t>
                      </a:r>
                      <a:r>
                        <a:rPr kumimoji="1" lang="en-US" altLang="ja-JP" sz="1200" b="0" dirty="0">
                          <a:solidFill>
                            <a:schemeClr val="tx1"/>
                          </a:solidFill>
                          <a:latin typeface="+mn-lt"/>
                          <a:ea typeface="+mn-ea"/>
                        </a:rPr>
                        <a:t>UFJ</a:t>
                      </a:r>
                      <a:r>
                        <a:rPr kumimoji="1" lang="ja-JP" altLang="en-US" sz="1200" b="0" dirty="0">
                          <a:solidFill>
                            <a:schemeClr val="tx1"/>
                          </a:solidFill>
                          <a:latin typeface="+mn-lt"/>
                          <a:ea typeface="+mn-ea"/>
                        </a:rPr>
                        <a:t>信託銀行の権限の一部を日本マスタートラスト信託銀行に委譲することを定め、それぞれの職務分担を規定</a:t>
                      </a:r>
                      <a:endParaRPr kumimoji="1" lang="en-US" altLang="ja-JP" sz="1200" b="0" dirty="0">
                        <a:solidFill>
                          <a:schemeClr val="tx1"/>
                        </a:solidFill>
                        <a:latin typeface="+mn-lt"/>
                        <a:ea typeface="+mn-ea"/>
                      </a:endParaRPr>
                    </a:p>
                  </a:txBody>
                  <a:tcPr marL="91406" marR="91406"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a:buFont typeface="Arial" panose="020B0604020202020204" pitchFamily="34" charset="0"/>
                        <a:buNone/>
                      </a:pPr>
                      <a:r>
                        <a:rPr kumimoji="1" lang="ja-JP" altLang="en-US" sz="1500" b="1">
                          <a:solidFill>
                            <a:schemeClr val="tx1"/>
                          </a:solidFill>
                          <a:latin typeface="+mn-lt"/>
                          <a:ea typeface="+mn-ea"/>
                        </a:rPr>
                        <a:t>他社陣営、</a:t>
                      </a:r>
                      <a:r>
                        <a:rPr kumimoji="1" lang="en-US" altLang="ja-JP" sz="1500" b="1">
                          <a:solidFill>
                            <a:srgbClr val="C00000"/>
                          </a:solidFill>
                          <a:latin typeface="+mn-lt"/>
                          <a:ea typeface="+mn-ea"/>
                        </a:rPr>
                        <a:t>MUTB</a:t>
                      </a:r>
                      <a:r>
                        <a:rPr kumimoji="1" lang="ja-JP" altLang="en-US" sz="1500" b="1">
                          <a:solidFill>
                            <a:srgbClr val="C00000"/>
                          </a:solidFill>
                          <a:latin typeface="+mn-lt"/>
                          <a:ea typeface="+mn-ea"/>
                        </a:rPr>
                        <a:t>（投資信託</a:t>
                      </a:r>
                      <a:r>
                        <a:rPr kumimoji="1" lang="en-US" altLang="ja-JP" sz="1500" b="1">
                          <a:solidFill>
                            <a:srgbClr val="C00000"/>
                          </a:solidFill>
                          <a:latin typeface="+mn-lt"/>
                          <a:ea typeface="+mn-ea"/>
                        </a:rPr>
                        <a:t>*1</a:t>
                      </a:r>
                      <a:r>
                        <a:rPr kumimoji="1" lang="ja-JP" altLang="en-US" sz="1500" b="1">
                          <a:solidFill>
                            <a:srgbClr val="C00000"/>
                          </a:solidFill>
                          <a:latin typeface="+mn-lt"/>
                          <a:ea typeface="+mn-ea"/>
                        </a:rPr>
                        <a:t>）</a:t>
                      </a:r>
                      <a:endParaRPr kumimoji="1" lang="en-US" altLang="ja-JP" sz="1500" b="1">
                        <a:solidFill>
                          <a:srgbClr val="C00000"/>
                        </a:solidFill>
                        <a:latin typeface="+mn-lt"/>
                        <a:ea typeface="+mn-ea"/>
                      </a:endParaRPr>
                    </a:p>
                    <a:p>
                      <a:pPr marL="0" indent="0">
                        <a:buFont typeface="Arial" panose="020B0604020202020204" pitchFamily="34" charset="0"/>
                        <a:buNone/>
                      </a:pPr>
                      <a:endParaRPr kumimoji="1" lang="en-US" altLang="ja-JP" sz="1500" b="0">
                        <a:solidFill>
                          <a:schemeClr val="tx1"/>
                        </a:solidFill>
                        <a:latin typeface="+mn-lt"/>
                        <a:ea typeface="+mn-ea"/>
                      </a:endParaRPr>
                    </a:p>
                    <a:p>
                      <a:pPr marL="0" indent="0">
                        <a:buFont typeface="Arial" panose="020B0604020202020204" pitchFamily="34" charset="0"/>
                        <a:buNone/>
                      </a:pPr>
                      <a:endParaRPr kumimoji="1" lang="en-US" altLang="ja-JP" sz="1500" b="0">
                        <a:solidFill>
                          <a:schemeClr val="tx1"/>
                        </a:solidFill>
                        <a:latin typeface="+mn-lt"/>
                        <a:ea typeface="+mn-ea"/>
                      </a:endParaRPr>
                    </a:p>
                    <a:p>
                      <a:pPr marL="0" indent="0">
                        <a:buFont typeface="Arial" panose="020B0604020202020204" pitchFamily="34" charset="0"/>
                        <a:buNone/>
                      </a:pPr>
                      <a:endParaRPr kumimoji="1" lang="en-US" altLang="ja-JP" sz="1500" b="0">
                        <a:solidFill>
                          <a:schemeClr val="tx1"/>
                        </a:solidFill>
                        <a:latin typeface="+mn-lt"/>
                        <a:ea typeface="+mn-ea"/>
                      </a:endParaRPr>
                    </a:p>
                    <a:p>
                      <a:pPr marL="0" indent="0">
                        <a:buFont typeface="Arial" panose="020B0604020202020204" pitchFamily="34" charset="0"/>
                        <a:buNone/>
                      </a:pPr>
                      <a:endParaRPr kumimoji="1" lang="en-US" altLang="ja-JP" sz="1500" b="0">
                        <a:solidFill>
                          <a:schemeClr val="tx1"/>
                        </a:solidFill>
                        <a:latin typeface="+mn-lt"/>
                        <a:ea typeface="+mn-ea"/>
                      </a:endParaRPr>
                    </a:p>
                    <a:p>
                      <a:pPr marL="0" indent="0">
                        <a:buFont typeface="Arial" panose="020B0604020202020204" pitchFamily="34" charset="0"/>
                        <a:buNone/>
                      </a:pPr>
                      <a:endParaRPr kumimoji="1" lang="en-US" altLang="ja-JP" sz="1500" b="0">
                        <a:solidFill>
                          <a:schemeClr val="tx1"/>
                        </a:solidFill>
                        <a:latin typeface="+mn-lt"/>
                        <a:ea typeface="+mn-ea"/>
                      </a:endParaRPr>
                    </a:p>
                    <a:p>
                      <a:pPr marL="0" indent="0">
                        <a:buFont typeface="Arial" panose="020B0604020202020204" pitchFamily="34" charset="0"/>
                        <a:buNone/>
                      </a:pPr>
                      <a:endParaRPr kumimoji="1" lang="en-US" altLang="ja-JP" sz="1200" b="0">
                        <a:solidFill>
                          <a:schemeClr val="tx1"/>
                        </a:solidFill>
                        <a:latin typeface="+mn-lt"/>
                        <a:ea typeface="+mn-ea"/>
                      </a:endParaRPr>
                    </a:p>
                    <a:p>
                      <a:pPr marL="0" indent="0">
                        <a:buFont typeface="Arial" panose="020B0604020202020204" pitchFamily="34" charset="0"/>
                        <a:buNone/>
                      </a:pPr>
                      <a:endParaRPr kumimoji="1" lang="en-US" altLang="ja-JP" sz="1200" b="0">
                        <a:solidFill>
                          <a:schemeClr val="tx1"/>
                        </a:solidFill>
                        <a:latin typeface="+mn-lt"/>
                        <a:ea typeface="+mn-ea"/>
                      </a:endParaRPr>
                    </a:p>
                    <a:p>
                      <a:pPr marL="0" indent="0">
                        <a:buFont typeface="Arial" panose="020B0604020202020204" pitchFamily="34" charset="0"/>
                        <a:buNone/>
                      </a:pPr>
                      <a:endParaRPr kumimoji="1" lang="en-US" altLang="ja-JP" sz="1200" b="0">
                        <a:solidFill>
                          <a:schemeClr val="tx1"/>
                        </a:solidFill>
                        <a:latin typeface="+mn-lt"/>
                        <a:ea typeface="+mn-ea"/>
                      </a:endParaRPr>
                    </a:p>
                    <a:p>
                      <a:pPr marL="0" indent="0">
                        <a:buFont typeface="Arial" panose="020B0604020202020204" pitchFamily="34" charset="0"/>
                        <a:buNone/>
                      </a:pPr>
                      <a:r>
                        <a:rPr kumimoji="1" lang="ja-JP" altLang="en-US" sz="1200" b="0">
                          <a:solidFill>
                            <a:schemeClr val="tx1"/>
                          </a:solidFill>
                          <a:latin typeface="+mn-lt"/>
                          <a:ea typeface="+mn-ea"/>
                        </a:rPr>
                        <a:t>親信託が信託事務全てを引き受け、資産管理業務のみを資産管理専門信託に再信託するスキーム</a:t>
                      </a:r>
                      <a:endParaRPr kumimoji="1" lang="en-US" altLang="ja-JP" sz="1500" b="0">
                        <a:solidFill>
                          <a:schemeClr val="tx1"/>
                        </a:solidFill>
                        <a:latin typeface="+mn-lt"/>
                        <a:ea typeface="+mn-ea"/>
                      </a:endParaRPr>
                    </a:p>
                  </a:txBody>
                  <a:tcPr marL="91406" marR="91406" marT="45703" marB="4570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4147272"/>
                  </a:ext>
                </a:extLst>
              </a:tr>
              <a:tr h="754431">
                <a:tc>
                  <a:txBody>
                    <a:bodyPr/>
                    <a:lstStyle/>
                    <a:p>
                      <a:pPr algn="ctr"/>
                      <a:r>
                        <a:rPr kumimoji="1" lang="ja-JP" altLang="en-US" sz="1100" b="1">
                          <a:latin typeface="+mn-lt"/>
                          <a:ea typeface="+mn-ea"/>
                        </a:rPr>
                        <a:t>根拠</a:t>
                      </a:r>
                    </a:p>
                  </a:txBody>
                  <a:tcPr marL="91406" marR="91406" marT="45703" marB="45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l">
                        <a:buFont typeface="Arial" panose="020B0604020202020204" pitchFamily="34" charset="0"/>
                        <a:buNone/>
                      </a:pPr>
                      <a:r>
                        <a:rPr kumimoji="1" lang="ja-JP" altLang="en-US" sz="1200" b="0" dirty="0">
                          <a:solidFill>
                            <a:schemeClr val="tx1"/>
                          </a:solidFill>
                          <a:latin typeface="+mn-ea"/>
                          <a:ea typeface="+mn-ea"/>
                        </a:rPr>
                        <a:t>信託法第</a:t>
                      </a:r>
                      <a:r>
                        <a:rPr kumimoji="1" lang="en-US" altLang="ja-JP" sz="1200" b="0" dirty="0">
                          <a:solidFill>
                            <a:schemeClr val="tx1"/>
                          </a:solidFill>
                          <a:latin typeface="+mn-ea"/>
                          <a:ea typeface="+mn-ea"/>
                        </a:rPr>
                        <a:t>79</a:t>
                      </a:r>
                      <a:r>
                        <a:rPr kumimoji="1" lang="ja-JP" altLang="en-US" sz="1200" b="0" dirty="0">
                          <a:solidFill>
                            <a:schemeClr val="tx1"/>
                          </a:solidFill>
                          <a:latin typeface="+mn-ea"/>
                          <a:ea typeface="+mn-ea"/>
                        </a:rPr>
                        <a:t>条（旧信託法第</a:t>
                      </a:r>
                      <a:r>
                        <a:rPr kumimoji="1" lang="en-US" altLang="ja-JP" sz="1200" b="0" dirty="0">
                          <a:solidFill>
                            <a:schemeClr val="tx1"/>
                          </a:solidFill>
                          <a:latin typeface="+mn-ea"/>
                          <a:ea typeface="+mn-ea"/>
                        </a:rPr>
                        <a:t>24</a:t>
                      </a:r>
                      <a:r>
                        <a:rPr kumimoji="1" lang="ja-JP" altLang="en-US" sz="1200" b="0" dirty="0">
                          <a:solidFill>
                            <a:schemeClr val="tx1"/>
                          </a:solidFill>
                          <a:latin typeface="+mn-ea"/>
                          <a:ea typeface="+mn-ea"/>
                        </a:rPr>
                        <a:t>条）に規定された受託方式。</a:t>
                      </a:r>
                      <a:endParaRPr kumimoji="1" lang="en-US" altLang="ja-JP" sz="1200" b="0" dirty="0">
                        <a:solidFill>
                          <a:schemeClr val="tx1"/>
                        </a:solidFill>
                        <a:latin typeface="+mn-ea"/>
                        <a:ea typeface="+mn-ea"/>
                      </a:endParaRPr>
                    </a:p>
                    <a:p>
                      <a:pPr marL="0" indent="0" algn="l">
                        <a:buFont typeface="Arial" panose="020B0604020202020204" pitchFamily="34" charset="0"/>
                        <a:buNone/>
                      </a:pPr>
                      <a:r>
                        <a:rPr kumimoji="1" lang="ja-JP" altLang="en-US" sz="1200" b="0" dirty="0">
                          <a:solidFill>
                            <a:schemeClr val="tx1"/>
                          </a:solidFill>
                          <a:latin typeface="+mn-ea"/>
                          <a:ea typeface="+mn-ea"/>
                        </a:rPr>
                        <a:t>受託者が複数存在するときには受託者は共同で信託事務を処理するが、共同受託に関する合意書に明示することで権限を委譲し職務分担を行うことが可能となる</a:t>
                      </a:r>
                    </a:p>
                  </a:txBody>
                  <a:tcPr marL="91406" marR="91406" marT="45703" marB="45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95285"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ja-JP" altLang="en-US" sz="1200" b="0">
                          <a:solidFill>
                            <a:schemeClr val="tx1"/>
                          </a:solidFill>
                          <a:latin typeface="+mn-ea"/>
                          <a:ea typeface="+mn-ea"/>
                        </a:rPr>
                        <a:t>再信託について旧信託法に具体的な規定はないが、旧信託法第</a:t>
                      </a:r>
                      <a:r>
                        <a:rPr kumimoji="1" lang="en-US" altLang="ja-JP" sz="1200" b="0">
                          <a:solidFill>
                            <a:schemeClr val="tx1"/>
                          </a:solidFill>
                          <a:latin typeface="+mn-ea"/>
                          <a:ea typeface="+mn-ea"/>
                        </a:rPr>
                        <a:t>26</a:t>
                      </a:r>
                      <a:r>
                        <a:rPr kumimoji="1" lang="ja-JP" altLang="en-US" sz="1200" b="0">
                          <a:solidFill>
                            <a:schemeClr val="tx1"/>
                          </a:solidFill>
                          <a:latin typeface="+mn-ea"/>
                          <a:ea typeface="+mn-ea"/>
                        </a:rPr>
                        <a:t>条に定める「代人」と解される。受託者は契約書に明記することにより、「代人」に信託事務を処理させることが可能となる。現行の信託法では第</a:t>
                      </a:r>
                      <a:r>
                        <a:rPr kumimoji="1" lang="en-US" altLang="ja-JP" sz="1200" b="0">
                          <a:solidFill>
                            <a:schemeClr val="tx1"/>
                          </a:solidFill>
                          <a:latin typeface="+mn-ea"/>
                          <a:ea typeface="+mn-ea"/>
                        </a:rPr>
                        <a:t>28</a:t>
                      </a:r>
                      <a:r>
                        <a:rPr kumimoji="1" lang="ja-JP" altLang="en-US" sz="1200" b="0">
                          <a:solidFill>
                            <a:schemeClr val="tx1"/>
                          </a:solidFill>
                          <a:latin typeface="+mn-ea"/>
                          <a:ea typeface="+mn-ea"/>
                        </a:rPr>
                        <a:t>条に規定されている</a:t>
                      </a:r>
                    </a:p>
                  </a:txBody>
                  <a:tcPr marL="91406" marR="91406" marT="45703" marB="45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9152961"/>
                  </a:ext>
                </a:extLst>
              </a:tr>
              <a:tr h="922089">
                <a:tc>
                  <a:txBody>
                    <a:bodyPr/>
                    <a:lstStyle/>
                    <a:p>
                      <a:pPr algn="ctr"/>
                      <a:r>
                        <a:rPr kumimoji="1" lang="ja-JP" altLang="en-US" sz="1100" b="1">
                          <a:latin typeface="+mn-lt"/>
                          <a:ea typeface="+mn-ea"/>
                        </a:rPr>
                        <a:t>権利関係</a:t>
                      </a:r>
                    </a:p>
                  </a:txBody>
                  <a:tcPr marL="91406" marR="91406" marT="45703" marB="45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marL="171450" indent="-171450" algn="l">
                        <a:buFont typeface="Arial" panose="020B0604020202020204" pitchFamily="34" charset="0"/>
                        <a:buChar char="•"/>
                      </a:pPr>
                      <a:r>
                        <a:rPr kumimoji="1" lang="en-US" altLang="ja-JP" sz="1200" b="0" dirty="0">
                          <a:solidFill>
                            <a:schemeClr val="tx1"/>
                          </a:solidFill>
                          <a:latin typeface="+mn-ea"/>
                          <a:ea typeface="+mn-ea"/>
                        </a:rPr>
                        <a:t>MTBJ</a:t>
                      </a:r>
                      <a:r>
                        <a:rPr kumimoji="1" lang="ja-JP" altLang="en-US" sz="1200" b="0" dirty="0">
                          <a:solidFill>
                            <a:schemeClr val="tx1"/>
                          </a:solidFill>
                          <a:latin typeface="+mn-ea"/>
                          <a:ea typeface="+mn-ea"/>
                        </a:rPr>
                        <a:t>は、共同受託者として信託契約の直接の当事者</a:t>
                      </a:r>
                      <a:endParaRPr kumimoji="1" lang="en-US" altLang="ja-JP" sz="1200" b="0" dirty="0">
                        <a:solidFill>
                          <a:schemeClr val="tx1"/>
                        </a:solidFill>
                        <a:latin typeface="+mn-ea"/>
                        <a:ea typeface="+mn-ea"/>
                      </a:endParaRPr>
                    </a:p>
                    <a:p>
                      <a:pPr marL="171450" indent="-171450" algn="l">
                        <a:buFont typeface="Arial" panose="020B0604020202020204" pitchFamily="34" charset="0"/>
                        <a:buChar char="•"/>
                      </a:pPr>
                      <a:r>
                        <a:rPr kumimoji="1" lang="ja-JP" altLang="en-US" sz="1200" b="0" dirty="0">
                          <a:solidFill>
                            <a:schemeClr val="tx1"/>
                          </a:solidFill>
                          <a:latin typeface="+mn-ea"/>
                          <a:ea typeface="+mn-ea"/>
                        </a:rPr>
                        <a:t>委託者（受益者）の地位は不変。（信託財産や資産管理受託者に対する信託法に定められた権利を従前と何ら変わりなく行使することが可能）</a:t>
                      </a:r>
                    </a:p>
                  </a:txBody>
                  <a:tcPr marL="91406" marR="91406" marT="45703" marB="45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indent="-171450" algn="l">
                        <a:buFont typeface="Arial" panose="020B0604020202020204" pitchFamily="34" charset="0"/>
                        <a:buChar char="•"/>
                      </a:pPr>
                      <a:r>
                        <a:rPr kumimoji="1" lang="ja-JP" altLang="en-US" sz="1200" b="0" dirty="0">
                          <a:solidFill>
                            <a:schemeClr val="tx1"/>
                          </a:solidFill>
                          <a:latin typeface="+mn-ea"/>
                          <a:ea typeface="+mn-ea"/>
                        </a:rPr>
                        <a:t>資産管理受託機関は再信託契約の受託者であり、委託者との信託契約の直接の当事者とはならない。</a:t>
                      </a:r>
                    </a:p>
                    <a:p>
                      <a:pPr marL="171450" indent="-171450" algn="l">
                        <a:buFont typeface="Arial" panose="020B0604020202020204" pitchFamily="34" charset="0"/>
                        <a:buChar char="•"/>
                      </a:pPr>
                      <a:r>
                        <a:rPr kumimoji="1" lang="ja-JP" altLang="en-US" sz="1200" b="0" dirty="0">
                          <a:solidFill>
                            <a:schemeClr val="tx1"/>
                          </a:solidFill>
                          <a:latin typeface="+mn-ea"/>
                          <a:ea typeface="+mn-ea"/>
                        </a:rPr>
                        <a:t>委託者（受益者）の信託財産や資産管理受託者に対する信託法に定められた権利の行使について明確化するために別途協定書で規定</a:t>
                      </a:r>
                    </a:p>
                  </a:txBody>
                  <a:tcPr marL="91406" marR="91406" marT="45703" marB="4570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31193737"/>
                  </a:ext>
                </a:extLst>
              </a:tr>
            </a:tbl>
          </a:graphicData>
        </a:graphic>
      </p:graphicFrame>
      <p:grpSp>
        <p:nvGrpSpPr>
          <p:cNvPr id="71" name="グループ化 70">
            <a:extLst>
              <a:ext uri="{FF2B5EF4-FFF2-40B4-BE49-F238E27FC236}">
                <a16:creationId xmlns:a16="http://schemas.microsoft.com/office/drawing/2014/main" id="{7344688C-3417-429A-773E-77E83DBBA64F}"/>
              </a:ext>
            </a:extLst>
          </p:cNvPr>
          <p:cNvGrpSpPr/>
          <p:nvPr/>
        </p:nvGrpSpPr>
        <p:grpSpPr>
          <a:xfrm>
            <a:off x="959913" y="2979959"/>
            <a:ext cx="4538698" cy="1343269"/>
            <a:chOff x="959913" y="1844176"/>
            <a:chExt cx="4538698" cy="1343269"/>
          </a:xfrm>
        </p:grpSpPr>
        <p:grpSp>
          <p:nvGrpSpPr>
            <p:cNvPr id="28" name="グループ化 27">
              <a:extLst>
                <a:ext uri="{FF2B5EF4-FFF2-40B4-BE49-F238E27FC236}">
                  <a16:creationId xmlns:a16="http://schemas.microsoft.com/office/drawing/2014/main" id="{91485148-7D33-1400-6DA1-F05B02CEA18A}"/>
                </a:ext>
              </a:extLst>
            </p:cNvPr>
            <p:cNvGrpSpPr/>
            <p:nvPr/>
          </p:nvGrpSpPr>
          <p:grpSpPr>
            <a:xfrm>
              <a:off x="959913" y="1844176"/>
              <a:ext cx="3572393" cy="1343269"/>
              <a:chOff x="1042511" y="3133175"/>
              <a:chExt cx="3520777" cy="1602141"/>
            </a:xfrm>
          </p:grpSpPr>
          <p:sp>
            <p:nvSpPr>
              <p:cNvPr id="9" name="タイトル 4">
                <a:extLst>
                  <a:ext uri="{FF2B5EF4-FFF2-40B4-BE49-F238E27FC236}">
                    <a16:creationId xmlns:a16="http://schemas.microsoft.com/office/drawing/2014/main" id="{63187983-BEC3-57BB-34C4-87A09742A682}"/>
                  </a:ext>
                </a:extLst>
              </p:cNvPr>
              <p:cNvSpPr txBox="1"/>
              <p:nvPr/>
            </p:nvSpPr>
            <p:spPr>
              <a:xfrm>
                <a:off x="1042511" y="4094624"/>
                <a:ext cx="1312231" cy="190653"/>
              </a:xfrm>
              <a:prstGeom prst="rect">
                <a:avLst/>
              </a:prstGeom>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200">
                    <a:solidFill>
                      <a:schemeClr val="accent4"/>
                    </a:solidFill>
                  </a:rPr>
                  <a:t>お客様</a:t>
                </a:r>
              </a:p>
            </p:txBody>
          </p:sp>
          <p:pic>
            <p:nvPicPr>
              <p:cNvPr id="11" name="図 10">
                <a:extLst>
                  <a:ext uri="{FF2B5EF4-FFF2-40B4-BE49-F238E27FC236}">
                    <a16:creationId xmlns:a16="http://schemas.microsoft.com/office/drawing/2014/main" id="{48FCC717-7275-3A75-AE6C-910722B0A4A8}"/>
                  </a:ext>
                </a:extLst>
              </p:cNvPr>
              <p:cNvPicPr>
                <a:picLocks noChangeAspect="1"/>
              </p:cNvPicPr>
              <p:nvPr/>
            </p:nvPicPr>
            <p:blipFill>
              <a:blip r:embed="rId3"/>
              <a:stretch>
                <a:fillRect/>
              </a:stretch>
            </p:blipFill>
            <p:spPr>
              <a:xfrm>
                <a:off x="1465371" y="3654230"/>
                <a:ext cx="466510" cy="392850"/>
              </a:xfrm>
              <a:prstGeom prst="rect">
                <a:avLst/>
              </a:prstGeom>
            </p:spPr>
          </p:pic>
          <p:sp>
            <p:nvSpPr>
              <p:cNvPr id="12" name="タイトル 4">
                <a:extLst>
                  <a:ext uri="{FF2B5EF4-FFF2-40B4-BE49-F238E27FC236}">
                    <a16:creationId xmlns:a16="http://schemas.microsoft.com/office/drawing/2014/main" id="{168FB548-68F9-FE87-FF64-0A5BDABA5C87}"/>
                  </a:ext>
                </a:extLst>
              </p:cNvPr>
              <p:cNvSpPr txBox="1"/>
              <p:nvPr/>
            </p:nvSpPr>
            <p:spPr>
              <a:xfrm>
                <a:off x="1986703" y="3133175"/>
                <a:ext cx="2235080" cy="363413"/>
              </a:xfrm>
              <a:prstGeom prst="rect">
                <a:avLst/>
              </a:prstGeom>
              <a:solidFill>
                <a:schemeClr val="accent4"/>
              </a:solidFill>
              <a:ln>
                <a:no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226">
                    <a:solidFill>
                      <a:schemeClr val="bg1"/>
                    </a:solidFill>
                  </a:rPr>
                  <a:t>三菱</a:t>
                </a:r>
                <a:r>
                  <a:rPr lang="en" altLang="ja-JP" sz="1226">
                    <a:solidFill>
                      <a:schemeClr val="bg1"/>
                    </a:solidFill>
                  </a:rPr>
                  <a:t>UFJ</a:t>
                </a:r>
                <a:r>
                  <a:rPr lang="ja-JP" altLang="en-US" sz="1226">
                    <a:solidFill>
                      <a:schemeClr val="bg1"/>
                    </a:solidFill>
                  </a:rPr>
                  <a:t>信託銀行</a:t>
                </a:r>
              </a:p>
            </p:txBody>
          </p:sp>
          <p:sp>
            <p:nvSpPr>
              <p:cNvPr id="13" name="タイトル 4">
                <a:extLst>
                  <a:ext uri="{FF2B5EF4-FFF2-40B4-BE49-F238E27FC236}">
                    <a16:creationId xmlns:a16="http://schemas.microsoft.com/office/drawing/2014/main" id="{FBEDBEE9-853B-ABD3-10BE-013F3EDC1759}"/>
                  </a:ext>
                </a:extLst>
              </p:cNvPr>
              <p:cNvSpPr txBox="1"/>
              <p:nvPr/>
            </p:nvSpPr>
            <p:spPr>
              <a:xfrm>
                <a:off x="1986703" y="4371903"/>
                <a:ext cx="2235080" cy="363413"/>
              </a:xfrm>
              <a:prstGeom prst="rect">
                <a:avLst/>
              </a:prstGeom>
              <a:solidFill>
                <a:schemeClr val="accent4"/>
              </a:solidFill>
              <a:ln>
                <a:no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226">
                    <a:solidFill>
                      <a:schemeClr val="bg1"/>
                    </a:solidFill>
                  </a:rPr>
                  <a:t>日本マスタートラスト信託銀行</a:t>
                </a:r>
              </a:p>
            </p:txBody>
          </p:sp>
          <p:sp>
            <p:nvSpPr>
              <p:cNvPr id="25" name="矢印: 左右 24">
                <a:extLst>
                  <a:ext uri="{FF2B5EF4-FFF2-40B4-BE49-F238E27FC236}">
                    <a16:creationId xmlns:a16="http://schemas.microsoft.com/office/drawing/2014/main" id="{22DD1192-074A-D387-ECCD-F4DD6CA99FA9}"/>
                  </a:ext>
                </a:extLst>
              </p:cNvPr>
              <p:cNvSpPr/>
              <p:nvPr/>
            </p:nvSpPr>
            <p:spPr>
              <a:xfrm rot="5400000">
                <a:off x="2684630" y="3736929"/>
                <a:ext cx="875317" cy="394635"/>
              </a:xfrm>
              <a:prstGeom prst="leftRightArrow">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a:p>
            </p:txBody>
          </p:sp>
          <p:sp>
            <p:nvSpPr>
              <p:cNvPr id="26" name="矢印: 下 25">
                <a:extLst>
                  <a:ext uri="{FF2B5EF4-FFF2-40B4-BE49-F238E27FC236}">
                    <a16:creationId xmlns:a16="http://schemas.microsoft.com/office/drawing/2014/main" id="{2D051436-38C8-4735-A4F8-2DE67F8F7AC7}"/>
                  </a:ext>
                </a:extLst>
              </p:cNvPr>
              <p:cNvSpPr/>
              <p:nvPr/>
            </p:nvSpPr>
            <p:spPr>
              <a:xfrm rot="5400000">
                <a:off x="2481856" y="3353709"/>
                <a:ext cx="300499" cy="1143996"/>
              </a:xfrm>
              <a:prstGeom prst="downArrow">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a:p>
            </p:txBody>
          </p:sp>
          <p:sp>
            <p:nvSpPr>
              <p:cNvPr id="27" name="テキスト ボックス 26">
                <a:extLst>
                  <a:ext uri="{FF2B5EF4-FFF2-40B4-BE49-F238E27FC236}">
                    <a16:creationId xmlns:a16="http://schemas.microsoft.com/office/drawing/2014/main" id="{EA0AF599-258E-B8AC-34F2-652094F88818}"/>
                  </a:ext>
                </a:extLst>
              </p:cNvPr>
              <p:cNvSpPr txBox="1"/>
              <p:nvPr/>
            </p:nvSpPr>
            <p:spPr>
              <a:xfrm>
                <a:off x="3251057" y="3811842"/>
                <a:ext cx="1312231" cy="293421"/>
              </a:xfrm>
              <a:prstGeom prst="rect">
                <a:avLst/>
              </a:prstGeom>
              <a:noFill/>
            </p:spPr>
            <p:txBody>
              <a:bodyPr wrap="square" lIns="49836" tIns="0" rIns="49836" bIns="0" rtlCol="0">
                <a:noAutofit/>
              </a:bodyPr>
              <a:lstStyle/>
              <a:p>
                <a:pPr>
                  <a:spcAft>
                    <a:spcPts val="0"/>
                  </a:spcAft>
                  <a:buClr>
                    <a:schemeClr val="tx1"/>
                  </a:buClr>
                  <a:buSzPct val="100000"/>
                </a:pPr>
                <a:r>
                  <a:rPr lang="ja-JP" altLang="en-US" sz="1200">
                    <a:latin typeface="+mn-ea"/>
                    <a:ea typeface="+mn-ea"/>
                    <a:sym typeface="ＭＳ Ｐゴシック" panose="020B0600070205080204" pitchFamily="50" charset="-128"/>
                  </a:rPr>
                  <a:t>共同受託</a:t>
                </a:r>
                <a:endParaRPr kumimoji="1" lang="en-US" altLang="ja-JP" sz="1200">
                  <a:latin typeface="+mn-ea"/>
                  <a:ea typeface="+mn-ea"/>
                  <a:sym typeface="ＭＳ Ｐゴシック" panose="020B0600070205080204" pitchFamily="50" charset="-128"/>
                </a:endParaRPr>
              </a:p>
            </p:txBody>
          </p:sp>
        </p:grpSp>
        <p:sp>
          <p:nvSpPr>
            <p:cNvPr id="30" name="テキスト ボックス 29">
              <a:extLst>
                <a:ext uri="{FF2B5EF4-FFF2-40B4-BE49-F238E27FC236}">
                  <a16:creationId xmlns:a16="http://schemas.microsoft.com/office/drawing/2014/main" id="{16BF183B-70B0-B129-698F-570A29B5B381}"/>
                </a:ext>
              </a:extLst>
            </p:cNvPr>
            <p:cNvSpPr txBox="1"/>
            <p:nvPr/>
          </p:nvSpPr>
          <p:spPr>
            <a:xfrm>
              <a:off x="4185797" y="1886721"/>
              <a:ext cx="1312814" cy="262147"/>
            </a:xfrm>
            <a:prstGeom prst="rect">
              <a:avLst/>
            </a:prstGeom>
            <a:noFill/>
          </p:spPr>
          <p:txBody>
            <a:bodyPr wrap="square" lIns="49836" tIns="0" rIns="49836" bIns="0" rtlCol="0">
              <a:noAutofit/>
            </a:bodyPr>
            <a:lstStyle/>
            <a:p>
              <a:pPr>
                <a:spcAft>
                  <a:spcPts val="0"/>
                </a:spcAft>
                <a:buClr>
                  <a:schemeClr val="tx1"/>
                </a:buClr>
                <a:buSzPct val="100000"/>
              </a:pPr>
              <a:r>
                <a:rPr kumimoji="1" lang="ja-JP" altLang="en-US" sz="1200">
                  <a:latin typeface="+mn-ea"/>
                  <a:ea typeface="+mn-ea"/>
                  <a:sym typeface="ＭＳ Ｐゴシック" panose="020B0600070205080204" pitchFamily="50" charset="-128"/>
                </a:rPr>
                <a:t>（資産運用、営業）</a:t>
              </a:r>
              <a:endParaRPr kumimoji="1" lang="en-US" altLang="ja-JP" sz="1200">
                <a:latin typeface="+mn-ea"/>
                <a:ea typeface="+mn-ea"/>
                <a:sym typeface="ＭＳ Ｐゴシック" panose="020B0600070205080204" pitchFamily="50" charset="-128"/>
              </a:endParaRPr>
            </a:p>
          </p:txBody>
        </p:sp>
        <p:sp>
          <p:nvSpPr>
            <p:cNvPr id="31" name="テキスト ボックス 30">
              <a:extLst>
                <a:ext uri="{FF2B5EF4-FFF2-40B4-BE49-F238E27FC236}">
                  <a16:creationId xmlns:a16="http://schemas.microsoft.com/office/drawing/2014/main" id="{731DACB0-6200-7734-5ED4-B01FE142275D}"/>
                </a:ext>
              </a:extLst>
            </p:cNvPr>
            <p:cNvSpPr txBox="1"/>
            <p:nvPr/>
          </p:nvSpPr>
          <p:spPr>
            <a:xfrm>
              <a:off x="4234961" y="2922614"/>
              <a:ext cx="981930" cy="262147"/>
            </a:xfrm>
            <a:prstGeom prst="rect">
              <a:avLst/>
            </a:prstGeom>
            <a:noFill/>
          </p:spPr>
          <p:txBody>
            <a:bodyPr wrap="square" lIns="49836" tIns="0" rIns="49836" bIns="0" rtlCol="0">
              <a:noAutofit/>
            </a:bodyPr>
            <a:lstStyle/>
            <a:p>
              <a:pPr>
                <a:spcAft>
                  <a:spcPts val="0"/>
                </a:spcAft>
                <a:buClr>
                  <a:schemeClr val="tx1"/>
                </a:buClr>
                <a:buSzPct val="100000"/>
              </a:pPr>
              <a:r>
                <a:rPr kumimoji="1" lang="ja-JP" altLang="en-US" sz="1200">
                  <a:latin typeface="+mn-ea"/>
                  <a:ea typeface="+mn-ea"/>
                  <a:sym typeface="ＭＳ Ｐゴシック" panose="020B0600070205080204" pitchFamily="50" charset="-128"/>
                </a:rPr>
                <a:t>（資産管理）</a:t>
              </a:r>
              <a:endParaRPr kumimoji="1" lang="en-US" altLang="ja-JP" sz="1200">
                <a:latin typeface="+mn-ea"/>
                <a:ea typeface="+mn-ea"/>
                <a:sym typeface="ＭＳ Ｐゴシック" panose="020B0600070205080204" pitchFamily="50" charset="-128"/>
              </a:endParaRPr>
            </a:p>
          </p:txBody>
        </p:sp>
      </p:grpSp>
      <p:grpSp>
        <p:nvGrpSpPr>
          <p:cNvPr id="70" name="グループ化 69">
            <a:extLst>
              <a:ext uri="{FF2B5EF4-FFF2-40B4-BE49-F238E27FC236}">
                <a16:creationId xmlns:a16="http://schemas.microsoft.com/office/drawing/2014/main" id="{2FAAF60F-1D37-9326-86CB-0FEB2A7FAC60}"/>
              </a:ext>
            </a:extLst>
          </p:cNvPr>
          <p:cNvGrpSpPr/>
          <p:nvPr/>
        </p:nvGrpSpPr>
        <p:grpSpPr>
          <a:xfrm>
            <a:off x="5236142" y="3183504"/>
            <a:ext cx="4292869" cy="1087747"/>
            <a:chOff x="5236142" y="3164252"/>
            <a:chExt cx="4292869" cy="1087747"/>
          </a:xfrm>
        </p:grpSpPr>
        <p:grpSp>
          <p:nvGrpSpPr>
            <p:cNvPr id="29" name="グループ化 28">
              <a:extLst>
                <a:ext uri="{FF2B5EF4-FFF2-40B4-BE49-F238E27FC236}">
                  <a16:creationId xmlns:a16="http://schemas.microsoft.com/office/drawing/2014/main" id="{8C6929FE-D749-87F3-576E-B2EFA77FE1AF}"/>
                </a:ext>
              </a:extLst>
            </p:cNvPr>
            <p:cNvGrpSpPr/>
            <p:nvPr/>
          </p:nvGrpSpPr>
          <p:grpSpPr>
            <a:xfrm>
              <a:off x="5236142" y="3164252"/>
              <a:ext cx="4292869" cy="529083"/>
              <a:chOff x="5180704" y="3663855"/>
              <a:chExt cx="4315206" cy="631047"/>
            </a:xfrm>
          </p:grpSpPr>
          <p:sp>
            <p:nvSpPr>
              <p:cNvPr id="19" name="タイトル 4">
                <a:extLst>
                  <a:ext uri="{FF2B5EF4-FFF2-40B4-BE49-F238E27FC236}">
                    <a16:creationId xmlns:a16="http://schemas.microsoft.com/office/drawing/2014/main" id="{EBD7831C-4829-B16A-BB30-FEAD80557780}"/>
                  </a:ext>
                </a:extLst>
              </p:cNvPr>
              <p:cNvSpPr txBox="1"/>
              <p:nvPr/>
            </p:nvSpPr>
            <p:spPr>
              <a:xfrm>
                <a:off x="5180704" y="4104249"/>
                <a:ext cx="1312231" cy="190653"/>
              </a:xfrm>
              <a:prstGeom prst="rect">
                <a:avLst/>
              </a:prstGeom>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200">
                    <a:solidFill>
                      <a:schemeClr val="accent4"/>
                    </a:solidFill>
                  </a:rPr>
                  <a:t>お客様</a:t>
                </a:r>
              </a:p>
            </p:txBody>
          </p:sp>
          <p:pic>
            <p:nvPicPr>
              <p:cNvPr id="20" name="図 19">
                <a:extLst>
                  <a:ext uri="{FF2B5EF4-FFF2-40B4-BE49-F238E27FC236}">
                    <a16:creationId xmlns:a16="http://schemas.microsoft.com/office/drawing/2014/main" id="{501A995F-589D-DDE1-C20F-1E185B5E4855}"/>
                  </a:ext>
                </a:extLst>
              </p:cNvPr>
              <p:cNvPicPr>
                <a:picLocks noChangeAspect="1"/>
              </p:cNvPicPr>
              <p:nvPr/>
            </p:nvPicPr>
            <p:blipFill>
              <a:blip r:embed="rId3"/>
              <a:stretch>
                <a:fillRect/>
              </a:stretch>
            </p:blipFill>
            <p:spPr>
              <a:xfrm>
                <a:off x="5603564" y="3663855"/>
                <a:ext cx="466510" cy="392850"/>
              </a:xfrm>
              <a:prstGeom prst="rect">
                <a:avLst/>
              </a:prstGeom>
            </p:spPr>
          </p:pic>
          <p:sp>
            <p:nvSpPr>
              <p:cNvPr id="21" name="タイトル 4">
                <a:extLst>
                  <a:ext uri="{FF2B5EF4-FFF2-40B4-BE49-F238E27FC236}">
                    <a16:creationId xmlns:a16="http://schemas.microsoft.com/office/drawing/2014/main" id="{452321AB-6049-32F9-37F5-13071DD5B805}"/>
                  </a:ext>
                </a:extLst>
              </p:cNvPr>
              <p:cNvSpPr txBox="1"/>
              <p:nvPr/>
            </p:nvSpPr>
            <p:spPr>
              <a:xfrm>
                <a:off x="6820116" y="3807330"/>
                <a:ext cx="875900" cy="363413"/>
              </a:xfrm>
              <a:prstGeom prst="rect">
                <a:avLst/>
              </a:prstGeom>
              <a:solidFill>
                <a:schemeClr val="accent4"/>
              </a:solidFill>
              <a:ln>
                <a:no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226">
                    <a:solidFill>
                      <a:schemeClr val="bg1"/>
                    </a:solidFill>
                  </a:rPr>
                  <a:t>親信託</a:t>
                </a:r>
              </a:p>
            </p:txBody>
          </p:sp>
          <p:sp>
            <p:nvSpPr>
              <p:cNvPr id="22" name="タイトル 4">
                <a:extLst>
                  <a:ext uri="{FF2B5EF4-FFF2-40B4-BE49-F238E27FC236}">
                    <a16:creationId xmlns:a16="http://schemas.microsoft.com/office/drawing/2014/main" id="{12EBA54A-3F57-F60E-FFD0-3BCAD384473A}"/>
                  </a:ext>
                </a:extLst>
              </p:cNvPr>
              <p:cNvSpPr txBox="1"/>
              <p:nvPr/>
            </p:nvSpPr>
            <p:spPr>
              <a:xfrm>
                <a:off x="8334329" y="3807330"/>
                <a:ext cx="1161581" cy="363413"/>
              </a:xfrm>
              <a:prstGeom prst="rect">
                <a:avLst/>
              </a:prstGeom>
              <a:solidFill>
                <a:schemeClr val="accent4"/>
              </a:solidFill>
              <a:ln>
                <a:no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226">
                    <a:solidFill>
                      <a:schemeClr val="bg1"/>
                    </a:solidFill>
                  </a:rPr>
                  <a:t>資産管理信託</a:t>
                </a:r>
              </a:p>
            </p:txBody>
          </p:sp>
          <p:sp>
            <p:nvSpPr>
              <p:cNvPr id="23" name="矢印: 左右 22">
                <a:extLst>
                  <a:ext uri="{FF2B5EF4-FFF2-40B4-BE49-F238E27FC236}">
                    <a16:creationId xmlns:a16="http://schemas.microsoft.com/office/drawing/2014/main" id="{6C2B5EB0-AEF1-9D05-C815-8F1228F94466}"/>
                  </a:ext>
                </a:extLst>
              </p:cNvPr>
              <p:cNvSpPr/>
              <p:nvPr/>
            </p:nvSpPr>
            <p:spPr>
              <a:xfrm>
                <a:off x="7741319" y="3847951"/>
                <a:ext cx="518617" cy="296241"/>
              </a:xfrm>
              <a:prstGeom prst="leftRightArrow">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a:p>
            </p:txBody>
          </p:sp>
          <p:sp>
            <p:nvSpPr>
              <p:cNvPr id="24" name="矢印: 左右 23">
                <a:extLst>
                  <a:ext uri="{FF2B5EF4-FFF2-40B4-BE49-F238E27FC236}">
                    <a16:creationId xmlns:a16="http://schemas.microsoft.com/office/drawing/2014/main" id="{4C5DB20F-C0BC-2834-6E42-675A920AA28C}"/>
                  </a:ext>
                </a:extLst>
              </p:cNvPr>
              <p:cNvSpPr/>
              <p:nvPr/>
            </p:nvSpPr>
            <p:spPr>
              <a:xfrm>
                <a:off x="6209850" y="3832558"/>
                <a:ext cx="518617" cy="296241"/>
              </a:xfrm>
              <a:prstGeom prst="leftRightArrow">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a:p>
            </p:txBody>
          </p:sp>
        </p:grpSp>
        <p:cxnSp>
          <p:nvCxnSpPr>
            <p:cNvPr id="65" name="コネクタ: カギ線 64">
              <a:extLst>
                <a:ext uri="{FF2B5EF4-FFF2-40B4-BE49-F238E27FC236}">
                  <a16:creationId xmlns:a16="http://schemas.microsoft.com/office/drawing/2014/main" id="{F02A23A0-1090-FB44-D56A-7991C5A3A1B0}"/>
                </a:ext>
              </a:extLst>
            </p:cNvPr>
            <p:cNvCxnSpPr>
              <a:stCxn id="19" idx="2"/>
              <a:endCxn id="22" idx="2"/>
            </p:cNvCxnSpPr>
            <p:nvPr/>
          </p:nvCxnSpPr>
          <p:spPr>
            <a:xfrm rot="5400000" flipH="1" flipV="1">
              <a:off x="7367995" y="2110103"/>
              <a:ext cx="104098" cy="3062366"/>
            </a:xfrm>
            <a:prstGeom prst="bentConnector3">
              <a:avLst>
                <a:gd name="adj1" fmla="val -21960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68" name="直線矢印コネクタ 67">
              <a:extLst>
                <a:ext uri="{FF2B5EF4-FFF2-40B4-BE49-F238E27FC236}">
                  <a16:creationId xmlns:a16="http://schemas.microsoft.com/office/drawing/2014/main" id="{3FD6FC72-0B8B-D357-87A7-0218FDA86535}"/>
                </a:ext>
              </a:extLst>
            </p:cNvPr>
            <p:cNvCxnSpPr>
              <a:cxnSpLocks/>
            </p:cNvCxnSpPr>
            <p:nvPr/>
          </p:nvCxnSpPr>
          <p:spPr>
            <a:xfrm flipV="1">
              <a:off x="7302751" y="3589237"/>
              <a:ext cx="0" cy="33138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9" name="テキスト ボックス 68">
              <a:extLst>
                <a:ext uri="{FF2B5EF4-FFF2-40B4-BE49-F238E27FC236}">
                  <a16:creationId xmlns:a16="http://schemas.microsoft.com/office/drawing/2014/main" id="{AE7ACFB7-5FB7-B0B4-A2DB-9D91DF8ED5CC}"/>
                </a:ext>
              </a:extLst>
            </p:cNvPr>
            <p:cNvSpPr txBox="1"/>
            <p:nvPr/>
          </p:nvSpPr>
          <p:spPr>
            <a:xfrm>
              <a:off x="6876692" y="3989852"/>
              <a:ext cx="981930" cy="262147"/>
            </a:xfrm>
            <a:prstGeom prst="rect">
              <a:avLst/>
            </a:prstGeom>
            <a:noFill/>
          </p:spPr>
          <p:txBody>
            <a:bodyPr wrap="square" lIns="49836" tIns="0" rIns="49836" bIns="0" rtlCol="0">
              <a:noAutofit/>
            </a:bodyPr>
            <a:lstStyle/>
            <a:p>
              <a:pPr>
                <a:spcAft>
                  <a:spcPts val="0"/>
                </a:spcAft>
                <a:buClr>
                  <a:schemeClr val="tx1"/>
                </a:buClr>
                <a:buSzPct val="100000"/>
              </a:pPr>
              <a:r>
                <a:rPr kumimoji="1" lang="ja-JP" altLang="en-US" sz="1200">
                  <a:latin typeface="+mn-ea"/>
                  <a:ea typeface="+mn-ea"/>
                  <a:sym typeface="ＭＳ Ｐゴシック" panose="020B0600070205080204" pitchFamily="50" charset="-128"/>
                </a:rPr>
                <a:t>三者間協定</a:t>
              </a:r>
              <a:endParaRPr kumimoji="1" lang="en-US" altLang="ja-JP" sz="1200">
                <a:latin typeface="+mn-ea"/>
                <a:ea typeface="+mn-ea"/>
                <a:sym typeface="ＭＳ Ｐゴシック" panose="020B0600070205080204" pitchFamily="50" charset="-128"/>
              </a:endParaRPr>
            </a:p>
          </p:txBody>
        </p:sp>
      </p:grpSp>
      <p:sp>
        <p:nvSpPr>
          <p:cNvPr id="73" name="正方形/長方形 72">
            <a:extLst>
              <a:ext uri="{FF2B5EF4-FFF2-40B4-BE49-F238E27FC236}">
                <a16:creationId xmlns:a16="http://schemas.microsoft.com/office/drawing/2014/main" id="{C7FFB7A2-EC33-5E54-5B39-D28591C3D0E5}"/>
              </a:ext>
            </a:extLst>
          </p:cNvPr>
          <p:cNvSpPr/>
          <p:nvPr/>
        </p:nvSpPr>
        <p:spPr>
          <a:xfrm>
            <a:off x="417668" y="1336098"/>
            <a:ext cx="9262519" cy="727821"/>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marL="269377" indent="-269377">
              <a:buFont typeface="Wingdings" panose="05000000000000000000" pitchFamily="2" charset="2"/>
              <a:buChar char="n"/>
            </a:pPr>
            <a:r>
              <a:rPr lang="ja-JP" altLang="en-US" sz="1320">
                <a:latin typeface="+mn-ea"/>
              </a:rPr>
              <a:t>三菱信託と東洋信託の資産管理業務を</a:t>
            </a:r>
            <a:r>
              <a:rPr lang="en-US" altLang="ja-JP" sz="1320">
                <a:latin typeface="+mn-ea"/>
              </a:rPr>
              <a:t>MTBJ</a:t>
            </a:r>
            <a:r>
              <a:rPr lang="ja-JP" altLang="en-US" sz="1320">
                <a:latin typeface="+mn-ea"/>
              </a:rPr>
              <a:t>に統合する際、「法務」および「対顧影響」を鑑み「共同受託形式」を採用</a:t>
            </a:r>
            <a:endParaRPr lang="en-US" altLang="ja-JP" sz="1320">
              <a:latin typeface="+mn-ea"/>
            </a:endParaRPr>
          </a:p>
          <a:p>
            <a:r>
              <a:rPr lang="ja-JP" altLang="en-US" sz="1320">
                <a:latin typeface="+mn-ea"/>
              </a:rPr>
              <a:t>①　法務 ：　旧信託法上に規定された受託形式であること</a:t>
            </a:r>
            <a:endParaRPr lang="en-US" altLang="ja-JP" sz="1320">
              <a:latin typeface="+mn-ea"/>
            </a:endParaRPr>
          </a:p>
          <a:p>
            <a:r>
              <a:rPr lang="ja-JP" altLang="en-US" sz="1320">
                <a:latin typeface="+mn-ea"/>
              </a:rPr>
              <a:t>②　対顧 ：　当初からの当事者間（委託者、受託者）の権利義務、責任関係には何ら影響を及ぼすものがないため</a:t>
            </a:r>
            <a:endParaRPr lang="en-US" altLang="ja-JP" sz="1320">
              <a:latin typeface="+mn-ea"/>
            </a:endParaRPr>
          </a:p>
        </p:txBody>
      </p:sp>
      <p:sp>
        <p:nvSpPr>
          <p:cNvPr id="74" name="テキスト ボックス 73">
            <a:extLst>
              <a:ext uri="{FF2B5EF4-FFF2-40B4-BE49-F238E27FC236}">
                <a16:creationId xmlns:a16="http://schemas.microsoft.com/office/drawing/2014/main" id="{04A8DCC2-A0F6-5D3B-3C58-F9EDEB2ACF73}"/>
              </a:ext>
            </a:extLst>
          </p:cNvPr>
          <p:cNvSpPr txBox="1"/>
          <p:nvPr/>
        </p:nvSpPr>
        <p:spPr>
          <a:xfrm>
            <a:off x="473575" y="6876896"/>
            <a:ext cx="9055436" cy="180073"/>
          </a:xfrm>
          <a:prstGeom prst="rect">
            <a:avLst/>
          </a:prstGeom>
          <a:noFill/>
        </p:spPr>
        <p:txBody>
          <a:bodyPr wrap="square" lIns="49836" tIns="0" rIns="49836" bIns="0" rtlCol="0">
            <a:noAutofit/>
          </a:bodyPr>
          <a:lstStyle/>
          <a:p>
            <a:pPr>
              <a:spcAft>
                <a:spcPts val="0"/>
              </a:spcAft>
              <a:buClr>
                <a:schemeClr val="tx1"/>
              </a:buClr>
              <a:buSzPct val="100000"/>
            </a:pPr>
            <a:r>
              <a:rPr lang="en-US" altLang="ja-JP" sz="1100">
                <a:latin typeface="+mn-ea"/>
                <a:ea typeface="+mn-ea"/>
                <a:sym typeface="ＭＳ Ｐゴシック" panose="020B0600070205080204" pitchFamily="50" charset="-128"/>
              </a:rPr>
              <a:t>*1 </a:t>
            </a:r>
            <a:r>
              <a:rPr lang="ja-JP" altLang="en-US" sz="1100">
                <a:latin typeface="+mn-ea"/>
                <a:ea typeface="+mn-ea"/>
                <a:sym typeface="ＭＳ Ｐゴシック" panose="020B0600070205080204" pitchFamily="50" charset="-128"/>
              </a:rPr>
              <a:t>投資信託及び投資法人に関する法律 第</a:t>
            </a:r>
            <a:r>
              <a:rPr lang="en-US" altLang="ja-JP" sz="1100">
                <a:latin typeface="+mn-ea"/>
                <a:ea typeface="+mn-ea"/>
                <a:sym typeface="ＭＳ Ｐゴシック" panose="020B0600070205080204" pitchFamily="50" charset="-128"/>
              </a:rPr>
              <a:t>3</a:t>
            </a:r>
            <a:r>
              <a:rPr lang="ja-JP" altLang="en-US" sz="1100">
                <a:latin typeface="+mn-ea"/>
                <a:ea typeface="+mn-ea"/>
                <a:sym typeface="ＭＳ Ｐゴシック" panose="020B0600070205080204" pitchFamily="50" charset="-128"/>
              </a:rPr>
              <a:t>条により、一つの信託会社等を受託者とすることが定められているため、投資信託は「再信託」を採用</a:t>
            </a:r>
            <a:endParaRPr kumimoji="1" lang="en-US" altLang="ja-JP" sz="1100">
              <a:latin typeface="+mn-ea"/>
              <a:ea typeface="+mn-ea"/>
              <a:sym typeface="ＭＳ Ｐゴシック" panose="020B0600070205080204" pitchFamily="50" charset="-128"/>
            </a:endParaRPr>
          </a:p>
        </p:txBody>
      </p:sp>
    </p:spTree>
    <p:extLst>
      <p:ext uri="{BB962C8B-B14F-4D97-AF65-F5344CB8AC3E}">
        <p14:creationId xmlns:p14="http://schemas.microsoft.com/office/powerpoint/2010/main" val="11097058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図形, 円&#10;&#10;自動的に生成された説明">
            <a:extLst>
              <a:ext uri="{FF2B5EF4-FFF2-40B4-BE49-F238E27FC236}">
                <a16:creationId xmlns:a16="http://schemas.microsoft.com/office/drawing/2014/main" id="{88911EB9-3C35-860F-F154-71F392CB4714}"/>
              </a:ext>
            </a:extLst>
          </p:cNvPr>
          <p:cNvPicPr>
            <a:picLocks noChangeAspect="1"/>
          </p:cNvPicPr>
          <p:nvPr/>
        </p:nvPicPr>
        <p:blipFill>
          <a:blip r:embed="rId2"/>
          <a:stretch>
            <a:fillRect/>
          </a:stretch>
        </p:blipFill>
        <p:spPr>
          <a:xfrm>
            <a:off x="6685364" y="-4743"/>
            <a:ext cx="3393675" cy="3393675"/>
          </a:xfrm>
          <a:prstGeom prst="rect">
            <a:avLst/>
          </a:prstGeom>
        </p:spPr>
      </p:pic>
      <p:sp>
        <p:nvSpPr>
          <p:cNvPr id="2" name="スライド番号プレースホルダー 1">
            <a:extLst>
              <a:ext uri="{FF2B5EF4-FFF2-40B4-BE49-F238E27FC236}">
                <a16:creationId xmlns:a16="http://schemas.microsoft.com/office/drawing/2014/main" id="{8C62D85A-64A2-837E-3F6F-BA9924A18726}"/>
              </a:ext>
            </a:extLst>
          </p:cNvPr>
          <p:cNvSpPr>
            <a:spLocks noGrp="1"/>
          </p:cNvSpPr>
          <p:nvPr>
            <p:ph type="sldNum" sz="quarter" idx="10"/>
          </p:nvPr>
        </p:nvSpPr>
        <p:spPr/>
        <p:txBody>
          <a:bodyPr/>
          <a:lstStyle/>
          <a:p>
            <a:fld id="{9BF854DB-42D3-EE44-9486-1E8138C63EFC}" type="slidenum">
              <a:rPr lang="ja-JP" altLang="en-US" smtClean="0"/>
              <a:pPr/>
              <a:t>9</a:t>
            </a:fld>
            <a:endParaRPr lang="ja-JP" altLang="en-US"/>
          </a:p>
        </p:txBody>
      </p:sp>
      <p:sp>
        <p:nvSpPr>
          <p:cNvPr id="3" name="タイトル 1">
            <a:extLst>
              <a:ext uri="{FF2B5EF4-FFF2-40B4-BE49-F238E27FC236}">
                <a16:creationId xmlns:a16="http://schemas.microsoft.com/office/drawing/2014/main" id="{84D28E6A-7F03-759A-1E87-75A06B40837B}"/>
              </a:ext>
            </a:extLst>
          </p:cNvPr>
          <p:cNvSpPr txBox="1">
            <a:spLocks/>
          </p:cNvSpPr>
          <p:nvPr/>
        </p:nvSpPr>
        <p:spPr>
          <a:xfrm>
            <a:off x="327822" y="618767"/>
            <a:ext cx="9352365" cy="437815"/>
          </a:xfrm>
          <a:prstGeom prst="rect">
            <a:avLst/>
          </a:prstGeom>
        </p:spPr>
        <p:txBody>
          <a:bodyPr>
            <a:noAutofit/>
          </a:bodyP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r>
              <a:rPr lang="ja-JP" altLang="en-US" sz="2000"/>
              <a:t>事業について </a:t>
            </a:r>
            <a:r>
              <a:rPr lang="en-US" altLang="ja-JP" sz="2000"/>
              <a:t>| </a:t>
            </a:r>
            <a:r>
              <a:rPr lang="en" altLang="ja-JP" sz="2000"/>
              <a:t>MTBJ</a:t>
            </a:r>
            <a:r>
              <a:rPr lang="ja-JP" altLang="en-US" sz="2000"/>
              <a:t>のサービス</a:t>
            </a:r>
          </a:p>
        </p:txBody>
      </p:sp>
      <p:cxnSp>
        <p:nvCxnSpPr>
          <p:cNvPr id="4" name="直線コネクタ 3">
            <a:extLst>
              <a:ext uri="{FF2B5EF4-FFF2-40B4-BE49-F238E27FC236}">
                <a16:creationId xmlns:a16="http://schemas.microsoft.com/office/drawing/2014/main" id="{5B74B43F-C7CE-36D2-7709-2138D57FCBF3}"/>
              </a:ext>
            </a:extLst>
          </p:cNvPr>
          <p:cNvCxnSpPr>
            <a:cxnSpLocks/>
          </p:cNvCxnSpPr>
          <p:nvPr/>
        </p:nvCxnSpPr>
        <p:spPr>
          <a:xfrm>
            <a:off x="417668" y="1123606"/>
            <a:ext cx="926251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図 5" descr="ノートパソコンの画面を見ている男&#10;&#10;自動的に生成された説明">
            <a:extLst>
              <a:ext uri="{FF2B5EF4-FFF2-40B4-BE49-F238E27FC236}">
                <a16:creationId xmlns:a16="http://schemas.microsoft.com/office/drawing/2014/main" id="{81891DE9-6675-7091-625F-9C553F00DFFA}"/>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7988587" y="2107721"/>
            <a:ext cx="1560929" cy="1533689"/>
          </a:xfrm>
          <a:prstGeom prst="rect">
            <a:avLst/>
          </a:prstGeom>
          <a:effectLst>
            <a:reflection stA="20000" endPos="20000" dist="50800" dir="5400000" sy="-100000" algn="bl" rotWithShape="0"/>
          </a:effectLst>
        </p:spPr>
      </p:pic>
      <p:pic>
        <p:nvPicPr>
          <p:cNvPr id="7" name="図 6">
            <a:extLst>
              <a:ext uri="{FF2B5EF4-FFF2-40B4-BE49-F238E27FC236}">
                <a16:creationId xmlns:a16="http://schemas.microsoft.com/office/drawing/2014/main" id="{E0E611AE-5B57-4FD3-2783-84D2655B63A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3169833" y="2113935"/>
            <a:ext cx="1570080" cy="1499029"/>
          </a:xfrm>
          <a:prstGeom prst="rect">
            <a:avLst/>
          </a:prstGeom>
          <a:effectLst>
            <a:reflection stA="20000" endPos="20000" dist="50800" dir="5400000" sy="-100000" algn="bl" rotWithShape="0"/>
          </a:effectLst>
        </p:spPr>
      </p:pic>
      <p:pic>
        <p:nvPicPr>
          <p:cNvPr id="8" name="図 7" descr="キーボードの上に置かれている&#10;&#10;自動的に生成された説明">
            <a:extLst>
              <a:ext uri="{FF2B5EF4-FFF2-40B4-BE49-F238E27FC236}">
                <a16:creationId xmlns:a16="http://schemas.microsoft.com/office/drawing/2014/main" id="{7FFFEC91-FF24-1355-BDEC-5185CE3FD712}"/>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3169833" y="4799953"/>
            <a:ext cx="1570080" cy="1495402"/>
          </a:xfrm>
          <a:prstGeom prst="rect">
            <a:avLst/>
          </a:prstGeom>
          <a:effectLst>
            <a:reflection stA="20000" endPos="20000" dist="50800" dir="5400000" sy="-100000" algn="bl" rotWithShape="0"/>
          </a:effectLst>
        </p:spPr>
      </p:pic>
      <p:pic>
        <p:nvPicPr>
          <p:cNvPr id="9" name="図 8" descr="ノートパソコンを使っている男性&#10;&#10;自動的に生成された説明">
            <a:extLst>
              <a:ext uri="{FF2B5EF4-FFF2-40B4-BE49-F238E27FC236}">
                <a16:creationId xmlns:a16="http://schemas.microsoft.com/office/drawing/2014/main" id="{1E09C67D-3062-CE53-1B31-755853B28CE7}"/>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7988587" y="4796053"/>
            <a:ext cx="1574285" cy="1487890"/>
          </a:xfrm>
          <a:prstGeom prst="rect">
            <a:avLst/>
          </a:prstGeom>
          <a:effectLst>
            <a:reflection stA="20000" endPos="20000" dist="50800" dir="5400000" sy="-100000" algn="bl" rotWithShape="0"/>
          </a:effectLst>
        </p:spPr>
      </p:pic>
      <p:cxnSp>
        <p:nvCxnSpPr>
          <p:cNvPr id="10" name="直線コネクタ 9">
            <a:extLst>
              <a:ext uri="{FF2B5EF4-FFF2-40B4-BE49-F238E27FC236}">
                <a16:creationId xmlns:a16="http://schemas.microsoft.com/office/drawing/2014/main" id="{6ECC847C-C918-CDB5-8A6F-E9E5D47FBA06}"/>
              </a:ext>
            </a:extLst>
          </p:cNvPr>
          <p:cNvCxnSpPr>
            <a:cxnSpLocks/>
          </p:cNvCxnSpPr>
          <p:nvPr/>
        </p:nvCxnSpPr>
        <p:spPr bwMode="auto">
          <a:xfrm>
            <a:off x="5039519" y="1574188"/>
            <a:ext cx="0" cy="4721167"/>
          </a:xfrm>
          <a:prstGeom prst="line">
            <a:avLst/>
          </a:prstGeom>
          <a:ln>
            <a:solidFill>
              <a:srgbClr val="7A9EAF"/>
            </a:solidFill>
            <a:prstDash val="dash"/>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nvGrpSpPr>
          <p:cNvPr id="11" name="グループ化 10">
            <a:extLst>
              <a:ext uri="{FF2B5EF4-FFF2-40B4-BE49-F238E27FC236}">
                <a16:creationId xmlns:a16="http://schemas.microsoft.com/office/drawing/2014/main" id="{47D1CA43-BDFE-04BE-EA04-354F75067E07}"/>
              </a:ext>
            </a:extLst>
          </p:cNvPr>
          <p:cNvGrpSpPr/>
          <p:nvPr/>
        </p:nvGrpSpPr>
        <p:grpSpPr>
          <a:xfrm>
            <a:off x="514148" y="1574935"/>
            <a:ext cx="4227869" cy="2000129"/>
            <a:chOff x="545405" y="1267306"/>
            <a:chExt cx="4484911" cy="2121731"/>
          </a:xfrm>
        </p:grpSpPr>
        <p:sp>
          <p:nvSpPr>
            <p:cNvPr id="12" name="テキスト ボックス 11">
              <a:extLst>
                <a:ext uri="{FF2B5EF4-FFF2-40B4-BE49-F238E27FC236}">
                  <a16:creationId xmlns:a16="http://schemas.microsoft.com/office/drawing/2014/main" id="{3A12FB68-BDD5-D6C9-A542-73A32D39F4EE}"/>
                </a:ext>
              </a:extLst>
            </p:cNvPr>
            <p:cNvSpPr txBox="1"/>
            <p:nvPr/>
          </p:nvSpPr>
          <p:spPr>
            <a:xfrm>
              <a:off x="545405" y="1933703"/>
              <a:ext cx="4484911" cy="498167"/>
            </a:xfrm>
            <a:prstGeom prst="rect">
              <a:avLst/>
            </a:prstGeom>
            <a:noFill/>
          </p:spPr>
          <p:txBody>
            <a:bodyPr wrap="square" lIns="0" rIns="0" rtlCol="0">
              <a:spAutoFit/>
            </a:bodyPr>
            <a:lstStyle/>
            <a:p>
              <a:pPr algn="just"/>
              <a:r>
                <a:rPr lang="ja-JP" altLang="en-US" sz="1226">
                  <a:solidFill>
                    <a:srgbClr val="7A9EAF"/>
                  </a:solidFill>
                  <a:latin typeface="+mj-ea"/>
                  <a:ea typeface="+mj-ea"/>
                  <a:cs typeface="HGP創英角ｺﾞｼｯｸUB" charset="0"/>
                </a:rPr>
                <a:t>お客さまとの契約に基づき、</a:t>
              </a:r>
              <a:endParaRPr lang="en-US" altLang="ja-JP" sz="1226">
                <a:solidFill>
                  <a:srgbClr val="7A9EAF"/>
                </a:solidFill>
                <a:latin typeface="+mj-ea"/>
                <a:ea typeface="+mj-ea"/>
                <a:cs typeface="HGP創英角ｺﾞｼｯｸUB" charset="0"/>
              </a:endParaRPr>
            </a:p>
            <a:p>
              <a:pPr algn="just"/>
              <a:r>
                <a:rPr lang="ja-JP" altLang="en-US" sz="1226">
                  <a:solidFill>
                    <a:srgbClr val="7A9EAF"/>
                  </a:solidFill>
                  <a:latin typeface="+mj-ea"/>
                  <a:ea typeface="+mj-ea"/>
                  <a:cs typeface="HGP創英角ｺﾞｼｯｸUB" charset="0"/>
                </a:rPr>
                <a:t>お預かりした有価証券の管理を行う。</a:t>
              </a:r>
            </a:p>
          </p:txBody>
        </p:sp>
        <p:sp>
          <p:nvSpPr>
            <p:cNvPr id="13" name="タイトル 4">
              <a:extLst>
                <a:ext uri="{FF2B5EF4-FFF2-40B4-BE49-F238E27FC236}">
                  <a16:creationId xmlns:a16="http://schemas.microsoft.com/office/drawing/2014/main" id="{CF222E99-F777-45BA-681E-1EC0B0EC3BCE}"/>
                </a:ext>
              </a:extLst>
            </p:cNvPr>
            <p:cNvSpPr txBox="1"/>
            <p:nvPr/>
          </p:nvSpPr>
          <p:spPr>
            <a:xfrm>
              <a:off x="552080" y="1267306"/>
              <a:ext cx="4473776" cy="492442"/>
            </a:xfrm>
            <a:prstGeom prst="rect">
              <a:avLst/>
            </a:prstGeom>
            <a:solidFill>
              <a:srgbClr val="7A9EAF"/>
            </a:solidFill>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508">
                  <a:solidFill>
                    <a:schemeClr val="bg1"/>
                  </a:solidFill>
                </a:rPr>
                <a:t>資産管理サービス</a:t>
              </a:r>
            </a:p>
          </p:txBody>
        </p:sp>
        <p:sp>
          <p:nvSpPr>
            <p:cNvPr id="14" name="テキスト ボックス 13">
              <a:extLst>
                <a:ext uri="{FF2B5EF4-FFF2-40B4-BE49-F238E27FC236}">
                  <a16:creationId xmlns:a16="http://schemas.microsoft.com/office/drawing/2014/main" id="{FB4A95CB-26D3-92EF-019E-D64077944A60}"/>
                </a:ext>
              </a:extLst>
            </p:cNvPr>
            <p:cNvSpPr txBox="1"/>
            <p:nvPr/>
          </p:nvSpPr>
          <p:spPr>
            <a:xfrm>
              <a:off x="545405" y="2490649"/>
              <a:ext cx="4484911" cy="898388"/>
            </a:xfrm>
            <a:prstGeom prst="rect">
              <a:avLst/>
            </a:prstGeom>
            <a:noFill/>
          </p:spPr>
          <p:txBody>
            <a:bodyPr wrap="square" lIns="0" rIns="0" rtlCol="0">
              <a:spAutoFit/>
            </a:bodyPr>
            <a:lstStyle/>
            <a:p>
              <a:pPr algn="just"/>
              <a:r>
                <a:rPr lang="ja-JP" altLang="en-US" sz="1226">
                  <a:solidFill>
                    <a:srgbClr val="7A9EAF"/>
                  </a:solidFill>
                  <a:latin typeface="+mj-ea"/>
                  <a:ea typeface="+mj-ea"/>
                  <a:cs typeface="HGP創英角ｺﾞｼｯｸUB" charset="0"/>
                </a:rPr>
                <a:t>●</a:t>
              </a:r>
              <a:r>
                <a:rPr lang="ja-JP" altLang="en-US" sz="1226">
                  <a:solidFill>
                    <a:srgbClr val="595959"/>
                  </a:solidFill>
                  <a:latin typeface="+mj-ea"/>
                  <a:ea typeface="+mj-ea"/>
                  <a:cs typeface="HGP創英角ｺﾞｼｯｸUB" charset="0"/>
                </a:rPr>
                <a:t>国内証券管理　</a:t>
              </a:r>
              <a:r>
                <a:rPr lang="ja-JP" altLang="en-US" sz="1226">
                  <a:solidFill>
                    <a:srgbClr val="7A9EAF"/>
                  </a:solidFill>
                  <a:latin typeface="+mj-ea"/>
                  <a:ea typeface="+mj-ea"/>
                  <a:cs typeface="HGP創英角ｺﾞｼｯｸUB" charset="0"/>
                </a:rPr>
                <a:t>●</a:t>
              </a:r>
              <a:r>
                <a:rPr lang="ja-JP" altLang="en-US" sz="1226">
                  <a:solidFill>
                    <a:srgbClr val="595959"/>
                  </a:solidFill>
                  <a:latin typeface="+mj-ea"/>
                  <a:ea typeface="+mj-ea"/>
                  <a:cs typeface="HGP創英角ｺﾞｼｯｸUB" charset="0"/>
                </a:rPr>
                <a:t>外国証券管理</a:t>
              </a:r>
            </a:p>
            <a:p>
              <a:pPr algn="just"/>
              <a:r>
                <a:rPr lang="ja-JP" altLang="en-US" sz="1226">
                  <a:solidFill>
                    <a:srgbClr val="7A9EAF"/>
                  </a:solidFill>
                  <a:latin typeface="+mj-ea"/>
                  <a:ea typeface="+mj-ea"/>
                  <a:cs typeface="HGP創英角ｺﾞｼｯｸUB" charset="0"/>
                </a:rPr>
                <a:t>●</a:t>
              </a:r>
              <a:r>
                <a:rPr lang="ja-JP" altLang="en-US" sz="1226">
                  <a:solidFill>
                    <a:srgbClr val="595959"/>
                  </a:solidFill>
                  <a:latin typeface="+mj-ea"/>
                  <a:ea typeface="+mj-ea"/>
                  <a:cs typeface="HGP創英角ｺﾞｼｯｸUB" charset="0"/>
                </a:rPr>
                <a:t>デリバティブ取引管理</a:t>
              </a:r>
              <a:endParaRPr lang="en-US" altLang="ja-JP" sz="1226">
                <a:solidFill>
                  <a:srgbClr val="595959"/>
                </a:solidFill>
                <a:latin typeface="+mj-ea"/>
                <a:ea typeface="+mj-ea"/>
                <a:cs typeface="HGP創英角ｺﾞｼｯｸUB" charset="0"/>
              </a:endParaRPr>
            </a:p>
            <a:p>
              <a:pPr algn="just"/>
              <a:r>
                <a:rPr lang="ja-JP" altLang="en-US" sz="1226">
                  <a:solidFill>
                    <a:srgbClr val="7A9EAF"/>
                  </a:solidFill>
                  <a:latin typeface="+mj-ea"/>
                  <a:ea typeface="+mj-ea"/>
                  <a:cs typeface="HGP創英角ｺﾞｼｯｸUB" charset="0"/>
                </a:rPr>
                <a:t>●</a:t>
              </a:r>
              <a:r>
                <a:rPr lang="ja-JP" altLang="en-US" sz="1226">
                  <a:solidFill>
                    <a:srgbClr val="595959"/>
                  </a:solidFill>
                  <a:latin typeface="+mj-ea"/>
                  <a:ea typeface="+mj-ea"/>
                  <a:cs typeface="HGP創英角ｺﾞｼｯｸUB" charset="0"/>
                </a:rPr>
                <a:t>オルタナティブ資産管理</a:t>
              </a:r>
            </a:p>
            <a:p>
              <a:pPr algn="just"/>
              <a:r>
                <a:rPr lang="ja-JP" altLang="en-US" sz="1226">
                  <a:solidFill>
                    <a:srgbClr val="7A9EAF"/>
                  </a:solidFill>
                  <a:latin typeface="+mj-ea"/>
                  <a:ea typeface="+mj-ea"/>
                  <a:cs typeface="HGP創英角ｺﾞｼｯｸUB" charset="0"/>
                </a:rPr>
                <a:t>●</a:t>
              </a:r>
              <a:r>
                <a:rPr lang="ja-JP" altLang="en-US" sz="1226">
                  <a:solidFill>
                    <a:srgbClr val="595959"/>
                  </a:solidFill>
                  <a:latin typeface="+mj-ea"/>
                  <a:ea typeface="+mj-ea"/>
                  <a:cs typeface="HGP創英角ｺﾞｼｯｸUB" charset="0"/>
                </a:rPr>
                <a:t>その他受益権</a:t>
              </a:r>
            </a:p>
          </p:txBody>
        </p:sp>
      </p:grpSp>
      <p:cxnSp>
        <p:nvCxnSpPr>
          <p:cNvPr id="15" name="直線コネクタ 14">
            <a:extLst>
              <a:ext uri="{FF2B5EF4-FFF2-40B4-BE49-F238E27FC236}">
                <a16:creationId xmlns:a16="http://schemas.microsoft.com/office/drawing/2014/main" id="{2538BB49-784C-E966-3CB0-D1A5E05C03BE}"/>
              </a:ext>
            </a:extLst>
          </p:cNvPr>
          <p:cNvCxnSpPr>
            <a:cxnSpLocks/>
          </p:cNvCxnSpPr>
          <p:nvPr/>
        </p:nvCxnSpPr>
        <p:spPr bwMode="auto">
          <a:xfrm flipH="1">
            <a:off x="514148" y="3938177"/>
            <a:ext cx="9048727" cy="0"/>
          </a:xfrm>
          <a:prstGeom prst="line">
            <a:avLst/>
          </a:prstGeom>
          <a:ln>
            <a:solidFill>
              <a:srgbClr val="7A9EAF"/>
            </a:solidFill>
            <a:prstDash val="dash"/>
            <a:headEnd type="none" w="med" len="med"/>
            <a:tailEnd type="none" w="med" len="med"/>
          </a:ln>
        </p:spPr>
        <p:style>
          <a:lnRef idx="1">
            <a:schemeClr val="accent4"/>
          </a:lnRef>
          <a:fillRef idx="0">
            <a:schemeClr val="accent4"/>
          </a:fillRef>
          <a:effectRef idx="0">
            <a:schemeClr val="accent4"/>
          </a:effectRef>
          <a:fontRef idx="minor">
            <a:schemeClr val="tx1"/>
          </a:fontRef>
        </p:style>
      </p:cxnSp>
      <p:grpSp>
        <p:nvGrpSpPr>
          <p:cNvPr id="16" name="グループ化 15">
            <a:extLst>
              <a:ext uri="{FF2B5EF4-FFF2-40B4-BE49-F238E27FC236}">
                <a16:creationId xmlns:a16="http://schemas.microsoft.com/office/drawing/2014/main" id="{9516C4B3-8FA4-9EF0-4675-17DECBA43989}"/>
              </a:ext>
            </a:extLst>
          </p:cNvPr>
          <p:cNvGrpSpPr/>
          <p:nvPr/>
        </p:nvGrpSpPr>
        <p:grpSpPr>
          <a:xfrm>
            <a:off x="5339208" y="1574935"/>
            <a:ext cx="4227869" cy="1969040"/>
            <a:chOff x="545405" y="1267306"/>
            <a:chExt cx="4484911" cy="2088752"/>
          </a:xfrm>
        </p:grpSpPr>
        <p:sp>
          <p:nvSpPr>
            <p:cNvPr id="17" name="テキスト ボックス 16">
              <a:extLst>
                <a:ext uri="{FF2B5EF4-FFF2-40B4-BE49-F238E27FC236}">
                  <a16:creationId xmlns:a16="http://schemas.microsoft.com/office/drawing/2014/main" id="{FCFA44CA-1E14-BD94-AD86-5EFC18F87DC6}"/>
                </a:ext>
              </a:extLst>
            </p:cNvPr>
            <p:cNvSpPr txBox="1"/>
            <p:nvPr/>
          </p:nvSpPr>
          <p:spPr>
            <a:xfrm>
              <a:off x="545405" y="1933703"/>
              <a:ext cx="4484911" cy="498167"/>
            </a:xfrm>
            <a:prstGeom prst="rect">
              <a:avLst/>
            </a:prstGeom>
            <a:noFill/>
          </p:spPr>
          <p:txBody>
            <a:bodyPr wrap="square" lIns="0" rIns="0" rtlCol="0">
              <a:spAutoFit/>
            </a:bodyPr>
            <a:lstStyle/>
            <a:p>
              <a:pPr algn="just"/>
              <a:r>
                <a:rPr lang="ja-JP" altLang="en-US" sz="1226">
                  <a:solidFill>
                    <a:srgbClr val="7A9EAF"/>
                  </a:solidFill>
                  <a:latin typeface="+mj-ea"/>
                  <a:ea typeface="+mj-ea"/>
                  <a:cs typeface="HGP創英角ｺﾞｼｯｸUB" charset="0"/>
                </a:rPr>
                <a:t>長年にわたり培ったノウハウを生かし、</a:t>
              </a:r>
            </a:p>
            <a:p>
              <a:pPr algn="just"/>
              <a:r>
                <a:rPr lang="ja-JP" altLang="en-US" sz="1226">
                  <a:solidFill>
                    <a:srgbClr val="7A9EAF"/>
                  </a:solidFill>
                  <a:latin typeface="+mj-ea"/>
                  <a:ea typeface="+mj-ea"/>
                  <a:cs typeface="HGP創英角ｺﾞｼｯｸUB" charset="0"/>
                </a:rPr>
                <a:t>高品質でお客さまの業務を受託。</a:t>
              </a:r>
            </a:p>
          </p:txBody>
        </p:sp>
        <p:sp>
          <p:nvSpPr>
            <p:cNvPr id="18" name="タイトル 4">
              <a:extLst>
                <a:ext uri="{FF2B5EF4-FFF2-40B4-BE49-F238E27FC236}">
                  <a16:creationId xmlns:a16="http://schemas.microsoft.com/office/drawing/2014/main" id="{8BBC9B57-190E-F692-568D-9E2288A945F3}"/>
                </a:ext>
              </a:extLst>
            </p:cNvPr>
            <p:cNvSpPr txBox="1"/>
            <p:nvPr/>
          </p:nvSpPr>
          <p:spPr>
            <a:xfrm>
              <a:off x="552080" y="1267306"/>
              <a:ext cx="4473776" cy="492442"/>
            </a:xfrm>
            <a:prstGeom prst="rect">
              <a:avLst/>
            </a:prstGeom>
            <a:solidFill>
              <a:srgbClr val="7A9EAF"/>
            </a:solidFill>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508">
                  <a:solidFill>
                    <a:schemeClr val="bg1"/>
                  </a:solidFill>
                </a:rPr>
                <a:t>業務受任サービス</a:t>
              </a:r>
            </a:p>
          </p:txBody>
        </p:sp>
        <p:sp>
          <p:nvSpPr>
            <p:cNvPr id="19" name="テキスト ボックス 18">
              <a:extLst>
                <a:ext uri="{FF2B5EF4-FFF2-40B4-BE49-F238E27FC236}">
                  <a16:creationId xmlns:a16="http://schemas.microsoft.com/office/drawing/2014/main" id="{1D3BD024-5550-888F-3C0E-E44575A86A77}"/>
                </a:ext>
              </a:extLst>
            </p:cNvPr>
            <p:cNvSpPr txBox="1"/>
            <p:nvPr/>
          </p:nvSpPr>
          <p:spPr>
            <a:xfrm>
              <a:off x="545405" y="2857891"/>
              <a:ext cx="4484911" cy="498167"/>
            </a:xfrm>
            <a:prstGeom prst="rect">
              <a:avLst/>
            </a:prstGeom>
            <a:noFill/>
          </p:spPr>
          <p:txBody>
            <a:bodyPr wrap="square" lIns="0" rIns="0" rtlCol="0">
              <a:spAutoFit/>
            </a:bodyPr>
            <a:lstStyle/>
            <a:p>
              <a:pPr algn="just"/>
              <a:r>
                <a:rPr lang="ja-JP" altLang="en-US" sz="1226">
                  <a:solidFill>
                    <a:srgbClr val="7A9EAF"/>
                  </a:solidFill>
                  <a:latin typeface="+mj-ea"/>
                  <a:ea typeface="+mj-ea"/>
                  <a:cs typeface="HGP創英角ｺﾞｼｯｸUB" charset="0"/>
                </a:rPr>
                <a:t>●</a:t>
              </a:r>
              <a:r>
                <a:rPr lang="ja-JP" altLang="en-US" sz="1226">
                  <a:solidFill>
                    <a:srgbClr val="595959"/>
                  </a:solidFill>
                  <a:latin typeface="+mj-ea"/>
                  <a:ea typeface="+mj-ea"/>
                  <a:cs typeface="HGP創英角ｺﾞｼｯｸUB" charset="0"/>
                </a:rPr>
                <a:t>投信委託代行、投資一任事務代行</a:t>
              </a:r>
            </a:p>
            <a:p>
              <a:pPr algn="just"/>
              <a:r>
                <a:rPr lang="ja-JP" altLang="en-US" sz="1226">
                  <a:solidFill>
                    <a:srgbClr val="7A9EAF"/>
                  </a:solidFill>
                  <a:latin typeface="+mj-ea"/>
                  <a:ea typeface="+mj-ea"/>
                  <a:cs typeface="HGP創英角ｺﾞｼｯｸUB" charset="0"/>
                </a:rPr>
                <a:t>●</a:t>
              </a:r>
              <a:r>
                <a:rPr lang="ja-JP" altLang="en-US" sz="1226">
                  <a:solidFill>
                    <a:srgbClr val="595959"/>
                  </a:solidFill>
                  <a:latin typeface="+mj-ea"/>
                  <a:ea typeface="+mj-ea"/>
                  <a:cs typeface="HGP創英角ｺﾞｼｯｸUB" charset="0"/>
                </a:rPr>
                <a:t>データサービス　　</a:t>
              </a:r>
              <a:endParaRPr lang="en-US" altLang="ja-JP" sz="1226">
                <a:solidFill>
                  <a:srgbClr val="595959"/>
                </a:solidFill>
                <a:latin typeface="+mj-ea"/>
                <a:ea typeface="+mj-ea"/>
                <a:cs typeface="HGP創英角ｺﾞｼｯｸUB" charset="0"/>
              </a:endParaRPr>
            </a:p>
          </p:txBody>
        </p:sp>
      </p:grpSp>
      <p:grpSp>
        <p:nvGrpSpPr>
          <p:cNvPr id="20" name="グループ化 19">
            <a:extLst>
              <a:ext uri="{FF2B5EF4-FFF2-40B4-BE49-F238E27FC236}">
                <a16:creationId xmlns:a16="http://schemas.microsoft.com/office/drawing/2014/main" id="{D55E58D2-294E-5333-DB91-1344A807E03A}"/>
              </a:ext>
            </a:extLst>
          </p:cNvPr>
          <p:cNvGrpSpPr/>
          <p:nvPr/>
        </p:nvGrpSpPr>
        <p:grpSpPr>
          <a:xfrm>
            <a:off x="514148" y="4255523"/>
            <a:ext cx="4227869" cy="1855795"/>
            <a:chOff x="545405" y="1267306"/>
            <a:chExt cx="4484911" cy="1968621"/>
          </a:xfrm>
        </p:grpSpPr>
        <p:sp>
          <p:nvSpPr>
            <p:cNvPr id="21" name="テキスト ボックス 20">
              <a:extLst>
                <a:ext uri="{FF2B5EF4-FFF2-40B4-BE49-F238E27FC236}">
                  <a16:creationId xmlns:a16="http://schemas.microsoft.com/office/drawing/2014/main" id="{BA351CF3-B78D-AD66-E997-829708996563}"/>
                </a:ext>
              </a:extLst>
            </p:cNvPr>
            <p:cNvSpPr txBox="1"/>
            <p:nvPr/>
          </p:nvSpPr>
          <p:spPr>
            <a:xfrm>
              <a:off x="545405" y="1933703"/>
              <a:ext cx="4484911" cy="698277"/>
            </a:xfrm>
            <a:prstGeom prst="rect">
              <a:avLst/>
            </a:prstGeom>
            <a:noFill/>
          </p:spPr>
          <p:txBody>
            <a:bodyPr wrap="square" lIns="0" rIns="0" rtlCol="0">
              <a:spAutoFit/>
            </a:bodyPr>
            <a:lstStyle/>
            <a:p>
              <a:pPr algn="just"/>
              <a:r>
                <a:rPr lang="ja-JP" altLang="en-US" sz="1226">
                  <a:solidFill>
                    <a:srgbClr val="7A9EAF"/>
                  </a:solidFill>
                  <a:latin typeface="+mj-ea"/>
                  <a:ea typeface="+mj-ea"/>
                  <a:cs typeface="HGP創英角ｺﾞｼｯｸUB" charset="0"/>
                </a:rPr>
                <a:t>お客さまが必要とされる、</a:t>
              </a:r>
              <a:endParaRPr lang="en-US" altLang="ja-JP" sz="1226">
                <a:solidFill>
                  <a:srgbClr val="7A9EAF"/>
                </a:solidFill>
                <a:latin typeface="+mj-ea"/>
                <a:ea typeface="+mj-ea"/>
                <a:cs typeface="HGP創英角ｺﾞｼｯｸUB" charset="0"/>
              </a:endParaRPr>
            </a:p>
            <a:p>
              <a:pPr algn="just"/>
              <a:r>
                <a:rPr lang="ja-JP" altLang="en-US" sz="1226">
                  <a:solidFill>
                    <a:srgbClr val="7A9EAF"/>
                  </a:solidFill>
                  <a:latin typeface="+mj-ea"/>
                  <a:ea typeface="+mj-ea"/>
                  <a:cs typeface="HGP創英角ｺﾞｼｯｸUB" charset="0"/>
                </a:rPr>
                <a:t>市場や運用資産の状況などの</a:t>
              </a:r>
              <a:endParaRPr lang="en-US" altLang="ja-JP" sz="1226">
                <a:solidFill>
                  <a:srgbClr val="7A9EAF"/>
                </a:solidFill>
                <a:latin typeface="+mj-ea"/>
                <a:ea typeface="+mj-ea"/>
                <a:cs typeface="HGP創英角ｺﾞｼｯｸUB" charset="0"/>
              </a:endParaRPr>
            </a:p>
            <a:p>
              <a:pPr algn="just"/>
              <a:r>
                <a:rPr lang="ja-JP" altLang="en-US" sz="1226">
                  <a:solidFill>
                    <a:srgbClr val="7A9EAF"/>
                  </a:solidFill>
                  <a:latin typeface="+mj-ea"/>
                  <a:ea typeface="+mj-ea"/>
                  <a:cs typeface="HGP創英角ｺﾞｼｯｸUB" charset="0"/>
                </a:rPr>
                <a:t>情報をお届け。</a:t>
              </a:r>
            </a:p>
          </p:txBody>
        </p:sp>
        <p:sp>
          <p:nvSpPr>
            <p:cNvPr id="22" name="タイトル 4">
              <a:extLst>
                <a:ext uri="{FF2B5EF4-FFF2-40B4-BE49-F238E27FC236}">
                  <a16:creationId xmlns:a16="http://schemas.microsoft.com/office/drawing/2014/main" id="{E05F27FE-BE0B-9D8F-82CF-C3B749CAA887}"/>
                </a:ext>
              </a:extLst>
            </p:cNvPr>
            <p:cNvSpPr txBox="1"/>
            <p:nvPr/>
          </p:nvSpPr>
          <p:spPr>
            <a:xfrm>
              <a:off x="552080" y="1267306"/>
              <a:ext cx="4473776" cy="492442"/>
            </a:xfrm>
            <a:prstGeom prst="rect">
              <a:avLst/>
            </a:prstGeom>
            <a:solidFill>
              <a:srgbClr val="7A9EAF"/>
            </a:solidFill>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508">
                  <a:solidFill>
                    <a:schemeClr val="bg1"/>
                  </a:solidFill>
                </a:rPr>
                <a:t>情報提供サービス</a:t>
              </a:r>
            </a:p>
          </p:txBody>
        </p:sp>
        <p:sp>
          <p:nvSpPr>
            <p:cNvPr id="23" name="テキスト ボックス 22">
              <a:extLst>
                <a:ext uri="{FF2B5EF4-FFF2-40B4-BE49-F238E27FC236}">
                  <a16:creationId xmlns:a16="http://schemas.microsoft.com/office/drawing/2014/main" id="{D9778504-00A0-0C43-FBC3-75556B2E3E87}"/>
                </a:ext>
              </a:extLst>
            </p:cNvPr>
            <p:cNvSpPr txBox="1"/>
            <p:nvPr/>
          </p:nvSpPr>
          <p:spPr>
            <a:xfrm>
              <a:off x="545405" y="2737760"/>
              <a:ext cx="4484911" cy="498167"/>
            </a:xfrm>
            <a:prstGeom prst="rect">
              <a:avLst/>
            </a:prstGeom>
            <a:noFill/>
          </p:spPr>
          <p:txBody>
            <a:bodyPr wrap="square" lIns="0" rIns="0" rtlCol="0">
              <a:spAutoFit/>
            </a:bodyPr>
            <a:lstStyle/>
            <a:p>
              <a:pPr algn="just"/>
              <a:r>
                <a:rPr lang="ja-JP" altLang="en-US" sz="1226">
                  <a:solidFill>
                    <a:srgbClr val="7A9EAF"/>
                  </a:solidFill>
                  <a:latin typeface="+mj-ea"/>
                  <a:ea typeface="+mj-ea"/>
                  <a:cs typeface="HGP創英角ｺﾞｼｯｸUB" charset="0"/>
                </a:rPr>
                <a:t>●</a:t>
              </a:r>
              <a:r>
                <a:rPr lang="en" altLang="ja-JP" sz="1226" err="1">
                  <a:solidFill>
                    <a:srgbClr val="595959"/>
                  </a:solidFill>
                  <a:latin typeface="+mj-ea"/>
                  <a:ea typeface="+mj-ea"/>
                  <a:cs typeface="HGP創英角ｺﾞｼｯｸUB" charset="0"/>
                </a:rPr>
                <a:t>MaiNet</a:t>
              </a:r>
              <a:endParaRPr lang="en" altLang="ja-JP" sz="1226">
                <a:solidFill>
                  <a:srgbClr val="595959"/>
                </a:solidFill>
                <a:latin typeface="+mj-ea"/>
                <a:ea typeface="+mj-ea"/>
                <a:cs typeface="HGP創英角ｺﾞｼｯｸUB" charset="0"/>
              </a:endParaRPr>
            </a:p>
            <a:p>
              <a:pPr algn="just"/>
              <a:r>
                <a:rPr lang="ja-JP" altLang="en-US" sz="1226">
                  <a:solidFill>
                    <a:srgbClr val="7A9EAF"/>
                  </a:solidFill>
                  <a:latin typeface="+mj-ea"/>
                  <a:ea typeface="+mj-ea"/>
                  <a:cs typeface="HGP創英角ｺﾞｼｯｸUB" charset="0"/>
                </a:rPr>
                <a:t>●</a:t>
              </a:r>
              <a:r>
                <a:rPr lang="ja-JP" altLang="en-US" sz="1226">
                  <a:solidFill>
                    <a:srgbClr val="595959"/>
                  </a:solidFill>
                  <a:latin typeface="+mj-ea"/>
                  <a:ea typeface="+mj-ea"/>
                  <a:cs typeface="HGP創英角ｺﾞｼｯｸUB" charset="0"/>
                </a:rPr>
                <a:t>市場情報の配信</a:t>
              </a:r>
            </a:p>
          </p:txBody>
        </p:sp>
      </p:grpSp>
      <p:grpSp>
        <p:nvGrpSpPr>
          <p:cNvPr id="24" name="グループ化 23">
            <a:extLst>
              <a:ext uri="{FF2B5EF4-FFF2-40B4-BE49-F238E27FC236}">
                <a16:creationId xmlns:a16="http://schemas.microsoft.com/office/drawing/2014/main" id="{8AF444ED-A56F-8C8C-F825-B8FE554FAF62}"/>
              </a:ext>
            </a:extLst>
          </p:cNvPr>
          <p:cNvGrpSpPr/>
          <p:nvPr/>
        </p:nvGrpSpPr>
        <p:grpSpPr>
          <a:xfrm>
            <a:off x="5339208" y="4255523"/>
            <a:ext cx="4227869" cy="1622846"/>
            <a:chOff x="545405" y="1267306"/>
            <a:chExt cx="4484911" cy="1721510"/>
          </a:xfrm>
        </p:grpSpPr>
        <p:sp>
          <p:nvSpPr>
            <p:cNvPr id="25" name="テキスト ボックス 24">
              <a:extLst>
                <a:ext uri="{FF2B5EF4-FFF2-40B4-BE49-F238E27FC236}">
                  <a16:creationId xmlns:a16="http://schemas.microsoft.com/office/drawing/2014/main" id="{626D5C31-3AF6-5C8C-0141-69BF3B89AC92}"/>
                </a:ext>
              </a:extLst>
            </p:cNvPr>
            <p:cNvSpPr txBox="1"/>
            <p:nvPr/>
          </p:nvSpPr>
          <p:spPr>
            <a:xfrm>
              <a:off x="545405" y="1933703"/>
              <a:ext cx="4484911" cy="498167"/>
            </a:xfrm>
            <a:prstGeom prst="rect">
              <a:avLst/>
            </a:prstGeom>
            <a:noFill/>
          </p:spPr>
          <p:txBody>
            <a:bodyPr wrap="square" lIns="0" rIns="0" rtlCol="0">
              <a:spAutoFit/>
            </a:bodyPr>
            <a:lstStyle/>
            <a:p>
              <a:pPr algn="just"/>
              <a:r>
                <a:rPr lang="ja-JP" altLang="en-US" sz="1226">
                  <a:solidFill>
                    <a:srgbClr val="7A9EAF"/>
                  </a:solidFill>
                  <a:latin typeface="+mj-ea"/>
                  <a:ea typeface="+mj-ea"/>
                  <a:cs typeface="HGP創英角ｺﾞｼｯｸUB" charset="0"/>
                </a:rPr>
                <a:t>お客さまのニーズに応じた</a:t>
              </a:r>
              <a:endParaRPr lang="en-US" altLang="ja-JP" sz="1226">
                <a:solidFill>
                  <a:srgbClr val="7A9EAF"/>
                </a:solidFill>
                <a:latin typeface="+mj-ea"/>
                <a:ea typeface="+mj-ea"/>
                <a:cs typeface="HGP創英角ｺﾞｼｯｸUB" charset="0"/>
              </a:endParaRPr>
            </a:p>
            <a:p>
              <a:pPr algn="just"/>
              <a:r>
                <a:rPr lang="ja-JP" altLang="en-US" sz="1226">
                  <a:solidFill>
                    <a:srgbClr val="7A9EAF"/>
                  </a:solidFill>
                  <a:latin typeface="+mj-ea"/>
                  <a:ea typeface="+mj-ea"/>
                  <a:cs typeface="HGP創英角ｺﾞｼｯｸUB" charset="0"/>
                </a:rPr>
                <a:t>サービスの提供。</a:t>
              </a:r>
            </a:p>
          </p:txBody>
        </p:sp>
        <p:sp>
          <p:nvSpPr>
            <p:cNvPr id="26" name="タイトル 4">
              <a:extLst>
                <a:ext uri="{FF2B5EF4-FFF2-40B4-BE49-F238E27FC236}">
                  <a16:creationId xmlns:a16="http://schemas.microsoft.com/office/drawing/2014/main" id="{914A7D8B-BE35-D36B-CD9A-08833AA18B3C}"/>
                </a:ext>
              </a:extLst>
            </p:cNvPr>
            <p:cNvSpPr txBox="1"/>
            <p:nvPr/>
          </p:nvSpPr>
          <p:spPr>
            <a:xfrm>
              <a:off x="552080" y="1267306"/>
              <a:ext cx="4473776" cy="492442"/>
            </a:xfrm>
            <a:prstGeom prst="rect">
              <a:avLst/>
            </a:prstGeom>
            <a:solidFill>
              <a:srgbClr val="7A9EAF"/>
            </a:solidFill>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508">
                  <a:solidFill>
                    <a:schemeClr val="bg1"/>
                  </a:solidFill>
                </a:rPr>
                <a:t>その他、付加価値サービス</a:t>
              </a:r>
            </a:p>
          </p:txBody>
        </p:sp>
        <p:sp>
          <p:nvSpPr>
            <p:cNvPr id="27" name="テキスト ボックス 26">
              <a:extLst>
                <a:ext uri="{FF2B5EF4-FFF2-40B4-BE49-F238E27FC236}">
                  <a16:creationId xmlns:a16="http://schemas.microsoft.com/office/drawing/2014/main" id="{D395FACF-6D75-1842-5F29-AA1BF807AB78}"/>
                </a:ext>
              </a:extLst>
            </p:cNvPr>
            <p:cNvSpPr txBox="1"/>
            <p:nvPr/>
          </p:nvSpPr>
          <p:spPr>
            <a:xfrm>
              <a:off x="545405" y="2490649"/>
              <a:ext cx="4484911" cy="498167"/>
            </a:xfrm>
            <a:prstGeom prst="rect">
              <a:avLst/>
            </a:prstGeom>
            <a:noFill/>
          </p:spPr>
          <p:txBody>
            <a:bodyPr wrap="square" lIns="0" rIns="0" rtlCol="0">
              <a:spAutoFit/>
            </a:bodyPr>
            <a:lstStyle/>
            <a:p>
              <a:pPr algn="just"/>
              <a:r>
                <a:rPr lang="ja-JP" altLang="en-US" sz="1226">
                  <a:solidFill>
                    <a:srgbClr val="7A9EAF"/>
                  </a:solidFill>
                  <a:latin typeface="+mj-ea"/>
                  <a:ea typeface="+mj-ea"/>
                  <a:cs typeface="HGP創英角ｺﾞｼｯｸUB" charset="0"/>
                </a:rPr>
                <a:t>●</a:t>
              </a:r>
              <a:r>
                <a:rPr lang="ja-JP" altLang="en-US" sz="1226">
                  <a:solidFill>
                    <a:srgbClr val="595959"/>
                  </a:solidFill>
                  <a:latin typeface="+mj-ea"/>
                  <a:ea typeface="+mj-ea"/>
                  <a:cs typeface="HGP創英角ｺﾞｼｯｸUB" charset="0"/>
                </a:rPr>
                <a:t>余裕資金の運用（余資運用ファンド）　　</a:t>
              </a:r>
            </a:p>
            <a:p>
              <a:pPr algn="just"/>
              <a:r>
                <a:rPr lang="ja-JP" altLang="en-US" sz="1226">
                  <a:solidFill>
                    <a:srgbClr val="7A9EAF"/>
                  </a:solidFill>
                  <a:latin typeface="+mj-ea"/>
                  <a:ea typeface="+mj-ea"/>
                  <a:cs typeface="HGP創英角ｺﾞｼｯｸUB" charset="0"/>
                </a:rPr>
                <a:t>●</a:t>
              </a:r>
              <a:r>
                <a:rPr lang="ja-JP" altLang="en-US" sz="1226">
                  <a:solidFill>
                    <a:srgbClr val="595959"/>
                  </a:solidFill>
                  <a:latin typeface="+mj-ea"/>
                  <a:ea typeface="+mj-ea"/>
                  <a:cs typeface="HGP創英角ｺﾞｼｯｸUB" charset="0"/>
                </a:rPr>
                <a:t>デリバティブ担保管理サービス</a:t>
              </a:r>
            </a:p>
          </p:txBody>
        </p:sp>
      </p:grpSp>
    </p:spTree>
    <p:extLst>
      <p:ext uri="{BB962C8B-B14F-4D97-AF65-F5344CB8AC3E}">
        <p14:creationId xmlns:p14="http://schemas.microsoft.com/office/powerpoint/2010/main" val="3427716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図形, 円&#10;&#10;自動的に生成された説明">
            <a:extLst>
              <a:ext uri="{FF2B5EF4-FFF2-40B4-BE49-F238E27FC236}">
                <a16:creationId xmlns:a16="http://schemas.microsoft.com/office/drawing/2014/main" id="{88911EB9-3C35-860F-F154-71F392CB4714}"/>
              </a:ext>
            </a:extLst>
          </p:cNvPr>
          <p:cNvPicPr>
            <a:picLocks noChangeAspect="1"/>
          </p:cNvPicPr>
          <p:nvPr/>
        </p:nvPicPr>
        <p:blipFill>
          <a:blip r:embed="rId2"/>
          <a:stretch>
            <a:fillRect/>
          </a:stretch>
        </p:blipFill>
        <p:spPr>
          <a:xfrm>
            <a:off x="6685364" y="-4743"/>
            <a:ext cx="3393675" cy="3393675"/>
          </a:xfrm>
          <a:prstGeom prst="rect">
            <a:avLst/>
          </a:prstGeom>
        </p:spPr>
      </p:pic>
      <p:sp>
        <p:nvSpPr>
          <p:cNvPr id="2" name="スライド番号プレースホルダー 1">
            <a:extLst>
              <a:ext uri="{FF2B5EF4-FFF2-40B4-BE49-F238E27FC236}">
                <a16:creationId xmlns:a16="http://schemas.microsoft.com/office/drawing/2014/main" id="{8C62D85A-64A2-837E-3F6F-BA9924A18726}"/>
              </a:ext>
            </a:extLst>
          </p:cNvPr>
          <p:cNvSpPr>
            <a:spLocks noGrp="1"/>
          </p:cNvSpPr>
          <p:nvPr>
            <p:ph type="sldNum" sz="quarter" idx="10"/>
          </p:nvPr>
        </p:nvSpPr>
        <p:spPr/>
        <p:txBody>
          <a:bodyPr/>
          <a:lstStyle/>
          <a:p>
            <a:fld id="{9BF854DB-42D3-EE44-9486-1E8138C63EFC}" type="slidenum">
              <a:rPr lang="ja-JP" altLang="en-US" smtClean="0"/>
              <a:pPr/>
              <a:t>10</a:t>
            </a:fld>
            <a:endParaRPr lang="ja-JP" altLang="en-US"/>
          </a:p>
        </p:txBody>
      </p:sp>
      <p:sp>
        <p:nvSpPr>
          <p:cNvPr id="3" name="タイトル 1">
            <a:extLst>
              <a:ext uri="{FF2B5EF4-FFF2-40B4-BE49-F238E27FC236}">
                <a16:creationId xmlns:a16="http://schemas.microsoft.com/office/drawing/2014/main" id="{84D28E6A-7F03-759A-1E87-75A06B40837B}"/>
              </a:ext>
            </a:extLst>
          </p:cNvPr>
          <p:cNvSpPr txBox="1">
            <a:spLocks/>
          </p:cNvSpPr>
          <p:nvPr/>
        </p:nvSpPr>
        <p:spPr>
          <a:xfrm>
            <a:off x="327822" y="618767"/>
            <a:ext cx="9352365" cy="437815"/>
          </a:xfrm>
          <a:prstGeom prst="rect">
            <a:avLst/>
          </a:prstGeom>
        </p:spPr>
        <p:txBody>
          <a:bodyPr>
            <a:noAutofit/>
          </a:bodyP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r>
              <a:rPr lang="ja-JP" altLang="en-US" sz="2000"/>
              <a:t>事業について </a:t>
            </a:r>
            <a:r>
              <a:rPr lang="en-US" altLang="ja-JP" sz="2000"/>
              <a:t>| </a:t>
            </a:r>
            <a:r>
              <a:rPr lang="ja-JP" altLang="en-US" sz="2000"/>
              <a:t>資産管理サービス</a:t>
            </a:r>
          </a:p>
        </p:txBody>
      </p:sp>
      <p:cxnSp>
        <p:nvCxnSpPr>
          <p:cNvPr id="4" name="直線コネクタ 3">
            <a:extLst>
              <a:ext uri="{FF2B5EF4-FFF2-40B4-BE49-F238E27FC236}">
                <a16:creationId xmlns:a16="http://schemas.microsoft.com/office/drawing/2014/main" id="{5B74B43F-C7CE-36D2-7709-2138D57FCBF3}"/>
              </a:ext>
            </a:extLst>
          </p:cNvPr>
          <p:cNvCxnSpPr>
            <a:cxnSpLocks/>
          </p:cNvCxnSpPr>
          <p:nvPr/>
        </p:nvCxnSpPr>
        <p:spPr>
          <a:xfrm>
            <a:off x="417668" y="1123606"/>
            <a:ext cx="926251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正方形/長方形 5">
            <a:extLst>
              <a:ext uri="{FF2B5EF4-FFF2-40B4-BE49-F238E27FC236}">
                <a16:creationId xmlns:a16="http://schemas.microsoft.com/office/drawing/2014/main" id="{D1D09C67-B7A2-D334-6465-12ADB92CE6F4}"/>
              </a:ext>
            </a:extLst>
          </p:cNvPr>
          <p:cNvSpPr/>
          <p:nvPr/>
        </p:nvSpPr>
        <p:spPr>
          <a:xfrm>
            <a:off x="1933311" y="4430223"/>
            <a:ext cx="5530292" cy="1234970"/>
          </a:xfrm>
          <a:prstGeom prst="rect">
            <a:avLst/>
          </a:prstGeom>
          <a:solidFill>
            <a:srgbClr val="FF2600">
              <a:alpha val="104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885">
              <a:solidFill>
                <a:schemeClr val="accent4"/>
              </a:solidFill>
              <a:latin typeface="+mn-ea"/>
            </a:endParaRPr>
          </a:p>
        </p:txBody>
      </p:sp>
      <p:sp>
        <p:nvSpPr>
          <p:cNvPr id="7" name="正方形/長方形 6">
            <a:extLst>
              <a:ext uri="{FF2B5EF4-FFF2-40B4-BE49-F238E27FC236}">
                <a16:creationId xmlns:a16="http://schemas.microsoft.com/office/drawing/2014/main" id="{D4126E6D-F5E6-6579-319F-47BE9FA21A40}"/>
              </a:ext>
            </a:extLst>
          </p:cNvPr>
          <p:cNvSpPr/>
          <p:nvPr/>
        </p:nvSpPr>
        <p:spPr>
          <a:xfrm>
            <a:off x="514148" y="2866295"/>
            <a:ext cx="9050740" cy="135718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885">
              <a:solidFill>
                <a:schemeClr val="accent4"/>
              </a:solidFill>
              <a:latin typeface="+mn-ea"/>
            </a:endParaRPr>
          </a:p>
        </p:txBody>
      </p:sp>
      <p:cxnSp>
        <p:nvCxnSpPr>
          <p:cNvPr id="8" name="直線コネクタ 7">
            <a:extLst>
              <a:ext uri="{FF2B5EF4-FFF2-40B4-BE49-F238E27FC236}">
                <a16:creationId xmlns:a16="http://schemas.microsoft.com/office/drawing/2014/main" id="{8B64D74A-11E5-4494-3195-803AC5B50B4D}"/>
              </a:ext>
            </a:extLst>
          </p:cNvPr>
          <p:cNvCxnSpPr>
            <a:cxnSpLocks/>
            <a:stCxn id="16" idx="6"/>
            <a:endCxn id="20" idx="2"/>
          </p:cNvCxnSpPr>
          <p:nvPr/>
        </p:nvCxnSpPr>
        <p:spPr bwMode="auto">
          <a:xfrm>
            <a:off x="2070122" y="3591559"/>
            <a:ext cx="5919604" cy="0"/>
          </a:xfrm>
          <a:prstGeom prst="line">
            <a:avLst/>
          </a:prstGeom>
          <a:ln w="9525">
            <a:solidFill>
              <a:schemeClr val="accent4"/>
            </a:solidFill>
            <a:headEnd type="none" w="med" len="med"/>
            <a:tailEnd type="none" w="med" len="med"/>
          </a:ln>
        </p:spPr>
        <p:style>
          <a:lnRef idx="1">
            <a:schemeClr val="accent4"/>
          </a:lnRef>
          <a:fillRef idx="0">
            <a:schemeClr val="accent4"/>
          </a:fillRef>
          <a:effectRef idx="0">
            <a:schemeClr val="accent4"/>
          </a:effectRef>
          <a:fontRef idx="minor">
            <a:schemeClr val="tx1"/>
          </a:fontRef>
        </p:style>
      </p:cxnSp>
      <p:pic>
        <p:nvPicPr>
          <p:cNvPr id="9" name="図 8">
            <a:extLst>
              <a:ext uri="{FF2B5EF4-FFF2-40B4-BE49-F238E27FC236}">
                <a16:creationId xmlns:a16="http://schemas.microsoft.com/office/drawing/2014/main" id="{05B2C6D0-9AC9-729F-4868-19871C456E5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9522" b="7331"/>
          <a:stretch/>
        </p:blipFill>
        <p:spPr>
          <a:xfrm>
            <a:off x="514148" y="1441121"/>
            <a:ext cx="1570080" cy="1096494"/>
          </a:xfrm>
          <a:prstGeom prst="rect">
            <a:avLst/>
          </a:prstGeom>
          <a:effectLst>
            <a:reflection stA="20000" endPos="20000" dist="50800" dir="5400000" sy="-100000" algn="bl" rotWithShape="0"/>
          </a:effectLst>
        </p:spPr>
      </p:pic>
      <p:sp>
        <p:nvSpPr>
          <p:cNvPr id="10" name="テキスト ボックス 9">
            <a:extLst>
              <a:ext uri="{FF2B5EF4-FFF2-40B4-BE49-F238E27FC236}">
                <a16:creationId xmlns:a16="http://schemas.microsoft.com/office/drawing/2014/main" id="{7E85DD71-2A62-014A-38FA-183887F1AACA}"/>
              </a:ext>
            </a:extLst>
          </p:cNvPr>
          <p:cNvSpPr txBox="1"/>
          <p:nvPr/>
        </p:nvSpPr>
        <p:spPr>
          <a:xfrm>
            <a:off x="2260106" y="1884807"/>
            <a:ext cx="7304783" cy="658257"/>
          </a:xfrm>
          <a:prstGeom prst="rect">
            <a:avLst/>
          </a:prstGeom>
          <a:noFill/>
        </p:spPr>
        <p:txBody>
          <a:bodyPr wrap="square" lIns="0" rIns="0" rtlCol="0">
            <a:spAutoFit/>
          </a:bodyPr>
          <a:lstStyle/>
          <a:p>
            <a:r>
              <a:rPr lang="ja-JP" altLang="en-US" sz="1226">
                <a:solidFill>
                  <a:srgbClr val="7A9EAF"/>
                </a:solidFill>
                <a:latin typeface="+mj-ea"/>
                <a:ea typeface="+mj-ea"/>
                <a:cs typeface="HGP創英角ｺﾞｼｯｸUB" charset="0"/>
              </a:rPr>
              <a:t>お客さまとの契約に基づき、お預かりした有価証券の管理を行う。</a:t>
            </a:r>
            <a:br>
              <a:rPr lang="ja-JP" altLang="en-US" sz="1226">
                <a:solidFill>
                  <a:srgbClr val="7A9EAF"/>
                </a:solidFill>
                <a:latin typeface="+mj-ea"/>
                <a:ea typeface="+mj-ea"/>
                <a:cs typeface="HGP創英角ｺﾞｼｯｸUB" charset="0"/>
              </a:rPr>
            </a:br>
            <a:r>
              <a:rPr lang="ja-JP" altLang="en-US" sz="1226">
                <a:solidFill>
                  <a:srgbClr val="7A9EAF"/>
                </a:solidFill>
                <a:latin typeface="+mj-ea"/>
                <a:ea typeface="+mj-ea"/>
                <a:cs typeface="HGP創英角ｺﾞｼｯｸUB" charset="0"/>
              </a:rPr>
              <a:t>決済の代理、配当金の代理受領、議決権行使指図受領書の代理受領、</a:t>
            </a:r>
          </a:p>
          <a:p>
            <a:r>
              <a:rPr lang="ja-JP" altLang="en-US" sz="1226">
                <a:solidFill>
                  <a:srgbClr val="7A9EAF"/>
                </a:solidFill>
                <a:latin typeface="+mj-ea"/>
                <a:ea typeface="+mj-ea"/>
                <a:cs typeface="HGP創英角ｺﾞｼｯｸUB" charset="0"/>
              </a:rPr>
              <a:t>ディスクローズ情報の提供、その他オプションサービスなど、有価証券に関するサービスを提供。</a:t>
            </a:r>
          </a:p>
        </p:txBody>
      </p:sp>
      <p:sp>
        <p:nvSpPr>
          <p:cNvPr id="11" name="タイトル 4">
            <a:extLst>
              <a:ext uri="{FF2B5EF4-FFF2-40B4-BE49-F238E27FC236}">
                <a16:creationId xmlns:a16="http://schemas.microsoft.com/office/drawing/2014/main" id="{4E8B72E5-CE7E-FAFD-F56B-EB7839C73FB2}"/>
              </a:ext>
            </a:extLst>
          </p:cNvPr>
          <p:cNvSpPr txBox="1"/>
          <p:nvPr/>
        </p:nvSpPr>
        <p:spPr>
          <a:xfrm>
            <a:off x="2266496" y="1441120"/>
            <a:ext cx="7298392" cy="363542"/>
          </a:xfrm>
          <a:prstGeom prst="rect">
            <a:avLst/>
          </a:prstGeom>
          <a:solidFill>
            <a:srgbClr val="7A9EAF"/>
          </a:solidFill>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r>
              <a:rPr lang="en-US" altLang="ja-JP" sz="1508">
                <a:solidFill>
                  <a:schemeClr val="bg1"/>
                </a:solidFill>
              </a:rPr>
              <a:t> </a:t>
            </a:r>
            <a:r>
              <a:rPr lang="ja-JP" altLang="en-US" sz="1508">
                <a:solidFill>
                  <a:schemeClr val="bg1"/>
                </a:solidFill>
              </a:rPr>
              <a:t>資産管理サービス</a:t>
            </a:r>
          </a:p>
        </p:txBody>
      </p:sp>
      <p:grpSp>
        <p:nvGrpSpPr>
          <p:cNvPr id="13" name="グループ化 12">
            <a:extLst>
              <a:ext uri="{FF2B5EF4-FFF2-40B4-BE49-F238E27FC236}">
                <a16:creationId xmlns:a16="http://schemas.microsoft.com/office/drawing/2014/main" id="{9E645678-FEB5-7240-2E14-4F39F9E793E7}"/>
              </a:ext>
            </a:extLst>
          </p:cNvPr>
          <p:cNvGrpSpPr/>
          <p:nvPr/>
        </p:nvGrpSpPr>
        <p:grpSpPr>
          <a:xfrm>
            <a:off x="929502" y="3109946"/>
            <a:ext cx="1312231" cy="963227"/>
            <a:chOff x="534447" y="2612491"/>
            <a:chExt cx="1392011" cy="1021788"/>
          </a:xfrm>
        </p:grpSpPr>
        <p:grpSp>
          <p:nvGrpSpPr>
            <p:cNvPr id="14" name="グループ化 13">
              <a:extLst>
                <a:ext uri="{FF2B5EF4-FFF2-40B4-BE49-F238E27FC236}">
                  <a16:creationId xmlns:a16="http://schemas.microsoft.com/office/drawing/2014/main" id="{0597A5E5-F7B3-EC1F-BCB0-1F2A36378898}"/>
                </a:ext>
              </a:extLst>
            </p:cNvPr>
            <p:cNvGrpSpPr/>
            <p:nvPr/>
          </p:nvGrpSpPr>
          <p:grpSpPr>
            <a:xfrm>
              <a:off x="534447" y="2612491"/>
              <a:ext cx="1392011" cy="1021788"/>
              <a:chOff x="991634" y="4166614"/>
              <a:chExt cx="2577373" cy="1891889"/>
            </a:xfrm>
          </p:grpSpPr>
          <p:sp>
            <p:nvSpPr>
              <p:cNvPr id="16" name="円/楕円 11">
                <a:extLst>
                  <a:ext uri="{FF2B5EF4-FFF2-40B4-BE49-F238E27FC236}">
                    <a16:creationId xmlns:a16="http://schemas.microsoft.com/office/drawing/2014/main" id="{1720DA7C-3480-3CA7-9FC2-B7C02FEB5B28}"/>
                  </a:ext>
                </a:extLst>
              </p:cNvPr>
              <p:cNvSpPr/>
              <p:nvPr/>
            </p:nvSpPr>
            <p:spPr>
              <a:xfrm>
                <a:off x="1340055" y="4166614"/>
                <a:ext cx="1891889" cy="1891889"/>
              </a:xfrm>
              <a:prstGeom prst="ellipse">
                <a:avLst/>
              </a:prstGeom>
              <a:solidFill>
                <a:schemeClr val="bg1"/>
              </a:solidFill>
              <a:ln w="2222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37"/>
              </a:p>
            </p:txBody>
          </p:sp>
          <p:sp>
            <p:nvSpPr>
              <p:cNvPr id="17" name="タイトル 4">
                <a:extLst>
                  <a:ext uri="{FF2B5EF4-FFF2-40B4-BE49-F238E27FC236}">
                    <a16:creationId xmlns:a16="http://schemas.microsoft.com/office/drawing/2014/main" id="{DCE8BF3E-CD67-8E0D-FD57-D06C40DB62B0}"/>
                  </a:ext>
                </a:extLst>
              </p:cNvPr>
              <p:cNvSpPr txBox="1"/>
              <p:nvPr/>
            </p:nvSpPr>
            <p:spPr>
              <a:xfrm>
                <a:off x="991634" y="5344717"/>
                <a:ext cx="2577373" cy="374464"/>
              </a:xfrm>
              <a:prstGeom prst="rect">
                <a:avLst/>
              </a:prstGeom>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508">
                    <a:solidFill>
                      <a:schemeClr val="accent4"/>
                    </a:solidFill>
                  </a:rPr>
                  <a:t>お客様</a:t>
                </a:r>
              </a:p>
            </p:txBody>
          </p:sp>
        </p:grpSp>
        <p:pic>
          <p:nvPicPr>
            <p:cNvPr id="15" name="図 14">
              <a:extLst>
                <a:ext uri="{FF2B5EF4-FFF2-40B4-BE49-F238E27FC236}">
                  <a16:creationId xmlns:a16="http://schemas.microsoft.com/office/drawing/2014/main" id="{536E6C75-FDD9-E715-AC3B-EE51F1AF604D}"/>
                </a:ext>
              </a:extLst>
            </p:cNvPr>
            <p:cNvPicPr>
              <a:picLocks noChangeAspect="1"/>
            </p:cNvPicPr>
            <p:nvPr/>
          </p:nvPicPr>
          <p:blipFill>
            <a:blip r:embed="rId4"/>
            <a:stretch>
              <a:fillRect/>
            </a:stretch>
          </p:blipFill>
          <p:spPr>
            <a:xfrm>
              <a:off x="983016" y="2781603"/>
              <a:ext cx="494872" cy="416734"/>
            </a:xfrm>
            <a:prstGeom prst="rect">
              <a:avLst/>
            </a:prstGeom>
          </p:spPr>
        </p:pic>
      </p:grpSp>
      <p:sp>
        <p:nvSpPr>
          <p:cNvPr id="18" name="タイトル 4">
            <a:extLst>
              <a:ext uri="{FF2B5EF4-FFF2-40B4-BE49-F238E27FC236}">
                <a16:creationId xmlns:a16="http://schemas.microsoft.com/office/drawing/2014/main" id="{4CEBDD38-A94D-1CFF-E093-25C06661E156}"/>
              </a:ext>
            </a:extLst>
          </p:cNvPr>
          <p:cNvSpPr txBox="1"/>
          <p:nvPr/>
        </p:nvSpPr>
        <p:spPr>
          <a:xfrm>
            <a:off x="3076948" y="2672273"/>
            <a:ext cx="3925139" cy="317244"/>
          </a:xfrm>
          <a:prstGeom prst="rect">
            <a:avLst/>
          </a:prstGeom>
          <a:solidFill>
            <a:schemeClr val="bg1"/>
          </a:solidFill>
          <a:ln>
            <a:solidFill>
              <a:schemeClr val="accent4"/>
            </a:solid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414">
                <a:solidFill>
                  <a:schemeClr val="accent4"/>
                </a:solidFill>
              </a:rPr>
              <a:t>サービス例：証券信託・年金信託</a:t>
            </a:r>
          </a:p>
        </p:txBody>
      </p:sp>
      <p:sp>
        <p:nvSpPr>
          <p:cNvPr id="19" name="円/楕円 21">
            <a:extLst>
              <a:ext uri="{FF2B5EF4-FFF2-40B4-BE49-F238E27FC236}">
                <a16:creationId xmlns:a16="http://schemas.microsoft.com/office/drawing/2014/main" id="{DA5D230D-6757-7975-18AE-FA47528D893C}"/>
              </a:ext>
            </a:extLst>
          </p:cNvPr>
          <p:cNvSpPr/>
          <p:nvPr/>
        </p:nvSpPr>
        <p:spPr>
          <a:xfrm>
            <a:off x="2680618" y="3109946"/>
            <a:ext cx="963228" cy="963227"/>
          </a:xfrm>
          <a:prstGeom prst="ellipse">
            <a:avLst/>
          </a:prstGeom>
          <a:solidFill>
            <a:schemeClr val="accent4"/>
          </a:solidFill>
          <a:ln w="2222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26"/>
              <a:t>企業年金基金</a:t>
            </a:r>
          </a:p>
        </p:txBody>
      </p:sp>
      <p:sp>
        <p:nvSpPr>
          <p:cNvPr id="20" name="円/楕円 26">
            <a:extLst>
              <a:ext uri="{FF2B5EF4-FFF2-40B4-BE49-F238E27FC236}">
                <a16:creationId xmlns:a16="http://schemas.microsoft.com/office/drawing/2014/main" id="{8DAC7327-8DCA-93AB-5519-220586FCB13A}"/>
              </a:ext>
            </a:extLst>
          </p:cNvPr>
          <p:cNvSpPr/>
          <p:nvPr/>
        </p:nvSpPr>
        <p:spPr>
          <a:xfrm>
            <a:off x="7989727" y="3109946"/>
            <a:ext cx="963228" cy="963227"/>
          </a:xfrm>
          <a:prstGeom prst="ellipse">
            <a:avLst/>
          </a:prstGeom>
          <a:solidFill>
            <a:schemeClr val="accent4"/>
          </a:solidFill>
          <a:ln w="2222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26"/>
              <a:t>公的</a:t>
            </a:r>
            <a:endParaRPr lang="en-US" altLang="ja-JP" sz="1226"/>
          </a:p>
          <a:p>
            <a:pPr algn="ctr"/>
            <a:r>
              <a:rPr lang="ja-JP" altLang="en-US" sz="1226"/>
              <a:t>年金</a:t>
            </a:r>
          </a:p>
        </p:txBody>
      </p:sp>
      <p:grpSp>
        <p:nvGrpSpPr>
          <p:cNvPr id="21" name="グループ化 20">
            <a:extLst>
              <a:ext uri="{FF2B5EF4-FFF2-40B4-BE49-F238E27FC236}">
                <a16:creationId xmlns:a16="http://schemas.microsoft.com/office/drawing/2014/main" id="{4C28DCDC-3B1D-2145-B04D-8DAB76A08BC3}"/>
              </a:ext>
            </a:extLst>
          </p:cNvPr>
          <p:cNvGrpSpPr/>
          <p:nvPr/>
        </p:nvGrpSpPr>
        <p:grpSpPr>
          <a:xfrm>
            <a:off x="4257470" y="3109946"/>
            <a:ext cx="1312231" cy="963227"/>
            <a:chOff x="4441606" y="2865012"/>
            <a:chExt cx="1392011" cy="1021788"/>
          </a:xfrm>
        </p:grpSpPr>
        <p:sp>
          <p:nvSpPr>
            <p:cNvPr id="22" name="円/楕円 22">
              <a:extLst>
                <a:ext uri="{FF2B5EF4-FFF2-40B4-BE49-F238E27FC236}">
                  <a16:creationId xmlns:a16="http://schemas.microsoft.com/office/drawing/2014/main" id="{A25ACFAC-5328-385A-0E58-5CD1F87C7B79}"/>
                </a:ext>
              </a:extLst>
            </p:cNvPr>
            <p:cNvSpPr/>
            <p:nvPr/>
          </p:nvSpPr>
          <p:spPr>
            <a:xfrm>
              <a:off x="4626718" y="2865012"/>
              <a:ext cx="1021789" cy="1021788"/>
            </a:xfrm>
            <a:prstGeom prst="ellipse">
              <a:avLst/>
            </a:prstGeom>
            <a:solidFill>
              <a:schemeClr val="accent4"/>
            </a:solidFill>
            <a:ln w="2222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226"/>
            </a:p>
          </p:txBody>
        </p:sp>
        <p:sp>
          <p:nvSpPr>
            <p:cNvPr id="23" name="タイトル 4">
              <a:extLst>
                <a:ext uri="{FF2B5EF4-FFF2-40B4-BE49-F238E27FC236}">
                  <a16:creationId xmlns:a16="http://schemas.microsoft.com/office/drawing/2014/main" id="{2ABEA483-5D6B-7B80-2A43-874BC9E23EEB}"/>
                </a:ext>
              </a:extLst>
            </p:cNvPr>
            <p:cNvSpPr txBox="1"/>
            <p:nvPr/>
          </p:nvSpPr>
          <p:spPr>
            <a:xfrm>
              <a:off x="4441606" y="3248614"/>
              <a:ext cx="1392011" cy="202244"/>
            </a:xfrm>
            <a:prstGeom prst="rect">
              <a:avLst/>
            </a:prstGeom>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226">
                  <a:solidFill>
                    <a:schemeClr val="bg1"/>
                  </a:solidFill>
                </a:rPr>
                <a:t>金融法人・</a:t>
              </a:r>
              <a:endParaRPr lang="en-US" altLang="ja-JP" sz="1226">
                <a:solidFill>
                  <a:schemeClr val="bg1"/>
                </a:solidFill>
              </a:endParaRPr>
            </a:p>
            <a:p>
              <a:pPr algn="ctr"/>
              <a:r>
                <a:rPr lang="ja-JP" altLang="en-US" sz="1226">
                  <a:solidFill>
                    <a:schemeClr val="bg1"/>
                  </a:solidFill>
                </a:rPr>
                <a:t>共済組合等</a:t>
              </a:r>
            </a:p>
          </p:txBody>
        </p:sp>
      </p:grpSp>
      <p:grpSp>
        <p:nvGrpSpPr>
          <p:cNvPr id="24" name="グループ化 23">
            <a:extLst>
              <a:ext uri="{FF2B5EF4-FFF2-40B4-BE49-F238E27FC236}">
                <a16:creationId xmlns:a16="http://schemas.microsoft.com/office/drawing/2014/main" id="{3CB5E57C-9D07-BD03-701B-F8A6874BF8BA}"/>
              </a:ext>
            </a:extLst>
          </p:cNvPr>
          <p:cNvGrpSpPr/>
          <p:nvPr/>
        </p:nvGrpSpPr>
        <p:grpSpPr>
          <a:xfrm>
            <a:off x="6036348" y="3109946"/>
            <a:ext cx="1312231" cy="963227"/>
            <a:chOff x="6359616" y="2865012"/>
            <a:chExt cx="1392011" cy="1021788"/>
          </a:xfrm>
        </p:grpSpPr>
        <p:sp>
          <p:nvSpPr>
            <p:cNvPr id="25" name="円/楕円 23">
              <a:extLst>
                <a:ext uri="{FF2B5EF4-FFF2-40B4-BE49-F238E27FC236}">
                  <a16:creationId xmlns:a16="http://schemas.microsoft.com/office/drawing/2014/main" id="{FB935FF7-12FD-E4E5-E170-2B7132234C5A}"/>
                </a:ext>
              </a:extLst>
            </p:cNvPr>
            <p:cNvSpPr/>
            <p:nvPr/>
          </p:nvSpPr>
          <p:spPr>
            <a:xfrm>
              <a:off x="6551098" y="2865012"/>
              <a:ext cx="1021789" cy="1021788"/>
            </a:xfrm>
            <a:prstGeom prst="ellipse">
              <a:avLst/>
            </a:prstGeom>
            <a:solidFill>
              <a:schemeClr val="accent4"/>
            </a:solidFill>
            <a:ln w="2222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226"/>
            </a:p>
          </p:txBody>
        </p:sp>
        <p:sp>
          <p:nvSpPr>
            <p:cNvPr id="26" name="タイトル 4">
              <a:extLst>
                <a:ext uri="{FF2B5EF4-FFF2-40B4-BE49-F238E27FC236}">
                  <a16:creationId xmlns:a16="http://schemas.microsoft.com/office/drawing/2014/main" id="{47A0E52E-F979-3B32-BF2E-A37A5FC9DAB5}"/>
                </a:ext>
              </a:extLst>
            </p:cNvPr>
            <p:cNvSpPr txBox="1"/>
            <p:nvPr/>
          </p:nvSpPr>
          <p:spPr>
            <a:xfrm>
              <a:off x="6359616" y="3282067"/>
              <a:ext cx="1392011" cy="202244"/>
            </a:xfrm>
            <a:prstGeom prst="rect">
              <a:avLst/>
            </a:prstGeom>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226">
                  <a:solidFill>
                    <a:schemeClr val="bg1"/>
                  </a:solidFill>
                </a:rPr>
                <a:t>投信委託</a:t>
              </a:r>
              <a:endParaRPr lang="en-US" altLang="ja-JP" sz="1226">
                <a:solidFill>
                  <a:schemeClr val="bg1"/>
                </a:solidFill>
              </a:endParaRPr>
            </a:p>
            <a:p>
              <a:pPr algn="ctr"/>
              <a:r>
                <a:rPr lang="ja-JP" altLang="en-US" sz="1226">
                  <a:solidFill>
                    <a:schemeClr val="bg1"/>
                  </a:solidFill>
                </a:rPr>
                <a:t>会社</a:t>
              </a:r>
            </a:p>
          </p:txBody>
        </p:sp>
      </p:grpSp>
      <p:sp>
        <p:nvSpPr>
          <p:cNvPr id="27" name="正方形/長方形 26">
            <a:extLst>
              <a:ext uri="{FF2B5EF4-FFF2-40B4-BE49-F238E27FC236}">
                <a16:creationId xmlns:a16="http://schemas.microsoft.com/office/drawing/2014/main" id="{D960B240-562B-1BA7-80CC-15B199B5328A}"/>
              </a:ext>
            </a:extLst>
          </p:cNvPr>
          <p:cNvSpPr/>
          <p:nvPr/>
        </p:nvSpPr>
        <p:spPr>
          <a:xfrm>
            <a:off x="520969" y="4430223"/>
            <a:ext cx="2863933" cy="1234970"/>
          </a:xfrm>
          <a:prstGeom prst="rect">
            <a:avLst/>
          </a:prstGeom>
          <a:solidFill>
            <a:schemeClr val="accent4">
              <a:alpha val="21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885">
              <a:solidFill>
                <a:schemeClr val="accent4"/>
              </a:solidFill>
              <a:latin typeface="+mn-ea"/>
            </a:endParaRPr>
          </a:p>
        </p:txBody>
      </p:sp>
      <p:sp>
        <p:nvSpPr>
          <p:cNvPr id="28" name="タイトル 4">
            <a:extLst>
              <a:ext uri="{FF2B5EF4-FFF2-40B4-BE49-F238E27FC236}">
                <a16:creationId xmlns:a16="http://schemas.microsoft.com/office/drawing/2014/main" id="{BF542DED-1C68-EF13-5585-70EDEFC2A5AE}"/>
              </a:ext>
            </a:extLst>
          </p:cNvPr>
          <p:cNvSpPr txBox="1"/>
          <p:nvPr/>
        </p:nvSpPr>
        <p:spPr>
          <a:xfrm>
            <a:off x="695812" y="4567614"/>
            <a:ext cx="2466419" cy="317244"/>
          </a:xfrm>
          <a:prstGeom prst="rect">
            <a:avLst/>
          </a:prstGeom>
          <a:solidFill>
            <a:schemeClr val="accent4"/>
          </a:solidFill>
          <a:ln>
            <a:no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226">
                <a:solidFill>
                  <a:schemeClr val="bg1"/>
                </a:solidFill>
              </a:rPr>
              <a:t>三菱</a:t>
            </a:r>
            <a:r>
              <a:rPr lang="en" altLang="ja-JP" sz="1226">
                <a:solidFill>
                  <a:schemeClr val="bg1"/>
                </a:solidFill>
              </a:rPr>
              <a:t>UFJ</a:t>
            </a:r>
            <a:r>
              <a:rPr lang="ja-JP" altLang="en-US" sz="1226">
                <a:solidFill>
                  <a:schemeClr val="bg1"/>
                </a:solidFill>
              </a:rPr>
              <a:t>信託銀行</a:t>
            </a:r>
          </a:p>
        </p:txBody>
      </p:sp>
      <p:sp>
        <p:nvSpPr>
          <p:cNvPr id="29" name="Rectangle 59">
            <a:extLst>
              <a:ext uri="{FF2B5EF4-FFF2-40B4-BE49-F238E27FC236}">
                <a16:creationId xmlns:a16="http://schemas.microsoft.com/office/drawing/2014/main" id="{95BC11C6-EE37-A6F4-56A6-E61A354149DE}"/>
              </a:ext>
            </a:extLst>
          </p:cNvPr>
          <p:cNvSpPr>
            <a:spLocks noChangeArrowheads="1"/>
          </p:cNvSpPr>
          <p:nvPr/>
        </p:nvSpPr>
        <p:spPr bwMode="auto">
          <a:xfrm>
            <a:off x="2067634" y="4961497"/>
            <a:ext cx="1094597" cy="555179"/>
          </a:xfrm>
          <a:prstGeom prst="rect">
            <a:avLst/>
          </a:prstGeom>
          <a:solidFill>
            <a:schemeClr val="bg1"/>
          </a:solidFill>
          <a:ln w="9525">
            <a:noFill/>
            <a:miter lim="800000"/>
            <a:headEnd/>
            <a:tailEnd/>
          </a:ln>
        </p:spPr>
        <p:txBody>
          <a:bodyPr anchor="ctr">
            <a:no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lvl="0" algn="ctr">
              <a:spcBef>
                <a:spcPct val="0"/>
              </a:spcBef>
              <a:defRPr/>
            </a:pPr>
            <a:r>
              <a:rPr kumimoji="0" lang="ja-JP" altLang="en-US" sz="1037" b="0">
                <a:solidFill>
                  <a:srgbClr val="595959"/>
                </a:solidFill>
                <a:latin typeface="+mn-ea"/>
                <a:ea typeface="+mn-ea"/>
              </a:rPr>
              <a:t>資産管理業務</a:t>
            </a:r>
          </a:p>
          <a:p>
            <a:pPr lvl="0" algn="ctr">
              <a:spcBef>
                <a:spcPct val="0"/>
              </a:spcBef>
              <a:defRPr/>
            </a:pPr>
            <a:r>
              <a:rPr kumimoji="0" lang="ja-JP" altLang="en-US" sz="1037" b="0">
                <a:solidFill>
                  <a:srgbClr val="595959"/>
                </a:solidFill>
                <a:latin typeface="+mn-ea"/>
                <a:ea typeface="+mn-ea"/>
              </a:rPr>
              <a:t>企画・営業</a:t>
            </a:r>
          </a:p>
        </p:txBody>
      </p:sp>
      <p:sp>
        <p:nvSpPr>
          <p:cNvPr id="30" name="Rectangle 67">
            <a:extLst>
              <a:ext uri="{FF2B5EF4-FFF2-40B4-BE49-F238E27FC236}">
                <a16:creationId xmlns:a16="http://schemas.microsoft.com/office/drawing/2014/main" id="{457B9387-38A6-3A6A-9245-818967DA6095}"/>
              </a:ext>
            </a:extLst>
          </p:cNvPr>
          <p:cNvSpPr>
            <a:spLocks noChangeArrowheads="1"/>
          </p:cNvSpPr>
          <p:nvPr/>
        </p:nvSpPr>
        <p:spPr bwMode="auto">
          <a:xfrm>
            <a:off x="695813" y="4964446"/>
            <a:ext cx="1127962" cy="251928"/>
          </a:xfrm>
          <a:prstGeom prst="rect">
            <a:avLst/>
          </a:prstGeom>
          <a:solidFill>
            <a:schemeClr val="bg1"/>
          </a:solidFill>
          <a:ln w="9525">
            <a:no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algn="ctr">
              <a:spcBef>
                <a:spcPct val="0"/>
              </a:spcBef>
            </a:pPr>
            <a:r>
              <a:rPr kumimoji="0" lang="ja-JP" altLang="en-US" sz="1037" b="0" dirty="0">
                <a:solidFill>
                  <a:srgbClr val="595959"/>
                </a:solidFill>
                <a:latin typeface="+mn-ea"/>
                <a:ea typeface="+mn-ea"/>
              </a:rPr>
              <a:t>年金制度管理</a:t>
            </a:r>
          </a:p>
        </p:txBody>
      </p:sp>
      <p:sp>
        <p:nvSpPr>
          <p:cNvPr id="31" name="Rectangle 59">
            <a:extLst>
              <a:ext uri="{FF2B5EF4-FFF2-40B4-BE49-F238E27FC236}">
                <a16:creationId xmlns:a16="http://schemas.microsoft.com/office/drawing/2014/main" id="{05E85FBB-568C-47C1-319E-16F322C41B42}"/>
              </a:ext>
            </a:extLst>
          </p:cNvPr>
          <p:cNvSpPr>
            <a:spLocks noChangeArrowheads="1"/>
          </p:cNvSpPr>
          <p:nvPr/>
        </p:nvSpPr>
        <p:spPr bwMode="auto">
          <a:xfrm>
            <a:off x="684601" y="5269842"/>
            <a:ext cx="1127962" cy="251928"/>
          </a:xfrm>
          <a:prstGeom prst="rect">
            <a:avLst/>
          </a:prstGeom>
          <a:solidFill>
            <a:schemeClr val="bg1"/>
          </a:solidFill>
          <a:ln w="9525">
            <a:no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lvl="0" algn="ctr">
              <a:spcBef>
                <a:spcPct val="0"/>
              </a:spcBef>
              <a:defRPr/>
            </a:pPr>
            <a:r>
              <a:rPr kumimoji="0" lang="ja-JP" altLang="en-US" sz="1037" b="0">
                <a:solidFill>
                  <a:srgbClr val="595959"/>
                </a:solidFill>
                <a:latin typeface="+mn-ea"/>
                <a:ea typeface="+mn-ea"/>
              </a:rPr>
              <a:t>資産運用</a:t>
            </a:r>
          </a:p>
        </p:txBody>
      </p:sp>
      <p:sp>
        <p:nvSpPr>
          <p:cNvPr id="32" name="Rectangle 68">
            <a:extLst>
              <a:ext uri="{FF2B5EF4-FFF2-40B4-BE49-F238E27FC236}">
                <a16:creationId xmlns:a16="http://schemas.microsoft.com/office/drawing/2014/main" id="{7BE4F4B8-105D-2086-2670-96880652ACEB}"/>
              </a:ext>
            </a:extLst>
          </p:cNvPr>
          <p:cNvSpPr>
            <a:spLocks noChangeArrowheads="1"/>
          </p:cNvSpPr>
          <p:nvPr/>
        </p:nvSpPr>
        <p:spPr bwMode="auto">
          <a:xfrm>
            <a:off x="9049658" y="5004979"/>
            <a:ext cx="519764" cy="440377"/>
          </a:xfrm>
          <a:prstGeom prst="rect">
            <a:avLst/>
          </a:prstGeom>
          <a:solidFill>
            <a:srgbClr val="595959"/>
          </a:solidFill>
          <a:ln w="9525">
            <a:no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lvl="0" algn="ctr">
              <a:spcBef>
                <a:spcPct val="0"/>
              </a:spcBef>
              <a:defRPr/>
            </a:pPr>
            <a:r>
              <a:rPr kumimoji="0" lang="ja-JP" altLang="en-US" sz="1131" b="0">
                <a:latin typeface="+mn-ea"/>
                <a:ea typeface="+mn-ea"/>
              </a:rPr>
              <a:t>海外</a:t>
            </a:r>
            <a:endParaRPr kumimoji="0" lang="en-US" altLang="ja-JP" sz="1131" b="0">
              <a:latin typeface="+mn-ea"/>
              <a:ea typeface="+mn-ea"/>
            </a:endParaRPr>
          </a:p>
          <a:p>
            <a:pPr lvl="0" algn="ctr">
              <a:spcBef>
                <a:spcPct val="0"/>
              </a:spcBef>
              <a:defRPr/>
            </a:pPr>
            <a:r>
              <a:rPr kumimoji="0" lang="ja-JP" altLang="en-US" sz="1131" b="0">
                <a:latin typeface="+mn-ea"/>
                <a:ea typeface="+mn-ea"/>
              </a:rPr>
              <a:t>市場</a:t>
            </a:r>
            <a:endParaRPr kumimoji="0" lang="en-US" altLang="ja-JP" sz="1131" b="0">
              <a:latin typeface="+mn-ea"/>
              <a:ea typeface="+mn-ea"/>
            </a:endParaRPr>
          </a:p>
        </p:txBody>
      </p:sp>
      <p:sp>
        <p:nvSpPr>
          <p:cNvPr id="33" name="Rectangle 68">
            <a:extLst>
              <a:ext uri="{FF2B5EF4-FFF2-40B4-BE49-F238E27FC236}">
                <a16:creationId xmlns:a16="http://schemas.microsoft.com/office/drawing/2014/main" id="{A05013E3-DC61-47A5-A3F1-473AC38D7379}"/>
              </a:ext>
            </a:extLst>
          </p:cNvPr>
          <p:cNvSpPr>
            <a:spLocks noChangeArrowheads="1"/>
          </p:cNvSpPr>
          <p:nvPr/>
        </p:nvSpPr>
        <p:spPr bwMode="auto">
          <a:xfrm>
            <a:off x="9049658" y="4472954"/>
            <a:ext cx="519764" cy="440377"/>
          </a:xfrm>
          <a:prstGeom prst="rect">
            <a:avLst/>
          </a:prstGeom>
          <a:solidFill>
            <a:srgbClr val="595959"/>
          </a:solidFill>
          <a:ln w="9525">
            <a:no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lvl="0" algn="ctr">
              <a:spcBef>
                <a:spcPct val="0"/>
              </a:spcBef>
              <a:defRPr/>
            </a:pPr>
            <a:r>
              <a:rPr kumimoji="0" lang="ja-JP" altLang="en-US" sz="1131" b="0">
                <a:latin typeface="+mn-ea"/>
                <a:ea typeface="+mn-ea"/>
              </a:rPr>
              <a:t>海外</a:t>
            </a:r>
            <a:endParaRPr kumimoji="0" lang="en-US" altLang="ja-JP" sz="1131" b="0">
              <a:latin typeface="+mn-ea"/>
              <a:ea typeface="+mn-ea"/>
            </a:endParaRPr>
          </a:p>
          <a:p>
            <a:pPr lvl="0" algn="ctr">
              <a:spcBef>
                <a:spcPct val="0"/>
              </a:spcBef>
              <a:defRPr/>
            </a:pPr>
            <a:r>
              <a:rPr kumimoji="0" lang="ja-JP" altLang="en-US" sz="1131" b="0">
                <a:latin typeface="+mn-ea"/>
                <a:ea typeface="+mn-ea"/>
              </a:rPr>
              <a:t>市場</a:t>
            </a:r>
            <a:endParaRPr kumimoji="0" lang="en-US" altLang="ja-JP" sz="1131" b="0">
              <a:latin typeface="+mn-ea"/>
              <a:ea typeface="+mn-ea"/>
            </a:endParaRPr>
          </a:p>
        </p:txBody>
      </p:sp>
      <p:grpSp>
        <p:nvGrpSpPr>
          <p:cNvPr id="34" name="グループ化 33">
            <a:extLst>
              <a:ext uri="{FF2B5EF4-FFF2-40B4-BE49-F238E27FC236}">
                <a16:creationId xmlns:a16="http://schemas.microsoft.com/office/drawing/2014/main" id="{BA2A7EC7-D7B1-13BA-3802-F337C108A4DA}"/>
              </a:ext>
            </a:extLst>
          </p:cNvPr>
          <p:cNvGrpSpPr/>
          <p:nvPr/>
        </p:nvGrpSpPr>
        <p:grpSpPr>
          <a:xfrm>
            <a:off x="8770965" y="4639550"/>
            <a:ext cx="277305" cy="662319"/>
            <a:chOff x="9152549" y="4487611"/>
            <a:chExt cx="458272" cy="702586"/>
          </a:xfrm>
        </p:grpSpPr>
        <p:cxnSp>
          <p:nvCxnSpPr>
            <p:cNvPr id="35" name="直線矢印コネクタ 34">
              <a:extLst>
                <a:ext uri="{FF2B5EF4-FFF2-40B4-BE49-F238E27FC236}">
                  <a16:creationId xmlns:a16="http://schemas.microsoft.com/office/drawing/2014/main" id="{E4DEA7DC-2454-F04B-9D10-B07BF5080DD3}"/>
                </a:ext>
              </a:extLst>
            </p:cNvPr>
            <p:cNvCxnSpPr>
              <a:cxnSpLocks/>
            </p:cNvCxnSpPr>
            <p:nvPr/>
          </p:nvCxnSpPr>
          <p:spPr>
            <a:xfrm>
              <a:off x="9163943" y="4487611"/>
              <a:ext cx="412134" cy="0"/>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241BEF23-871F-D17A-7CF7-AA2B15DA7250}"/>
                </a:ext>
              </a:extLst>
            </p:cNvPr>
            <p:cNvCxnSpPr>
              <a:cxnSpLocks/>
            </p:cNvCxnSpPr>
            <p:nvPr/>
          </p:nvCxnSpPr>
          <p:spPr>
            <a:xfrm flipH="1">
              <a:off x="9198687" y="4640011"/>
              <a:ext cx="412134" cy="0"/>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AEBE4796-0406-9E4D-6AE3-46C37B2CDC0F}"/>
                </a:ext>
              </a:extLst>
            </p:cNvPr>
            <p:cNvCxnSpPr>
              <a:cxnSpLocks/>
            </p:cNvCxnSpPr>
            <p:nvPr/>
          </p:nvCxnSpPr>
          <p:spPr>
            <a:xfrm>
              <a:off x="9152549" y="5037797"/>
              <a:ext cx="412134" cy="0"/>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BAF45413-4510-16FD-0E75-7AC98169198A}"/>
                </a:ext>
              </a:extLst>
            </p:cNvPr>
            <p:cNvCxnSpPr>
              <a:cxnSpLocks/>
            </p:cNvCxnSpPr>
            <p:nvPr/>
          </p:nvCxnSpPr>
          <p:spPr>
            <a:xfrm flipH="1">
              <a:off x="9187296" y="5190197"/>
              <a:ext cx="412134" cy="0"/>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39" name="タイトル 4">
            <a:extLst>
              <a:ext uri="{FF2B5EF4-FFF2-40B4-BE49-F238E27FC236}">
                <a16:creationId xmlns:a16="http://schemas.microsoft.com/office/drawing/2014/main" id="{A730EA50-0B50-CA2B-D6C0-27B78234962D}"/>
              </a:ext>
            </a:extLst>
          </p:cNvPr>
          <p:cNvSpPr txBox="1"/>
          <p:nvPr/>
        </p:nvSpPr>
        <p:spPr>
          <a:xfrm>
            <a:off x="3534084" y="4567614"/>
            <a:ext cx="3793470" cy="317244"/>
          </a:xfrm>
          <a:prstGeom prst="rect">
            <a:avLst/>
          </a:prstGeom>
          <a:solidFill>
            <a:srgbClr val="FF2600"/>
          </a:solidFill>
          <a:ln>
            <a:solidFill>
              <a:srgbClr val="FF2600"/>
            </a:solid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226">
                <a:solidFill>
                  <a:schemeClr val="bg1"/>
                </a:solidFill>
              </a:rPr>
              <a:t>日本マスタートラスト信託銀行</a:t>
            </a:r>
          </a:p>
        </p:txBody>
      </p:sp>
      <p:sp>
        <p:nvSpPr>
          <p:cNvPr id="40" name="正方形/長方形 39">
            <a:extLst>
              <a:ext uri="{FF2B5EF4-FFF2-40B4-BE49-F238E27FC236}">
                <a16:creationId xmlns:a16="http://schemas.microsoft.com/office/drawing/2014/main" id="{DEB7BAEA-7DCF-B7E1-944C-87A4AF6DFFFE}"/>
              </a:ext>
            </a:extLst>
          </p:cNvPr>
          <p:cNvSpPr/>
          <p:nvPr/>
        </p:nvSpPr>
        <p:spPr>
          <a:xfrm>
            <a:off x="520969" y="5770018"/>
            <a:ext cx="9050740" cy="1126445"/>
          </a:xfrm>
          <a:prstGeom prst="rect">
            <a:avLst/>
          </a:prstGeom>
          <a:solidFill>
            <a:srgbClr val="FF2600">
              <a:alpha val="104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885">
              <a:solidFill>
                <a:schemeClr val="accent4"/>
              </a:solidFill>
              <a:latin typeface="+mn-ea"/>
            </a:endParaRPr>
          </a:p>
        </p:txBody>
      </p:sp>
      <p:sp>
        <p:nvSpPr>
          <p:cNvPr id="41" name="正方形/長方形 40">
            <a:extLst>
              <a:ext uri="{FF2B5EF4-FFF2-40B4-BE49-F238E27FC236}">
                <a16:creationId xmlns:a16="http://schemas.microsoft.com/office/drawing/2014/main" id="{221DB45A-CB55-E218-90DC-EC44E965B95B}"/>
              </a:ext>
            </a:extLst>
          </p:cNvPr>
          <p:cNvSpPr/>
          <p:nvPr/>
        </p:nvSpPr>
        <p:spPr>
          <a:xfrm>
            <a:off x="5308994" y="5665192"/>
            <a:ext cx="347168" cy="105030"/>
          </a:xfrm>
          <a:prstGeom prst="rect">
            <a:avLst/>
          </a:prstGeom>
          <a:solidFill>
            <a:srgbClr val="FF2600">
              <a:alpha val="104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885">
              <a:solidFill>
                <a:schemeClr val="accent4"/>
              </a:solidFill>
              <a:latin typeface="+mn-ea"/>
            </a:endParaRPr>
          </a:p>
        </p:txBody>
      </p:sp>
      <p:sp>
        <p:nvSpPr>
          <p:cNvPr id="42" name="タイトル 4">
            <a:extLst>
              <a:ext uri="{FF2B5EF4-FFF2-40B4-BE49-F238E27FC236}">
                <a16:creationId xmlns:a16="http://schemas.microsoft.com/office/drawing/2014/main" id="{416676E3-E633-DE9B-BF6A-2E0A0657C59E}"/>
              </a:ext>
            </a:extLst>
          </p:cNvPr>
          <p:cNvSpPr txBox="1"/>
          <p:nvPr/>
        </p:nvSpPr>
        <p:spPr>
          <a:xfrm>
            <a:off x="3534084" y="4872466"/>
            <a:ext cx="3793470" cy="256337"/>
          </a:xfrm>
          <a:prstGeom prst="rect">
            <a:avLst/>
          </a:prstGeom>
          <a:solidFill>
            <a:schemeClr val="bg1"/>
          </a:solidFill>
          <a:ln>
            <a:solidFill>
              <a:srgbClr val="FF2600"/>
            </a:solid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037">
                <a:solidFill>
                  <a:srgbClr val="FF2600"/>
                </a:solidFill>
              </a:rPr>
              <a:t>資産管理業務</a:t>
            </a:r>
          </a:p>
        </p:txBody>
      </p:sp>
      <p:sp>
        <p:nvSpPr>
          <p:cNvPr id="43" name="Rectangle 67">
            <a:extLst>
              <a:ext uri="{FF2B5EF4-FFF2-40B4-BE49-F238E27FC236}">
                <a16:creationId xmlns:a16="http://schemas.microsoft.com/office/drawing/2014/main" id="{6D7C4E4D-E883-729F-E3D4-BE2F14DD063F}"/>
              </a:ext>
            </a:extLst>
          </p:cNvPr>
          <p:cNvSpPr>
            <a:spLocks noChangeArrowheads="1"/>
          </p:cNvSpPr>
          <p:nvPr/>
        </p:nvSpPr>
        <p:spPr bwMode="auto">
          <a:xfrm>
            <a:off x="4807531" y="5225344"/>
            <a:ext cx="1076231" cy="251928"/>
          </a:xfrm>
          <a:prstGeom prst="rect">
            <a:avLst/>
          </a:prstGeom>
          <a:solidFill>
            <a:srgbClr val="FFFFFF"/>
          </a:solidFill>
          <a:ln w="9525">
            <a:no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algn="ctr"/>
            <a:r>
              <a:rPr kumimoji="0" lang="ja-JP" altLang="en-US" sz="1037" b="0">
                <a:solidFill>
                  <a:srgbClr val="595959"/>
                </a:solidFill>
                <a:latin typeface="+mn-ea"/>
                <a:ea typeface="+mn-ea"/>
              </a:rPr>
              <a:t>資産管理</a:t>
            </a:r>
          </a:p>
        </p:txBody>
      </p:sp>
      <p:sp>
        <p:nvSpPr>
          <p:cNvPr id="44" name="Rectangle 68">
            <a:extLst>
              <a:ext uri="{FF2B5EF4-FFF2-40B4-BE49-F238E27FC236}">
                <a16:creationId xmlns:a16="http://schemas.microsoft.com/office/drawing/2014/main" id="{8A51CA20-602D-1111-FB50-82A0433CA7E8}"/>
              </a:ext>
            </a:extLst>
          </p:cNvPr>
          <p:cNvSpPr>
            <a:spLocks noChangeArrowheads="1"/>
          </p:cNvSpPr>
          <p:nvPr/>
        </p:nvSpPr>
        <p:spPr bwMode="auto">
          <a:xfrm>
            <a:off x="6004510" y="5225344"/>
            <a:ext cx="1323044" cy="251928"/>
          </a:xfrm>
          <a:prstGeom prst="rect">
            <a:avLst/>
          </a:prstGeom>
          <a:solidFill>
            <a:srgbClr val="FFFFFF"/>
          </a:solidFill>
          <a:ln w="9525">
            <a:no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algn="ctr">
              <a:spcBef>
                <a:spcPct val="0"/>
              </a:spcBef>
            </a:pPr>
            <a:r>
              <a:rPr kumimoji="0" lang="ja-JP" altLang="en-US" sz="1037" b="0">
                <a:solidFill>
                  <a:srgbClr val="595959"/>
                </a:solidFill>
                <a:latin typeface="+mn-ea"/>
                <a:ea typeface="+mn-ea"/>
              </a:rPr>
              <a:t>営業サポート</a:t>
            </a:r>
          </a:p>
        </p:txBody>
      </p:sp>
      <p:sp>
        <p:nvSpPr>
          <p:cNvPr id="45" name="Rectangle 59">
            <a:extLst>
              <a:ext uri="{FF2B5EF4-FFF2-40B4-BE49-F238E27FC236}">
                <a16:creationId xmlns:a16="http://schemas.microsoft.com/office/drawing/2014/main" id="{5BB42192-2B17-0234-F3C1-6F16018A9829}"/>
              </a:ext>
            </a:extLst>
          </p:cNvPr>
          <p:cNvSpPr>
            <a:spLocks noChangeArrowheads="1"/>
          </p:cNvSpPr>
          <p:nvPr/>
        </p:nvSpPr>
        <p:spPr bwMode="auto">
          <a:xfrm>
            <a:off x="3542062" y="5225344"/>
            <a:ext cx="1155082" cy="251928"/>
          </a:xfrm>
          <a:prstGeom prst="rect">
            <a:avLst/>
          </a:prstGeom>
          <a:solidFill>
            <a:srgbClr val="FFFFFF"/>
          </a:solidFill>
          <a:ln w="9525">
            <a:no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lvl="0" algn="ctr">
              <a:spcBef>
                <a:spcPct val="0"/>
              </a:spcBef>
              <a:defRPr/>
            </a:pPr>
            <a:r>
              <a:rPr kumimoji="0" lang="ja-JP" altLang="en-US" sz="1037" b="0">
                <a:solidFill>
                  <a:srgbClr val="595959"/>
                </a:solidFill>
                <a:latin typeface="+mn-ea"/>
                <a:ea typeface="+mn-ea"/>
              </a:rPr>
              <a:t>資産管理企画</a:t>
            </a:r>
          </a:p>
        </p:txBody>
      </p:sp>
      <p:grpSp>
        <p:nvGrpSpPr>
          <p:cNvPr id="46" name="グループ化 45">
            <a:extLst>
              <a:ext uri="{FF2B5EF4-FFF2-40B4-BE49-F238E27FC236}">
                <a16:creationId xmlns:a16="http://schemas.microsoft.com/office/drawing/2014/main" id="{E581CB9C-37F8-DF13-115E-A63D6E8F416E}"/>
              </a:ext>
            </a:extLst>
          </p:cNvPr>
          <p:cNvGrpSpPr/>
          <p:nvPr/>
        </p:nvGrpSpPr>
        <p:grpSpPr>
          <a:xfrm>
            <a:off x="7456951" y="4639550"/>
            <a:ext cx="277305" cy="662319"/>
            <a:chOff x="9152549" y="4487611"/>
            <a:chExt cx="458272" cy="702586"/>
          </a:xfrm>
        </p:grpSpPr>
        <p:cxnSp>
          <p:nvCxnSpPr>
            <p:cNvPr id="47" name="直線矢印コネクタ 46">
              <a:extLst>
                <a:ext uri="{FF2B5EF4-FFF2-40B4-BE49-F238E27FC236}">
                  <a16:creationId xmlns:a16="http://schemas.microsoft.com/office/drawing/2014/main" id="{C8F8C54C-A149-355C-68BF-9FD322F8DFD4}"/>
                </a:ext>
              </a:extLst>
            </p:cNvPr>
            <p:cNvCxnSpPr>
              <a:cxnSpLocks/>
            </p:cNvCxnSpPr>
            <p:nvPr/>
          </p:nvCxnSpPr>
          <p:spPr>
            <a:xfrm>
              <a:off x="9163943" y="4487611"/>
              <a:ext cx="412134" cy="0"/>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2E2529A3-23B1-C205-2877-9D9822F549D4}"/>
                </a:ext>
              </a:extLst>
            </p:cNvPr>
            <p:cNvCxnSpPr>
              <a:cxnSpLocks/>
            </p:cNvCxnSpPr>
            <p:nvPr/>
          </p:nvCxnSpPr>
          <p:spPr>
            <a:xfrm flipH="1">
              <a:off x="9198687" y="4640011"/>
              <a:ext cx="412134" cy="0"/>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FE0D1E7A-0A04-06BA-9206-AA2E606E947A}"/>
                </a:ext>
              </a:extLst>
            </p:cNvPr>
            <p:cNvCxnSpPr>
              <a:cxnSpLocks/>
            </p:cNvCxnSpPr>
            <p:nvPr/>
          </p:nvCxnSpPr>
          <p:spPr>
            <a:xfrm>
              <a:off x="9152549" y="5037797"/>
              <a:ext cx="412134" cy="0"/>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矢印コネクタ 49">
              <a:extLst>
                <a:ext uri="{FF2B5EF4-FFF2-40B4-BE49-F238E27FC236}">
                  <a16:creationId xmlns:a16="http://schemas.microsoft.com/office/drawing/2014/main" id="{F8CFCB5A-00B3-3665-31DE-38F12A767923}"/>
                </a:ext>
              </a:extLst>
            </p:cNvPr>
            <p:cNvCxnSpPr>
              <a:cxnSpLocks/>
            </p:cNvCxnSpPr>
            <p:nvPr/>
          </p:nvCxnSpPr>
          <p:spPr>
            <a:xfrm flipH="1">
              <a:off x="9187296" y="5190197"/>
              <a:ext cx="412134" cy="0"/>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51" name="Rectangle 68">
            <a:extLst>
              <a:ext uri="{FF2B5EF4-FFF2-40B4-BE49-F238E27FC236}">
                <a16:creationId xmlns:a16="http://schemas.microsoft.com/office/drawing/2014/main" id="{F7138294-1622-DC24-C697-EC4E17993BCB}"/>
              </a:ext>
            </a:extLst>
          </p:cNvPr>
          <p:cNvSpPr>
            <a:spLocks noChangeArrowheads="1"/>
          </p:cNvSpPr>
          <p:nvPr/>
        </p:nvSpPr>
        <p:spPr bwMode="auto">
          <a:xfrm>
            <a:off x="7703589" y="4467134"/>
            <a:ext cx="1080927" cy="411523"/>
          </a:xfrm>
          <a:prstGeom prst="rect">
            <a:avLst/>
          </a:prstGeom>
          <a:solidFill>
            <a:srgbClr val="7A9EAF"/>
          </a:solidFill>
          <a:ln w="9525">
            <a:no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lvl="0" algn="ctr">
              <a:spcBef>
                <a:spcPct val="0"/>
              </a:spcBef>
              <a:defRPr/>
            </a:pPr>
            <a:r>
              <a:rPr kumimoji="0" lang="ja-JP" altLang="en-US" sz="1037" b="0">
                <a:latin typeface="+mn-ea"/>
                <a:ea typeface="+mn-ea"/>
              </a:rPr>
              <a:t>証券会社</a:t>
            </a:r>
            <a:endParaRPr kumimoji="0" lang="en-US" altLang="ja-JP" sz="1037" b="0">
              <a:latin typeface="+mn-ea"/>
              <a:ea typeface="+mn-ea"/>
            </a:endParaRPr>
          </a:p>
          <a:p>
            <a:pPr lvl="0" algn="ctr">
              <a:spcBef>
                <a:spcPct val="0"/>
              </a:spcBef>
              <a:defRPr/>
            </a:pPr>
            <a:r>
              <a:rPr kumimoji="0" lang="ja-JP" altLang="en-US" sz="1037" b="0">
                <a:latin typeface="+mn-ea"/>
                <a:ea typeface="+mn-ea"/>
              </a:rPr>
              <a:t>銀行等</a:t>
            </a:r>
            <a:endParaRPr kumimoji="0" lang="en-US" altLang="ja-JP" sz="1037" b="0">
              <a:latin typeface="+mn-ea"/>
              <a:ea typeface="+mn-ea"/>
            </a:endParaRPr>
          </a:p>
        </p:txBody>
      </p:sp>
      <p:sp>
        <p:nvSpPr>
          <p:cNvPr id="52" name="Rectangle 68">
            <a:extLst>
              <a:ext uri="{FF2B5EF4-FFF2-40B4-BE49-F238E27FC236}">
                <a16:creationId xmlns:a16="http://schemas.microsoft.com/office/drawing/2014/main" id="{3FBBA133-C51F-11C1-5C81-899F179E8688}"/>
              </a:ext>
            </a:extLst>
          </p:cNvPr>
          <p:cNvSpPr>
            <a:spLocks noChangeArrowheads="1"/>
          </p:cNvSpPr>
          <p:nvPr/>
        </p:nvSpPr>
        <p:spPr bwMode="auto">
          <a:xfrm>
            <a:off x="7699701" y="5010379"/>
            <a:ext cx="1080927" cy="411523"/>
          </a:xfrm>
          <a:prstGeom prst="rect">
            <a:avLst/>
          </a:prstGeom>
          <a:solidFill>
            <a:srgbClr val="7A9EAF"/>
          </a:solidFill>
          <a:ln w="9525">
            <a:no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lvl="0" algn="ctr">
              <a:spcBef>
                <a:spcPct val="0"/>
              </a:spcBef>
              <a:defRPr/>
            </a:pPr>
            <a:r>
              <a:rPr kumimoji="0" lang="ja-JP" altLang="en-US" sz="1037" b="0" spc="-94">
                <a:latin typeface="+mn-ea"/>
                <a:ea typeface="+mn-ea"/>
              </a:rPr>
              <a:t>カストディアン</a:t>
            </a:r>
            <a:endParaRPr kumimoji="0" lang="en-US" altLang="ja-JP" sz="1037" b="0" spc="-94">
              <a:latin typeface="+mn-ea"/>
              <a:ea typeface="+mn-ea"/>
            </a:endParaRPr>
          </a:p>
          <a:p>
            <a:pPr lvl="0" algn="ctr">
              <a:spcBef>
                <a:spcPct val="0"/>
              </a:spcBef>
              <a:defRPr/>
            </a:pPr>
            <a:r>
              <a:rPr kumimoji="0" lang="ja-JP" altLang="en-US" sz="1037" b="0" spc="-94">
                <a:latin typeface="+mn-ea"/>
                <a:ea typeface="+mn-ea"/>
              </a:rPr>
              <a:t>海外証券会社</a:t>
            </a:r>
            <a:endParaRPr kumimoji="0" lang="en-US" altLang="ja-JP" sz="1037" b="0" spc="-94">
              <a:latin typeface="+mn-ea"/>
              <a:ea typeface="+mn-ea"/>
            </a:endParaRPr>
          </a:p>
        </p:txBody>
      </p:sp>
      <p:cxnSp>
        <p:nvCxnSpPr>
          <p:cNvPr id="53" name="カギ線コネクタ 66">
            <a:extLst>
              <a:ext uri="{FF2B5EF4-FFF2-40B4-BE49-F238E27FC236}">
                <a16:creationId xmlns:a16="http://schemas.microsoft.com/office/drawing/2014/main" id="{1F55958E-309F-6FF3-2C62-1F954EB43DD1}"/>
              </a:ext>
            </a:extLst>
          </p:cNvPr>
          <p:cNvCxnSpPr>
            <a:cxnSpLocks/>
            <a:stCxn id="28" idx="0"/>
            <a:endCxn id="39" idx="0"/>
          </p:cNvCxnSpPr>
          <p:nvPr/>
        </p:nvCxnSpPr>
        <p:spPr>
          <a:xfrm rot="5400000" flipH="1" flipV="1">
            <a:off x="3679921" y="2816716"/>
            <a:ext cx="11972" cy="3501797"/>
          </a:xfrm>
          <a:prstGeom prst="bentConnector3">
            <a:avLst>
              <a:gd name="adj1" fmla="val 1800000"/>
            </a:avLst>
          </a:prstGeom>
          <a:ln w="19050">
            <a:solidFill>
              <a:srgbClr val="FF26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直線矢印コネクタ 53">
            <a:extLst>
              <a:ext uri="{FF2B5EF4-FFF2-40B4-BE49-F238E27FC236}">
                <a16:creationId xmlns:a16="http://schemas.microsoft.com/office/drawing/2014/main" id="{3A175331-ECFC-D4DE-B4E0-478A8B531836}"/>
              </a:ext>
            </a:extLst>
          </p:cNvPr>
          <p:cNvCxnSpPr>
            <a:cxnSpLocks/>
          </p:cNvCxnSpPr>
          <p:nvPr/>
        </p:nvCxnSpPr>
        <p:spPr>
          <a:xfrm flipV="1">
            <a:off x="3643846" y="3972341"/>
            <a:ext cx="0" cy="375767"/>
          </a:xfrm>
          <a:prstGeom prst="straightConnector1">
            <a:avLst/>
          </a:prstGeom>
          <a:ln w="19050">
            <a:solidFill>
              <a:srgbClr val="FF2600"/>
            </a:solidFill>
            <a:tailEnd type="triangle"/>
          </a:ln>
        </p:spPr>
        <p:style>
          <a:lnRef idx="1">
            <a:schemeClr val="accent1"/>
          </a:lnRef>
          <a:fillRef idx="0">
            <a:schemeClr val="accent1"/>
          </a:fillRef>
          <a:effectRef idx="0">
            <a:schemeClr val="accent1"/>
          </a:effectRef>
          <a:fontRef idx="minor">
            <a:schemeClr val="tx1"/>
          </a:fontRef>
        </p:style>
      </p:cxnSp>
      <p:sp>
        <p:nvSpPr>
          <p:cNvPr id="55" name="Text Box 11">
            <a:extLst>
              <a:ext uri="{FF2B5EF4-FFF2-40B4-BE49-F238E27FC236}">
                <a16:creationId xmlns:a16="http://schemas.microsoft.com/office/drawing/2014/main" id="{B891885C-8A18-3243-8F14-E3917303229E}"/>
              </a:ext>
            </a:extLst>
          </p:cNvPr>
          <p:cNvSpPr txBox="1">
            <a:spLocks noChangeArrowheads="1"/>
          </p:cNvSpPr>
          <p:nvPr/>
        </p:nvSpPr>
        <p:spPr bwMode="auto">
          <a:xfrm>
            <a:off x="3690396" y="4056648"/>
            <a:ext cx="1117134" cy="251928"/>
          </a:xfrm>
          <a:prstGeom prst="rect">
            <a:avLst/>
          </a:prstGeom>
          <a:noFill/>
          <a:ln>
            <a:noFill/>
          </a:ln>
        </p:spPr>
        <p:txBody>
          <a:bodyPr wrap="square" anchor="ctr">
            <a:sp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defTabSz="862005" eaLnBrk="1" hangingPunct="1">
              <a:defRPr/>
            </a:pPr>
            <a:r>
              <a:rPr lang="ja-JP" altLang="en-US" sz="1037" b="1">
                <a:solidFill>
                  <a:srgbClr val="595959"/>
                </a:solidFill>
                <a:latin typeface="+mj-ea"/>
                <a:ea typeface="+mj-ea"/>
                <a:cs typeface="HGP創英角ｺﾞｼｯｸUB" charset="0"/>
              </a:rPr>
              <a:t>信託契約等</a:t>
            </a:r>
          </a:p>
        </p:txBody>
      </p:sp>
      <p:cxnSp>
        <p:nvCxnSpPr>
          <p:cNvPr id="56" name="直線矢印コネクタ 55">
            <a:extLst>
              <a:ext uri="{FF2B5EF4-FFF2-40B4-BE49-F238E27FC236}">
                <a16:creationId xmlns:a16="http://schemas.microsoft.com/office/drawing/2014/main" id="{1F599A6B-33E2-22A7-7C74-372113868C22}"/>
              </a:ext>
            </a:extLst>
          </p:cNvPr>
          <p:cNvCxnSpPr>
            <a:cxnSpLocks/>
          </p:cNvCxnSpPr>
          <p:nvPr/>
        </p:nvCxnSpPr>
        <p:spPr>
          <a:xfrm>
            <a:off x="5659966" y="3972341"/>
            <a:ext cx="0" cy="589288"/>
          </a:xfrm>
          <a:prstGeom prst="straightConnector1">
            <a:avLst/>
          </a:prstGeom>
          <a:ln w="19050">
            <a:solidFill>
              <a:srgbClr val="FF26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Text Box 11">
            <a:extLst>
              <a:ext uri="{FF2B5EF4-FFF2-40B4-BE49-F238E27FC236}">
                <a16:creationId xmlns:a16="http://schemas.microsoft.com/office/drawing/2014/main" id="{BBC3BC12-9D88-BCC8-7ADA-C65BC71095D8}"/>
              </a:ext>
            </a:extLst>
          </p:cNvPr>
          <p:cNvSpPr txBox="1">
            <a:spLocks noChangeArrowheads="1"/>
          </p:cNvSpPr>
          <p:nvPr/>
        </p:nvSpPr>
        <p:spPr bwMode="auto">
          <a:xfrm>
            <a:off x="5656163" y="4056648"/>
            <a:ext cx="1117134" cy="251928"/>
          </a:xfrm>
          <a:prstGeom prst="rect">
            <a:avLst/>
          </a:prstGeom>
          <a:noFill/>
          <a:ln>
            <a:noFill/>
          </a:ln>
        </p:spPr>
        <p:txBody>
          <a:bodyPr wrap="square" anchor="ctr">
            <a:sp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defTabSz="862005" eaLnBrk="1" hangingPunct="1">
              <a:defRPr/>
            </a:pPr>
            <a:r>
              <a:rPr lang="ja-JP" altLang="en-US" sz="1037" b="1">
                <a:solidFill>
                  <a:srgbClr val="595959"/>
                </a:solidFill>
                <a:latin typeface="+mj-ea"/>
                <a:ea typeface="+mj-ea"/>
                <a:cs typeface="HGP創英角ｺﾞｼｯｸUB" charset="0"/>
              </a:rPr>
              <a:t>信託契約等</a:t>
            </a:r>
          </a:p>
        </p:txBody>
      </p:sp>
      <p:sp>
        <p:nvSpPr>
          <p:cNvPr id="58" name="タイトル 4">
            <a:extLst>
              <a:ext uri="{FF2B5EF4-FFF2-40B4-BE49-F238E27FC236}">
                <a16:creationId xmlns:a16="http://schemas.microsoft.com/office/drawing/2014/main" id="{11956279-FA70-B5C6-F994-88D1D75B5ABD}"/>
              </a:ext>
            </a:extLst>
          </p:cNvPr>
          <p:cNvSpPr txBox="1"/>
          <p:nvPr/>
        </p:nvSpPr>
        <p:spPr>
          <a:xfrm>
            <a:off x="695812" y="5893175"/>
            <a:ext cx="8691507" cy="274989"/>
          </a:xfrm>
          <a:prstGeom prst="rect">
            <a:avLst/>
          </a:prstGeom>
          <a:solidFill>
            <a:schemeClr val="bg1"/>
          </a:solidFill>
          <a:ln>
            <a:solidFill>
              <a:srgbClr val="FF2600"/>
            </a:solid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226">
                <a:solidFill>
                  <a:srgbClr val="FF2600"/>
                </a:solidFill>
              </a:rPr>
              <a:t>多種多様なプロフェッショナルが支える</a:t>
            </a:r>
          </a:p>
        </p:txBody>
      </p:sp>
      <p:sp>
        <p:nvSpPr>
          <p:cNvPr id="59" name="Rectangle 3">
            <a:extLst>
              <a:ext uri="{FF2B5EF4-FFF2-40B4-BE49-F238E27FC236}">
                <a16:creationId xmlns:a16="http://schemas.microsoft.com/office/drawing/2014/main" id="{5EAA47EB-B591-45D4-77D5-4138E69FBFF4}"/>
              </a:ext>
            </a:extLst>
          </p:cNvPr>
          <p:cNvSpPr>
            <a:spLocks noChangeArrowheads="1"/>
          </p:cNvSpPr>
          <p:nvPr/>
        </p:nvSpPr>
        <p:spPr bwMode="auto">
          <a:xfrm>
            <a:off x="684600" y="6242609"/>
            <a:ext cx="2024128" cy="251928"/>
          </a:xfrm>
          <a:prstGeom prst="rect">
            <a:avLst/>
          </a:prstGeom>
          <a:solidFill>
            <a:schemeClr val="bg1"/>
          </a:solidFill>
          <a:ln>
            <a:noFill/>
          </a:ln>
        </p:spPr>
        <p:txBody>
          <a:bodyPr wrap="square">
            <a:spAutoFit/>
          </a:bodyPr>
          <a:lstStyle/>
          <a:p>
            <a:pPr marL="89792" indent="-89792" algn="ctr" defTabSz="862005" eaLnBrk="1" hangingPunct="1">
              <a:defRPr/>
            </a:pPr>
            <a:r>
              <a:rPr lang="ja-JP" altLang="en-US" sz="1037">
                <a:solidFill>
                  <a:srgbClr val="595959"/>
                </a:solidFill>
                <a:latin typeface="+mj-ea"/>
                <a:ea typeface="+mj-ea"/>
                <a:cs typeface="HGP創英角ｺﾞｼｯｸUB" charset="0"/>
              </a:rPr>
              <a:t>業務企画推進部</a:t>
            </a:r>
          </a:p>
        </p:txBody>
      </p:sp>
      <p:sp>
        <p:nvSpPr>
          <p:cNvPr id="60" name="Rectangle 3">
            <a:extLst>
              <a:ext uri="{FF2B5EF4-FFF2-40B4-BE49-F238E27FC236}">
                <a16:creationId xmlns:a16="http://schemas.microsoft.com/office/drawing/2014/main" id="{C6754E6D-5CE6-6FC8-D1F7-7D1451B15BA4}"/>
              </a:ext>
            </a:extLst>
          </p:cNvPr>
          <p:cNvSpPr>
            <a:spLocks noChangeArrowheads="1"/>
          </p:cNvSpPr>
          <p:nvPr/>
        </p:nvSpPr>
        <p:spPr bwMode="auto">
          <a:xfrm>
            <a:off x="2910799" y="6242609"/>
            <a:ext cx="2024122" cy="251928"/>
          </a:xfrm>
          <a:prstGeom prst="rect">
            <a:avLst/>
          </a:prstGeom>
          <a:solidFill>
            <a:schemeClr val="bg1"/>
          </a:solidFill>
          <a:ln>
            <a:noFill/>
          </a:ln>
        </p:spPr>
        <p:txBody>
          <a:bodyPr wrap="square">
            <a:spAutoFit/>
          </a:bodyPr>
          <a:lstStyle/>
          <a:p>
            <a:pPr marL="89792" indent="-89792" algn="ctr" defTabSz="862005" eaLnBrk="1" hangingPunct="1">
              <a:defRPr/>
            </a:pPr>
            <a:r>
              <a:rPr lang="ja-JP" altLang="en-US" sz="1037">
                <a:solidFill>
                  <a:srgbClr val="595959"/>
                </a:solidFill>
                <a:latin typeface="+mj-ea"/>
                <a:ea typeface="+mj-ea"/>
                <a:cs typeface="HGP創英角ｺﾞｼｯｸUB" charset="0"/>
              </a:rPr>
              <a:t>ファンド</a:t>
            </a:r>
            <a:r>
              <a:rPr lang="zh-CN" altLang="en-US" sz="1037">
                <a:solidFill>
                  <a:srgbClr val="595959"/>
                </a:solidFill>
                <a:latin typeface="+mj-ea"/>
                <a:ea typeface="+mj-ea"/>
                <a:cs typeface="HGP創英角ｺﾞｼｯｸUB" charset="0"/>
              </a:rPr>
              <a:t>管理部</a:t>
            </a:r>
            <a:endParaRPr lang="ja-JP" altLang="en-US" sz="1037">
              <a:solidFill>
                <a:srgbClr val="595959"/>
              </a:solidFill>
              <a:latin typeface="+mj-ea"/>
              <a:ea typeface="+mj-ea"/>
              <a:cs typeface="HGP創英角ｺﾞｼｯｸUB" charset="0"/>
            </a:endParaRPr>
          </a:p>
        </p:txBody>
      </p:sp>
      <p:sp>
        <p:nvSpPr>
          <p:cNvPr id="61" name="Rectangle 3">
            <a:extLst>
              <a:ext uri="{FF2B5EF4-FFF2-40B4-BE49-F238E27FC236}">
                <a16:creationId xmlns:a16="http://schemas.microsoft.com/office/drawing/2014/main" id="{B26D2C82-EB27-2013-57DF-03E54D20D0F8}"/>
              </a:ext>
            </a:extLst>
          </p:cNvPr>
          <p:cNvSpPr>
            <a:spLocks noChangeArrowheads="1"/>
          </p:cNvSpPr>
          <p:nvPr/>
        </p:nvSpPr>
        <p:spPr bwMode="auto">
          <a:xfrm>
            <a:off x="5136992" y="6242609"/>
            <a:ext cx="2024128" cy="251928"/>
          </a:xfrm>
          <a:prstGeom prst="rect">
            <a:avLst/>
          </a:prstGeom>
          <a:solidFill>
            <a:schemeClr val="bg1"/>
          </a:solidFill>
          <a:ln>
            <a:noFill/>
          </a:ln>
        </p:spPr>
        <p:txBody>
          <a:bodyPr wrap="square">
            <a:spAutoFit/>
          </a:bodyPr>
          <a:lstStyle/>
          <a:p>
            <a:pPr marL="89792" indent="-89792" algn="ctr" defTabSz="862005" eaLnBrk="1" hangingPunct="1">
              <a:defRPr/>
            </a:pPr>
            <a:r>
              <a:rPr lang="ja-JP" altLang="en-US" sz="1037">
                <a:solidFill>
                  <a:srgbClr val="595959"/>
                </a:solidFill>
                <a:latin typeface="+mj-ea"/>
                <a:ea typeface="+mj-ea"/>
                <a:cs typeface="HGP創英角ｺﾞｼｯｸUB" charset="0"/>
              </a:rPr>
              <a:t>国内資産管理部</a:t>
            </a:r>
          </a:p>
        </p:txBody>
      </p:sp>
      <p:sp>
        <p:nvSpPr>
          <p:cNvPr id="62" name="Rectangle 3">
            <a:extLst>
              <a:ext uri="{FF2B5EF4-FFF2-40B4-BE49-F238E27FC236}">
                <a16:creationId xmlns:a16="http://schemas.microsoft.com/office/drawing/2014/main" id="{B82210EA-83BE-6040-B81B-A62874FB30F2}"/>
              </a:ext>
            </a:extLst>
          </p:cNvPr>
          <p:cNvSpPr>
            <a:spLocks noChangeArrowheads="1"/>
          </p:cNvSpPr>
          <p:nvPr/>
        </p:nvSpPr>
        <p:spPr bwMode="auto">
          <a:xfrm>
            <a:off x="7363191" y="6242609"/>
            <a:ext cx="2024128" cy="251928"/>
          </a:xfrm>
          <a:prstGeom prst="rect">
            <a:avLst/>
          </a:prstGeom>
          <a:solidFill>
            <a:schemeClr val="bg1"/>
          </a:solidFill>
          <a:ln>
            <a:noFill/>
          </a:ln>
        </p:spPr>
        <p:txBody>
          <a:bodyPr wrap="square">
            <a:spAutoFit/>
          </a:bodyPr>
          <a:lstStyle/>
          <a:p>
            <a:pPr marL="89792" indent="-89792" algn="ctr" defTabSz="862005" eaLnBrk="1" hangingPunct="1">
              <a:defRPr/>
            </a:pPr>
            <a:r>
              <a:rPr lang="ja-JP" altLang="en-US" sz="1037">
                <a:solidFill>
                  <a:srgbClr val="595959"/>
                </a:solidFill>
                <a:latin typeface="+mj-ea"/>
                <a:ea typeface="+mj-ea"/>
                <a:cs typeface="HGP創英角ｺﾞｼｯｸUB" charset="0"/>
              </a:rPr>
              <a:t>外国資産管理部</a:t>
            </a:r>
          </a:p>
        </p:txBody>
      </p:sp>
      <p:sp>
        <p:nvSpPr>
          <p:cNvPr id="63" name="Rectangle 3">
            <a:extLst>
              <a:ext uri="{FF2B5EF4-FFF2-40B4-BE49-F238E27FC236}">
                <a16:creationId xmlns:a16="http://schemas.microsoft.com/office/drawing/2014/main" id="{1CDF2A08-7CB8-44BB-1AD7-61D93177775E}"/>
              </a:ext>
            </a:extLst>
          </p:cNvPr>
          <p:cNvSpPr>
            <a:spLocks noChangeArrowheads="1"/>
          </p:cNvSpPr>
          <p:nvPr/>
        </p:nvSpPr>
        <p:spPr bwMode="auto">
          <a:xfrm>
            <a:off x="684600" y="6532536"/>
            <a:ext cx="2024128" cy="251928"/>
          </a:xfrm>
          <a:prstGeom prst="rect">
            <a:avLst/>
          </a:prstGeom>
          <a:solidFill>
            <a:schemeClr val="bg1"/>
          </a:solidFill>
          <a:ln>
            <a:noFill/>
          </a:ln>
        </p:spPr>
        <p:txBody>
          <a:bodyPr wrap="square">
            <a:spAutoFit/>
          </a:bodyPr>
          <a:lstStyle/>
          <a:p>
            <a:pPr marL="89792" indent="-89792" algn="ctr" defTabSz="862005" eaLnBrk="1" hangingPunct="1">
              <a:defRPr/>
            </a:pPr>
            <a:r>
              <a:rPr lang="ja-JP" altLang="en-US" sz="1037">
                <a:solidFill>
                  <a:srgbClr val="595959"/>
                </a:solidFill>
                <a:latin typeface="+mj-ea"/>
                <a:ea typeface="+mj-ea"/>
                <a:cs typeface="HGP創英角ｺﾞｼｯｸUB" charset="0"/>
              </a:rPr>
              <a:t>市場管理部</a:t>
            </a:r>
          </a:p>
        </p:txBody>
      </p:sp>
      <p:sp>
        <p:nvSpPr>
          <p:cNvPr id="64" name="Rectangle 3">
            <a:extLst>
              <a:ext uri="{FF2B5EF4-FFF2-40B4-BE49-F238E27FC236}">
                <a16:creationId xmlns:a16="http://schemas.microsoft.com/office/drawing/2014/main" id="{9A40FA6C-ED12-110D-1E0A-FBB95BBB7177}"/>
              </a:ext>
            </a:extLst>
          </p:cNvPr>
          <p:cNvSpPr>
            <a:spLocks noChangeArrowheads="1"/>
          </p:cNvSpPr>
          <p:nvPr/>
        </p:nvSpPr>
        <p:spPr bwMode="auto">
          <a:xfrm>
            <a:off x="2912271" y="6532536"/>
            <a:ext cx="2019709" cy="251928"/>
          </a:xfrm>
          <a:prstGeom prst="rect">
            <a:avLst/>
          </a:prstGeom>
          <a:solidFill>
            <a:schemeClr val="bg1"/>
          </a:solidFill>
          <a:ln>
            <a:noFill/>
          </a:ln>
        </p:spPr>
        <p:txBody>
          <a:bodyPr wrap="square">
            <a:spAutoFit/>
          </a:bodyPr>
          <a:lstStyle/>
          <a:p>
            <a:pPr marL="89792" indent="-89792" algn="ctr" defTabSz="862005" eaLnBrk="1" hangingPunct="1">
              <a:defRPr/>
            </a:pPr>
            <a:r>
              <a:rPr lang="ja-JP" altLang="en-US" sz="1037">
                <a:solidFill>
                  <a:srgbClr val="595959"/>
                </a:solidFill>
                <a:latin typeface="+mj-ea"/>
                <a:ea typeface="+mj-ea"/>
                <a:cs typeface="HGP創英角ｺﾞｼｯｸUB" charset="0"/>
              </a:rPr>
              <a:t>デリバティブ管理部</a:t>
            </a:r>
          </a:p>
        </p:txBody>
      </p:sp>
      <p:sp>
        <p:nvSpPr>
          <p:cNvPr id="65" name="Rectangle 3">
            <a:extLst>
              <a:ext uri="{FF2B5EF4-FFF2-40B4-BE49-F238E27FC236}">
                <a16:creationId xmlns:a16="http://schemas.microsoft.com/office/drawing/2014/main" id="{9BC10053-28C1-FEDE-EA98-E19A46365469}"/>
              </a:ext>
            </a:extLst>
          </p:cNvPr>
          <p:cNvSpPr>
            <a:spLocks noChangeArrowheads="1"/>
          </p:cNvSpPr>
          <p:nvPr/>
        </p:nvSpPr>
        <p:spPr bwMode="auto">
          <a:xfrm>
            <a:off x="5135522" y="6532536"/>
            <a:ext cx="2024128" cy="251928"/>
          </a:xfrm>
          <a:prstGeom prst="rect">
            <a:avLst/>
          </a:prstGeom>
          <a:solidFill>
            <a:schemeClr val="bg1"/>
          </a:solidFill>
          <a:ln>
            <a:noFill/>
          </a:ln>
        </p:spPr>
        <p:txBody>
          <a:bodyPr wrap="square">
            <a:spAutoFit/>
          </a:bodyPr>
          <a:lstStyle/>
          <a:p>
            <a:pPr marL="89792" indent="-89792" algn="ctr" defTabSz="862005" eaLnBrk="1" hangingPunct="1">
              <a:defRPr/>
            </a:pPr>
            <a:r>
              <a:rPr lang="ja-JP" altLang="en-US" sz="1037">
                <a:solidFill>
                  <a:srgbClr val="595959"/>
                </a:solidFill>
                <a:latin typeface="+mj-ea"/>
                <a:ea typeface="+mj-ea"/>
                <a:cs typeface="HGP創英角ｺﾞｼｯｸUB" charset="0"/>
              </a:rPr>
              <a:t>オルタナティブ管理部</a:t>
            </a:r>
          </a:p>
        </p:txBody>
      </p:sp>
      <p:sp>
        <p:nvSpPr>
          <p:cNvPr id="66" name="Rectangle 3">
            <a:extLst>
              <a:ext uri="{FF2B5EF4-FFF2-40B4-BE49-F238E27FC236}">
                <a16:creationId xmlns:a16="http://schemas.microsoft.com/office/drawing/2014/main" id="{D7150D3C-79C5-B20A-23B2-DC6450F3D96B}"/>
              </a:ext>
            </a:extLst>
          </p:cNvPr>
          <p:cNvSpPr>
            <a:spLocks noChangeArrowheads="1"/>
          </p:cNvSpPr>
          <p:nvPr/>
        </p:nvSpPr>
        <p:spPr bwMode="auto">
          <a:xfrm>
            <a:off x="7363191" y="6532536"/>
            <a:ext cx="2024128" cy="251928"/>
          </a:xfrm>
          <a:prstGeom prst="rect">
            <a:avLst/>
          </a:prstGeom>
          <a:solidFill>
            <a:schemeClr val="bg1"/>
          </a:solidFill>
          <a:ln>
            <a:noFill/>
          </a:ln>
        </p:spPr>
        <p:txBody>
          <a:bodyPr wrap="square">
            <a:spAutoFit/>
          </a:bodyPr>
          <a:lstStyle/>
          <a:p>
            <a:pPr marL="89792" indent="-89792" algn="ctr" defTabSz="862005" eaLnBrk="1" hangingPunct="1">
              <a:defRPr/>
            </a:pPr>
            <a:r>
              <a:rPr lang="ja-JP" altLang="en-US" sz="1037">
                <a:solidFill>
                  <a:srgbClr val="595959"/>
                </a:solidFill>
                <a:latin typeface="+mj-ea"/>
                <a:ea typeface="+mj-ea"/>
                <a:cs typeface="HGP創英角ｺﾞｼｯｸUB" charset="0"/>
              </a:rPr>
              <a:t>投資信託部</a:t>
            </a:r>
          </a:p>
        </p:txBody>
      </p:sp>
    </p:spTree>
    <p:extLst>
      <p:ext uri="{BB962C8B-B14F-4D97-AF65-F5344CB8AC3E}">
        <p14:creationId xmlns:p14="http://schemas.microsoft.com/office/powerpoint/2010/main" val="19216120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図形, 円&#10;&#10;自動的に生成された説明">
            <a:extLst>
              <a:ext uri="{FF2B5EF4-FFF2-40B4-BE49-F238E27FC236}">
                <a16:creationId xmlns:a16="http://schemas.microsoft.com/office/drawing/2014/main" id="{88911EB9-3C35-860F-F154-71F392CB4714}"/>
              </a:ext>
            </a:extLst>
          </p:cNvPr>
          <p:cNvPicPr>
            <a:picLocks noChangeAspect="1"/>
          </p:cNvPicPr>
          <p:nvPr/>
        </p:nvPicPr>
        <p:blipFill>
          <a:blip r:embed="rId2"/>
          <a:stretch>
            <a:fillRect/>
          </a:stretch>
        </p:blipFill>
        <p:spPr>
          <a:xfrm>
            <a:off x="6685364" y="-4743"/>
            <a:ext cx="3393675" cy="3393675"/>
          </a:xfrm>
          <a:prstGeom prst="rect">
            <a:avLst/>
          </a:prstGeom>
        </p:spPr>
      </p:pic>
      <p:sp>
        <p:nvSpPr>
          <p:cNvPr id="2" name="スライド番号プレースホルダー 1">
            <a:extLst>
              <a:ext uri="{FF2B5EF4-FFF2-40B4-BE49-F238E27FC236}">
                <a16:creationId xmlns:a16="http://schemas.microsoft.com/office/drawing/2014/main" id="{8C62D85A-64A2-837E-3F6F-BA9924A18726}"/>
              </a:ext>
            </a:extLst>
          </p:cNvPr>
          <p:cNvSpPr>
            <a:spLocks noGrp="1"/>
          </p:cNvSpPr>
          <p:nvPr>
            <p:ph type="sldNum" sz="quarter" idx="10"/>
          </p:nvPr>
        </p:nvSpPr>
        <p:spPr/>
        <p:txBody>
          <a:bodyPr/>
          <a:lstStyle/>
          <a:p>
            <a:fld id="{9BF854DB-42D3-EE44-9486-1E8138C63EFC}" type="slidenum">
              <a:rPr lang="ja-JP" altLang="en-US" smtClean="0"/>
              <a:pPr/>
              <a:t>11</a:t>
            </a:fld>
            <a:endParaRPr lang="ja-JP" altLang="en-US"/>
          </a:p>
        </p:txBody>
      </p:sp>
      <p:sp>
        <p:nvSpPr>
          <p:cNvPr id="3" name="タイトル 1">
            <a:extLst>
              <a:ext uri="{FF2B5EF4-FFF2-40B4-BE49-F238E27FC236}">
                <a16:creationId xmlns:a16="http://schemas.microsoft.com/office/drawing/2014/main" id="{84D28E6A-7F03-759A-1E87-75A06B40837B}"/>
              </a:ext>
            </a:extLst>
          </p:cNvPr>
          <p:cNvSpPr txBox="1">
            <a:spLocks/>
          </p:cNvSpPr>
          <p:nvPr/>
        </p:nvSpPr>
        <p:spPr>
          <a:xfrm>
            <a:off x="327822" y="618767"/>
            <a:ext cx="9352365" cy="437815"/>
          </a:xfrm>
          <a:prstGeom prst="rect">
            <a:avLst/>
          </a:prstGeom>
        </p:spPr>
        <p:txBody>
          <a:bodyPr>
            <a:noAutofit/>
          </a:bodyP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r>
              <a:rPr lang="ja-JP" altLang="en-US" sz="2000"/>
              <a:t>事業について </a:t>
            </a:r>
            <a:r>
              <a:rPr lang="en-US" altLang="ja-JP" sz="2000"/>
              <a:t>| </a:t>
            </a:r>
            <a:r>
              <a:rPr lang="ja-JP" altLang="en-US" sz="2000"/>
              <a:t>業務受任サービス</a:t>
            </a:r>
          </a:p>
        </p:txBody>
      </p:sp>
      <p:cxnSp>
        <p:nvCxnSpPr>
          <p:cNvPr id="4" name="直線コネクタ 3">
            <a:extLst>
              <a:ext uri="{FF2B5EF4-FFF2-40B4-BE49-F238E27FC236}">
                <a16:creationId xmlns:a16="http://schemas.microsoft.com/office/drawing/2014/main" id="{5B74B43F-C7CE-36D2-7709-2138D57FCBF3}"/>
              </a:ext>
            </a:extLst>
          </p:cNvPr>
          <p:cNvCxnSpPr>
            <a:cxnSpLocks/>
          </p:cNvCxnSpPr>
          <p:nvPr/>
        </p:nvCxnSpPr>
        <p:spPr>
          <a:xfrm>
            <a:off x="417668" y="1123606"/>
            <a:ext cx="926251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図 5" descr="テーブル, ノートパソコン, 座る, 女性 が含まれている画像&#10;&#10;自動的に生成された説明">
            <a:extLst>
              <a:ext uri="{FF2B5EF4-FFF2-40B4-BE49-F238E27FC236}">
                <a16:creationId xmlns:a16="http://schemas.microsoft.com/office/drawing/2014/main" id="{C69E16E5-3F3D-BB37-6503-839E4CBEECBA}"/>
              </a:ext>
            </a:extLst>
          </p:cNvPr>
          <p:cNvPicPr>
            <a:picLocks noChangeAspect="1"/>
          </p:cNvPicPr>
          <p:nvPr/>
        </p:nvPicPr>
        <p:blipFill rotWithShape="1">
          <a:blip r:embed="rId3"/>
          <a:srcRect l="16261" r="7257"/>
          <a:stretch/>
        </p:blipFill>
        <p:spPr>
          <a:xfrm>
            <a:off x="6038746" y="5999330"/>
            <a:ext cx="1176558" cy="865531"/>
          </a:xfrm>
          <a:prstGeom prst="rect">
            <a:avLst/>
          </a:prstGeom>
        </p:spPr>
      </p:pic>
      <p:pic>
        <p:nvPicPr>
          <p:cNvPr id="7" name="図 6" descr="ノートパソコンの画面を見ている男&#10;&#10;自動的に生成された説明">
            <a:extLst>
              <a:ext uri="{FF2B5EF4-FFF2-40B4-BE49-F238E27FC236}">
                <a16:creationId xmlns:a16="http://schemas.microsoft.com/office/drawing/2014/main" id="{F6071EB1-7646-4ECD-932A-D752B9202F7F}"/>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b="28870"/>
          <a:stretch/>
        </p:blipFill>
        <p:spPr>
          <a:xfrm>
            <a:off x="518723" y="1481574"/>
            <a:ext cx="1560929" cy="1090902"/>
          </a:xfrm>
          <a:prstGeom prst="rect">
            <a:avLst/>
          </a:prstGeom>
          <a:effectLst>
            <a:reflection stA="20000" endPos="20000" dist="50800" dir="5400000" sy="-100000" algn="bl" rotWithShape="0"/>
          </a:effectLst>
        </p:spPr>
      </p:pic>
      <p:sp>
        <p:nvSpPr>
          <p:cNvPr id="8" name="正方形/長方形 7">
            <a:extLst>
              <a:ext uri="{FF2B5EF4-FFF2-40B4-BE49-F238E27FC236}">
                <a16:creationId xmlns:a16="http://schemas.microsoft.com/office/drawing/2014/main" id="{5D1E8E8F-B97A-CA37-2FF4-7DE3ACF6AEDE}"/>
              </a:ext>
            </a:extLst>
          </p:cNvPr>
          <p:cNvSpPr/>
          <p:nvPr/>
        </p:nvSpPr>
        <p:spPr>
          <a:xfrm>
            <a:off x="514148" y="2895168"/>
            <a:ext cx="9050740" cy="298395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ja-JP" altLang="en-US" sz="1885">
              <a:solidFill>
                <a:schemeClr val="accent4"/>
              </a:solidFill>
              <a:latin typeface="+mn-ea"/>
            </a:endParaRPr>
          </a:p>
        </p:txBody>
      </p:sp>
      <p:sp>
        <p:nvSpPr>
          <p:cNvPr id="9" name="テキスト ボックス 8">
            <a:extLst>
              <a:ext uri="{FF2B5EF4-FFF2-40B4-BE49-F238E27FC236}">
                <a16:creationId xmlns:a16="http://schemas.microsoft.com/office/drawing/2014/main" id="{47DAB1A7-F569-C6F4-F591-424E1DC4FD68}"/>
              </a:ext>
            </a:extLst>
          </p:cNvPr>
          <p:cNvSpPr txBox="1"/>
          <p:nvPr/>
        </p:nvSpPr>
        <p:spPr>
          <a:xfrm>
            <a:off x="2260106" y="1913681"/>
            <a:ext cx="7407934" cy="469616"/>
          </a:xfrm>
          <a:prstGeom prst="rect">
            <a:avLst/>
          </a:prstGeom>
          <a:noFill/>
        </p:spPr>
        <p:txBody>
          <a:bodyPr wrap="square" lIns="0" rIns="0" rtlCol="0">
            <a:spAutoFit/>
          </a:bodyPr>
          <a:lstStyle/>
          <a:p>
            <a:r>
              <a:rPr lang="ja-JP" altLang="en-US" sz="1226">
                <a:solidFill>
                  <a:srgbClr val="7A9EAF"/>
                </a:solidFill>
                <a:latin typeface="+mj-ea"/>
                <a:ea typeface="+mj-ea"/>
                <a:cs typeface="HGP創英角ｺﾞｼｯｸUB" charset="0"/>
              </a:rPr>
              <a:t>当社は、国内で最初に投信委託会社の基準価額算出業務をはじめとする投信アウトソースサービスを開始。</a:t>
            </a:r>
            <a:endParaRPr lang="en-US" altLang="ja-JP" sz="1226">
              <a:solidFill>
                <a:srgbClr val="7A9EAF"/>
              </a:solidFill>
              <a:latin typeface="+mj-ea"/>
              <a:ea typeface="+mj-ea"/>
              <a:cs typeface="HGP創英角ｺﾞｼｯｸUB" charset="0"/>
            </a:endParaRPr>
          </a:p>
          <a:p>
            <a:r>
              <a:rPr lang="ja-JP" altLang="en-US" sz="1226">
                <a:solidFill>
                  <a:srgbClr val="7A9EAF"/>
                </a:solidFill>
                <a:latin typeface="+mj-ea"/>
                <a:ea typeface="+mj-ea"/>
                <a:cs typeface="HGP創英角ｺﾞｼｯｸUB" charset="0"/>
              </a:rPr>
              <a:t>それ以来、長年に亘って培ったノウハウを生かして、高品質な受任サービスを提供。</a:t>
            </a:r>
          </a:p>
        </p:txBody>
      </p:sp>
      <p:sp>
        <p:nvSpPr>
          <p:cNvPr id="10" name="タイトル 4">
            <a:extLst>
              <a:ext uri="{FF2B5EF4-FFF2-40B4-BE49-F238E27FC236}">
                <a16:creationId xmlns:a16="http://schemas.microsoft.com/office/drawing/2014/main" id="{D90F066E-E346-FD84-90AF-39A091731291}"/>
              </a:ext>
            </a:extLst>
          </p:cNvPr>
          <p:cNvSpPr txBox="1"/>
          <p:nvPr/>
        </p:nvSpPr>
        <p:spPr>
          <a:xfrm>
            <a:off x="2266496" y="1469994"/>
            <a:ext cx="7298392" cy="363542"/>
          </a:xfrm>
          <a:prstGeom prst="rect">
            <a:avLst/>
          </a:prstGeom>
          <a:solidFill>
            <a:srgbClr val="7A9EAF"/>
          </a:solidFill>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r>
              <a:rPr lang="en-US" altLang="ja-JP" sz="1508">
                <a:solidFill>
                  <a:schemeClr val="bg1"/>
                </a:solidFill>
              </a:rPr>
              <a:t> </a:t>
            </a:r>
            <a:r>
              <a:rPr lang="ja-JP" altLang="en-US" sz="1508">
                <a:solidFill>
                  <a:schemeClr val="bg1"/>
                </a:solidFill>
              </a:rPr>
              <a:t>業務受任サービス</a:t>
            </a:r>
          </a:p>
        </p:txBody>
      </p:sp>
      <p:sp>
        <p:nvSpPr>
          <p:cNvPr id="11" name="タイトル 4">
            <a:extLst>
              <a:ext uri="{FF2B5EF4-FFF2-40B4-BE49-F238E27FC236}">
                <a16:creationId xmlns:a16="http://schemas.microsoft.com/office/drawing/2014/main" id="{691E9FDC-AEE2-0EE6-964F-7F0810E79E12}"/>
              </a:ext>
            </a:extLst>
          </p:cNvPr>
          <p:cNvSpPr txBox="1"/>
          <p:nvPr/>
        </p:nvSpPr>
        <p:spPr>
          <a:xfrm>
            <a:off x="3076948" y="2701147"/>
            <a:ext cx="3925139" cy="317244"/>
          </a:xfrm>
          <a:prstGeom prst="rect">
            <a:avLst/>
          </a:prstGeom>
          <a:solidFill>
            <a:schemeClr val="bg1"/>
          </a:solidFill>
          <a:ln>
            <a:solidFill>
              <a:schemeClr val="accent4"/>
            </a:solid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414">
                <a:solidFill>
                  <a:schemeClr val="accent4"/>
                </a:solidFill>
              </a:rPr>
              <a:t>サービス例：投信委託代行業務</a:t>
            </a:r>
          </a:p>
        </p:txBody>
      </p:sp>
      <p:sp>
        <p:nvSpPr>
          <p:cNvPr id="13" name="テキスト ボックス 12">
            <a:extLst>
              <a:ext uri="{FF2B5EF4-FFF2-40B4-BE49-F238E27FC236}">
                <a16:creationId xmlns:a16="http://schemas.microsoft.com/office/drawing/2014/main" id="{FA32214C-702C-7489-B7EE-02E0DDE13940}"/>
              </a:ext>
            </a:extLst>
          </p:cNvPr>
          <p:cNvSpPr txBox="1"/>
          <p:nvPr/>
        </p:nvSpPr>
        <p:spPr>
          <a:xfrm>
            <a:off x="714825" y="3091038"/>
            <a:ext cx="8693518" cy="440377"/>
          </a:xfrm>
          <a:prstGeom prst="rect">
            <a:avLst/>
          </a:prstGeom>
          <a:noFill/>
        </p:spPr>
        <p:txBody>
          <a:bodyPr wrap="square" lIns="0" rIns="0" rtlCol="0">
            <a:spAutoFit/>
          </a:bodyPr>
          <a:lstStyle/>
          <a:p>
            <a:pPr algn="ctr"/>
            <a:r>
              <a:rPr lang="ja-JP" altLang="en-US" sz="1131">
                <a:solidFill>
                  <a:srgbClr val="595959"/>
                </a:solidFill>
                <a:latin typeface="+mj-ea"/>
                <a:ea typeface="+mj-ea"/>
                <a:cs typeface="HGP創英角ｺﾞｼｯｸUB" charset="0"/>
              </a:rPr>
              <a:t>日々の基準価額算出を中心とした投信委託会社のミドル・バックオフィス業務を実施。</a:t>
            </a:r>
            <a:endParaRPr lang="en-US" altLang="ja-JP" sz="1131">
              <a:solidFill>
                <a:srgbClr val="595959"/>
              </a:solidFill>
              <a:latin typeface="+mj-ea"/>
              <a:ea typeface="+mj-ea"/>
              <a:cs typeface="HGP創英角ｺﾞｼｯｸUB" charset="0"/>
            </a:endParaRPr>
          </a:p>
          <a:p>
            <a:pPr algn="ctr"/>
            <a:r>
              <a:rPr lang="ja-JP" altLang="en-US" sz="1131">
                <a:solidFill>
                  <a:srgbClr val="595959"/>
                </a:solidFill>
                <a:latin typeface="+mj-ea"/>
                <a:ea typeface="+mj-ea"/>
                <a:cs typeface="HGP創英角ｺﾞｼｯｸUB" charset="0"/>
              </a:rPr>
              <a:t>各種レポートの作成支援、当局宛報告など、多岐にわたる業務を代行する。</a:t>
            </a:r>
          </a:p>
        </p:txBody>
      </p:sp>
      <p:sp>
        <p:nvSpPr>
          <p:cNvPr id="14" name="タイトル 4">
            <a:extLst>
              <a:ext uri="{FF2B5EF4-FFF2-40B4-BE49-F238E27FC236}">
                <a16:creationId xmlns:a16="http://schemas.microsoft.com/office/drawing/2014/main" id="{53D47447-C28D-7E21-467F-A4864F5A7808}"/>
              </a:ext>
            </a:extLst>
          </p:cNvPr>
          <p:cNvSpPr txBox="1"/>
          <p:nvPr/>
        </p:nvSpPr>
        <p:spPr>
          <a:xfrm>
            <a:off x="856158" y="4068384"/>
            <a:ext cx="1456855" cy="526776"/>
          </a:xfrm>
          <a:prstGeom prst="rect">
            <a:avLst/>
          </a:prstGeom>
          <a:solidFill>
            <a:schemeClr val="accent4"/>
          </a:solidFill>
          <a:ln>
            <a:no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131">
                <a:solidFill>
                  <a:schemeClr val="bg1"/>
                </a:solidFill>
              </a:rPr>
              <a:t>販売会社</a:t>
            </a:r>
          </a:p>
          <a:p>
            <a:pPr algn="ctr"/>
            <a:r>
              <a:rPr lang="ja-JP" altLang="en-US" sz="943">
                <a:solidFill>
                  <a:schemeClr val="bg1"/>
                </a:solidFill>
              </a:rPr>
              <a:t>（証券・銀行）</a:t>
            </a:r>
          </a:p>
        </p:txBody>
      </p:sp>
      <p:sp>
        <p:nvSpPr>
          <p:cNvPr id="15" name="タイトル 4">
            <a:extLst>
              <a:ext uri="{FF2B5EF4-FFF2-40B4-BE49-F238E27FC236}">
                <a16:creationId xmlns:a16="http://schemas.microsoft.com/office/drawing/2014/main" id="{FC2B5BD1-9B7E-EC66-18D3-230AD9C95954}"/>
              </a:ext>
            </a:extLst>
          </p:cNvPr>
          <p:cNvSpPr txBox="1"/>
          <p:nvPr/>
        </p:nvSpPr>
        <p:spPr>
          <a:xfrm>
            <a:off x="514149" y="5999332"/>
            <a:ext cx="1031132" cy="865550"/>
          </a:xfrm>
          <a:prstGeom prst="rect">
            <a:avLst/>
          </a:prstGeom>
          <a:solidFill>
            <a:srgbClr val="7A9EAF"/>
          </a:solidFill>
          <a:ln>
            <a:no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131">
                <a:solidFill>
                  <a:schemeClr val="bg1"/>
                </a:solidFill>
              </a:rPr>
              <a:t>その他の</a:t>
            </a:r>
          </a:p>
          <a:p>
            <a:pPr algn="ctr"/>
            <a:r>
              <a:rPr lang="ja-JP" altLang="en-US" sz="1131">
                <a:solidFill>
                  <a:schemeClr val="bg1"/>
                </a:solidFill>
              </a:rPr>
              <a:t>サービス</a:t>
            </a:r>
          </a:p>
        </p:txBody>
      </p:sp>
      <p:sp>
        <p:nvSpPr>
          <p:cNvPr id="16" name="テキスト ボックス 15">
            <a:extLst>
              <a:ext uri="{FF2B5EF4-FFF2-40B4-BE49-F238E27FC236}">
                <a16:creationId xmlns:a16="http://schemas.microsoft.com/office/drawing/2014/main" id="{34F6F1C5-706B-9E55-9699-6CD0C053EB04}"/>
              </a:ext>
            </a:extLst>
          </p:cNvPr>
          <p:cNvSpPr txBox="1"/>
          <p:nvPr/>
        </p:nvSpPr>
        <p:spPr>
          <a:xfrm>
            <a:off x="2859184" y="6341684"/>
            <a:ext cx="3042217" cy="571118"/>
          </a:xfrm>
          <a:prstGeom prst="rect">
            <a:avLst/>
          </a:prstGeom>
          <a:noFill/>
        </p:spPr>
        <p:txBody>
          <a:bodyPr wrap="square" lIns="0" rIns="0" rtlCol="0">
            <a:spAutoFit/>
          </a:bodyPr>
          <a:lstStyle/>
          <a:p>
            <a:r>
              <a:rPr lang="ja-JP" altLang="en-US" sz="1037" spc="-75">
                <a:solidFill>
                  <a:srgbClr val="595959"/>
                </a:solidFill>
                <a:latin typeface="+mj-ea"/>
                <a:ea typeface="+mj-ea"/>
                <a:cs typeface="HGP創英角ｺﾞｼｯｸUB" charset="0"/>
              </a:rPr>
              <a:t>証券を貸し出して手数料を受け取るビジネス。お客さまが保有する有価証券を当社が市場で貸し出し、貸付料を得ることでお客さまの運用収益向上に貢献。</a:t>
            </a:r>
          </a:p>
        </p:txBody>
      </p:sp>
      <p:sp>
        <p:nvSpPr>
          <p:cNvPr id="17" name="タイトル 4">
            <a:extLst>
              <a:ext uri="{FF2B5EF4-FFF2-40B4-BE49-F238E27FC236}">
                <a16:creationId xmlns:a16="http://schemas.microsoft.com/office/drawing/2014/main" id="{2DE3CF80-A26A-08E3-5F42-FF237361C821}"/>
              </a:ext>
            </a:extLst>
          </p:cNvPr>
          <p:cNvSpPr txBox="1"/>
          <p:nvPr/>
        </p:nvSpPr>
        <p:spPr>
          <a:xfrm>
            <a:off x="2859184" y="6001951"/>
            <a:ext cx="3042217" cy="317244"/>
          </a:xfrm>
          <a:prstGeom prst="rect">
            <a:avLst/>
          </a:prstGeom>
          <a:solidFill>
            <a:schemeClr val="bg1"/>
          </a:solidFill>
          <a:ln>
            <a:noFill/>
          </a:ln>
        </p:spPr>
        <p:txBody>
          <a:bodyPr lIns="0"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r>
              <a:rPr lang="ja-JP" altLang="en-US" sz="1226">
                <a:solidFill>
                  <a:schemeClr val="accent4"/>
                </a:solidFill>
              </a:rPr>
              <a:t>レンディングサービス</a:t>
            </a:r>
          </a:p>
        </p:txBody>
      </p:sp>
      <p:sp>
        <p:nvSpPr>
          <p:cNvPr id="18" name="テキスト ボックス 17">
            <a:extLst>
              <a:ext uri="{FF2B5EF4-FFF2-40B4-BE49-F238E27FC236}">
                <a16:creationId xmlns:a16="http://schemas.microsoft.com/office/drawing/2014/main" id="{661D5B0E-8633-938E-CDB7-BD83116880B0}"/>
              </a:ext>
            </a:extLst>
          </p:cNvPr>
          <p:cNvSpPr txBox="1"/>
          <p:nvPr/>
        </p:nvSpPr>
        <p:spPr>
          <a:xfrm>
            <a:off x="7326945" y="6341684"/>
            <a:ext cx="2201248" cy="571118"/>
          </a:xfrm>
          <a:prstGeom prst="rect">
            <a:avLst/>
          </a:prstGeom>
          <a:noFill/>
        </p:spPr>
        <p:txBody>
          <a:bodyPr wrap="square" lIns="0" rIns="0" rtlCol="0">
            <a:spAutoFit/>
          </a:bodyPr>
          <a:lstStyle/>
          <a:p>
            <a:r>
              <a:rPr lang="ja-JP" altLang="en-US" sz="1037" spc="-94">
                <a:solidFill>
                  <a:srgbClr val="595959"/>
                </a:solidFill>
                <a:latin typeface="+mj-ea"/>
                <a:ea typeface="+mj-ea"/>
                <a:cs typeface="HGP創英角ｺﾞｼｯｸUB" charset="0"/>
              </a:rPr>
              <a:t>運用会社（フロント）と資産管理信託銀行（バック）をシームレスにつないだ「</a:t>
            </a:r>
            <a:r>
              <a:rPr lang="en" altLang="ja-JP" sz="1037" spc="-94">
                <a:solidFill>
                  <a:srgbClr val="595959"/>
                </a:solidFill>
                <a:latin typeface="+mj-ea"/>
                <a:ea typeface="+mj-ea"/>
                <a:cs typeface="HGP創英角ｺﾞｼｯｸUB" charset="0"/>
              </a:rPr>
              <a:t>MTBJ</a:t>
            </a:r>
            <a:r>
              <a:rPr lang="ja-JP" altLang="en-US" sz="1037" spc="-94">
                <a:solidFill>
                  <a:srgbClr val="595959"/>
                </a:solidFill>
                <a:latin typeface="+mj-ea"/>
                <a:ea typeface="+mj-ea"/>
                <a:cs typeface="HGP創英角ｺﾞｼｯｸUB" charset="0"/>
              </a:rPr>
              <a:t>プラットフォーム」を運用。</a:t>
            </a:r>
          </a:p>
        </p:txBody>
      </p:sp>
      <p:sp>
        <p:nvSpPr>
          <p:cNvPr id="19" name="タイトル 4">
            <a:extLst>
              <a:ext uri="{FF2B5EF4-FFF2-40B4-BE49-F238E27FC236}">
                <a16:creationId xmlns:a16="http://schemas.microsoft.com/office/drawing/2014/main" id="{B4A56577-FB77-8F46-4996-5AAA10E1F9D3}"/>
              </a:ext>
            </a:extLst>
          </p:cNvPr>
          <p:cNvSpPr txBox="1"/>
          <p:nvPr/>
        </p:nvSpPr>
        <p:spPr>
          <a:xfrm>
            <a:off x="7326945" y="6001951"/>
            <a:ext cx="2201248" cy="317244"/>
          </a:xfrm>
          <a:prstGeom prst="rect">
            <a:avLst/>
          </a:prstGeom>
          <a:solidFill>
            <a:schemeClr val="bg1"/>
          </a:solidFill>
          <a:ln>
            <a:noFill/>
          </a:ln>
        </p:spPr>
        <p:txBody>
          <a:bodyPr lIns="0"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r>
              <a:rPr lang="ja-JP" altLang="en-US" sz="1226">
                <a:solidFill>
                  <a:schemeClr val="accent4"/>
                </a:solidFill>
              </a:rPr>
              <a:t>データサービス</a:t>
            </a:r>
          </a:p>
        </p:txBody>
      </p:sp>
      <p:pic>
        <p:nvPicPr>
          <p:cNvPr id="20" name="図 19" descr="建物, テーブル, 本, 座る が含まれている画像&#10;&#10;自動的に生成された説明">
            <a:extLst>
              <a:ext uri="{FF2B5EF4-FFF2-40B4-BE49-F238E27FC236}">
                <a16:creationId xmlns:a16="http://schemas.microsoft.com/office/drawing/2014/main" id="{0B6B53CA-283C-A493-6442-5F0998062496}"/>
              </a:ext>
            </a:extLst>
          </p:cNvPr>
          <p:cNvPicPr>
            <a:picLocks noChangeAspect="1"/>
          </p:cNvPicPr>
          <p:nvPr/>
        </p:nvPicPr>
        <p:blipFill rotWithShape="1">
          <a:blip r:embed="rId5"/>
          <a:srcRect l="7933" r="3316"/>
          <a:stretch/>
        </p:blipFill>
        <p:spPr>
          <a:xfrm>
            <a:off x="1607194" y="5999331"/>
            <a:ext cx="1190077" cy="865546"/>
          </a:xfrm>
          <a:prstGeom prst="rect">
            <a:avLst/>
          </a:prstGeom>
        </p:spPr>
      </p:pic>
      <p:sp>
        <p:nvSpPr>
          <p:cNvPr id="21" name="タイトル 4">
            <a:extLst>
              <a:ext uri="{FF2B5EF4-FFF2-40B4-BE49-F238E27FC236}">
                <a16:creationId xmlns:a16="http://schemas.microsoft.com/office/drawing/2014/main" id="{9AF8AA69-1613-6CDD-0D85-412AA84084EB}"/>
              </a:ext>
            </a:extLst>
          </p:cNvPr>
          <p:cNvSpPr txBox="1"/>
          <p:nvPr/>
        </p:nvSpPr>
        <p:spPr>
          <a:xfrm>
            <a:off x="856159" y="5179382"/>
            <a:ext cx="1456855" cy="526776"/>
          </a:xfrm>
          <a:prstGeom prst="rect">
            <a:avLst/>
          </a:prstGeom>
          <a:solidFill>
            <a:schemeClr val="accent4"/>
          </a:solidFill>
          <a:ln>
            <a:no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131">
                <a:solidFill>
                  <a:schemeClr val="bg1"/>
                </a:solidFill>
              </a:rPr>
              <a:t>投資家</a:t>
            </a:r>
          </a:p>
        </p:txBody>
      </p:sp>
      <p:grpSp>
        <p:nvGrpSpPr>
          <p:cNvPr id="22" name="グループ化 21">
            <a:extLst>
              <a:ext uri="{FF2B5EF4-FFF2-40B4-BE49-F238E27FC236}">
                <a16:creationId xmlns:a16="http://schemas.microsoft.com/office/drawing/2014/main" id="{AD4F73AD-A384-26E1-6399-A78F3742F127}"/>
              </a:ext>
            </a:extLst>
          </p:cNvPr>
          <p:cNvGrpSpPr/>
          <p:nvPr/>
        </p:nvGrpSpPr>
        <p:grpSpPr>
          <a:xfrm>
            <a:off x="1454055" y="4576682"/>
            <a:ext cx="260060" cy="614795"/>
            <a:chOff x="1542456" y="4390292"/>
            <a:chExt cx="275871" cy="487880"/>
          </a:xfrm>
        </p:grpSpPr>
        <p:cxnSp>
          <p:nvCxnSpPr>
            <p:cNvPr id="23" name="直線矢印コネクタ 22">
              <a:extLst>
                <a:ext uri="{FF2B5EF4-FFF2-40B4-BE49-F238E27FC236}">
                  <a16:creationId xmlns:a16="http://schemas.microsoft.com/office/drawing/2014/main" id="{5C092C7C-EC27-9906-FF74-10639029ED94}"/>
                </a:ext>
              </a:extLst>
            </p:cNvPr>
            <p:cNvCxnSpPr>
              <a:cxnSpLocks/>
            </p:cNvCxnSpPr>
            <p:nvPr/>
          </p:nvCxnSpPr>
          <p:spPr>
            <a:xfrm>
              <a:off x="1542456" y="4409893"/>
              <a:ext cx="0" cy="468279"/>
            </a:xfrm>
            <a:prstGeom prst="straightConnector1">
              <a:avLst/>
            </a:prstGeom>
            <a:ln w="19050">
              <a:solidFill>
                <a:srgbClr val="595959"/>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B00DC885-749B-027E-E0CC-33E39400D9B7}"/>
                </a:ext>
              </a:extLst>
            </p:cNvPr>
            <p:cNvCxnSpPr>
              <a:cxnSpLocks/>
            </p:cNvCxnSpPr>
            <p:nvPr/>
          </p:nvCxnSpPr>
          <p:spPr>
            <a:xfrm flipV="1">
              <a:off x="1818327" y="4390292"/>
              <a:ext cx="0" cy="487880"/>
            </a:xfrm>
            <a:prstGeom prst="straightConnector1">
              <a:avLst/>
            </a:prstGeom>
            <a:ln w="19050">
              <a:solidFill>
                <a:srgbClr val="595959"/>
              </a:solidFill>
              <a:tailEnd type="triangle"/>
            </a:ln>
          </p:spPr>
          <p:style>
            <a:lnRef idx="1">
              <a:schemeClr val="accent1"/>
            </a:lnRef>
            <a:fillRef idx="0">
              <a:schemeClr val="accent1"/>
            </a:fillRef>
            <a:effectRef idx="0">
              <a:schemeClr val="accent1"/>
            </a:effectRef>
            <a:fontRef idx="minor">
              <a:schemeClr val="tx1"/>
            </a:fontRef>
          </p:style>
        </p:cxnSp>
      </p:grpSp>
      <p:sp>
        <p:nvSpPr>
          <p:cNvPr id="25" name="Text Box 11">
            <a:extLst>
              <a:ext uri="{FF2B5EF4-FFF2-40B4-BE49-F238E27FC236}">
                <a16:creationId xmlns:a16="http://schemas.microsoft.com/office/drawing/2014/main" id="{C3C42AAA-061D-4AF0-2AA5-5A3AF99CDD81}"/>
              </a:ext>
            </a:extLst>
          </p:cNvPr>
          <p:cNvSpPr txBox="1">
            <a:spLocks noChangeArrowheads="1"/>
          </p:cNvSpPr>
          <p:nvPr/>
        </p:nvSpPr>
        <p:spPr bwMode="auto">
          <a:xfrm>
            <a:off x="901170" y="4752157"/>
            <a:ext cx="656228" cy="251928"/>
          </a:xfrm>
          <a:prstGeom prst="rect">
            <a:avLst/>
          </a:prstGeom>
          <a:noFill/>
          <a:ln>
            <a:noFill/>
          </a:ln>
        </p:spPr>
        <p:txBody>
          <a:bodyPr wrap="square" anchor="ctr">
            <a:sp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ja-JP" altLang="en-US" sz="1037" b="1">
                <a:solidFill>
                  <a:srgbClr val="595959"/>
                </a:solidFill>
                <a:latin typeface="+mj-ea"/>
                <a:ea typeface="+mj-ea"/>
                <a:cs typeface="HGP創英角ｺﾞｼｯｸUB" charset="0"/>
              </a:rPr>
              <a:t>申込</a:t>
            </a:r>
          </a:p>
        </p:txBody>
      </p:sp>
      <p:sp>
        <p:nvSpPr>
          <p:cNvPr id="26" name="Text Box 11">
            <a:extLst>
              <a:ext uri="{FF2B5EF4-FFF2-40B4-BE49-F238E27FC236}">
                <a16:creationId xmlns:a16="http://schemas.microsoft.com/office/drawing/2014/main" id="{3054EC05-5C80-19B2-12E4-9B90883DCE12}"/>
              </a:ext>
            </a:extLst>
          </p:cNvPr>
          <p:cNvSpPr txBox="1">
            <a:spLocks noChangeArrowheads="1"/>
          </p:cNvSpPr>
          <p:nvPr/>
        </p:nvSpPr>
        <p:spPr bwMode="auto">
          <a:xfrm>
            <a:off x="1602707" y="4752157"/>
            <a:ext cx="656228" cy="251928"/>
          </a:xfrm>
          <a:prstGeom prst="rect">
            <a:avLst/>
          </a:prstGeom>
          <a:noFill/>
          <a:ln>
            <a:noFill/>
          </a:ln>
        </p:spPr>
        <p:txBody>
          <a:bodyPr wrap="square" anchor="ctr">
            <a:sp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ja-JP" altLang="en-US" sz="1037" b="1">
                <a:solidFill>
                  <a:srgbClr val="595959"/>
                </a:solidFill>
                <a:latin typeface="+mj-ea"/>
                <a:ea typeface="+mj-ea"/>
                <a:cs typeface="HGP創英角ｺﾞｼｯｸUB" charset="0"/>
              </a:rPr>
              <a:t>報告</a:t>
            </a:r>
          </a:p>
        </p:txBody>
      </p:sp>
      <p:sp>
        <p:nvSpPr>
          <p:cNvPr id="27" name="タイトル 4">
            <a:extLst>
              <a:ext uri="{FF2B5EF4-FFF2-40B4-BE49-F238E27FC236}">
                <a16:creationId xmlns:a16="http://schemas.microsoft.com/office/drawing/2014/main" id="{F0C47296-5564-9920-9505-4958DE6D1483}"/>
              </a:ext>
            </a:extLst>
          </p:cNvPr>
          <p:cNvSpPr txBox="1"/>
          <p:nvPr/>
        </p:nvSpPr>
        <p:spPr>
          <a:xfrm>
            <a:off x="3172155" y="4068384"/>
            <a:ext cx="1456855" cy="526776"/>
          </a:xfrm>
          <a:prstGeom prst="rect">
            <a:avLst/>
          </a:prstGeom>
          <a:solidFill>
            <a:schemeClr val="accent4"/>
          </a:solidFill>
          <a:ln>
            <a:no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131">
                <a:solidFill>
                  <a:schemeClr val="bg1"/>
                </a:solidFill>
              </a:rPr>
              <a:t>運用会社</a:t>
            </a:r>
          </a:p>
          <a:p>
            <a:pPr algn="ctr"/>
            <a:r>
              <a:rPr lang="ja-JP" altLang="en-US" sz="943">
                <a:solidFill>
                  <a:schemeClr val="bg1"/>
                </a:solidFill>
              </a:rPr>
              <a:t>（○○投信委託）</a:t>
            </a:r>
          </a:p>
        </p:txBody>
      </p:sp>
      <p:sp>
        <p:nvSpPr>
          <p:cNvPr id="28" name="タイトル 4">
            <a:extLst>
              <a:ext uri="{FF2B5EF4-FFF2-40B4-BE49-F238E27FC236}">
                <a16:creationId xmlns:a16="http://schemas.microsoft.com/office/drawing/2014/main" id="{9BF08108-157A-C6F9-8E3F-80BE0A4F6733}"/>
              </a:ext>
            </a:extLst>
          </p:cNvPr>
          <p:cNvSpPr txBox="1"/>
          <p:nvPr/>
        </p:nvSpPr>
        <p:spPr>
          <a:xfrm>
            <a:off x="5488153" y="4068384"/>
            <a:ext cx="1456855" cy="526776"/>
          </a:xfrm>
          <a:prstGeom prst="rect">
            <a:avLst/>
          </a:prstGeom>
          <a:solidFill>
            <a:schemeClr val="accent4"/>
          </a:solidFill>
          <a:ln>
            <a:no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131">
                <a:solidFill>
                  <a:schemeClr val="bg1"/>
                </a:solidFill>
              </a:rPr>
              <a:t>受託会社</a:t>
            </a:r>
          </a:p>
          <a:p>
            <a:pPr algn="ctr"/>
            <a:r>
              <a:rPr lang="ja-JP" altLang="en-US" sz="943">
                <a:solidFill>
                  <a:schemeClr val="bg1"/>
                </a:solidFill>
              </a:rPr>
              <a:t>（○○信託銀行）</a:t>
            </a:r>
          </a:p>
        </p:txBody>
      </p:sp>
      <p:sp>
        <p:nvSpPr>
          <p:cNvPr id="29" name="タイトル 4">
            <a:extLst>
              <a:ext uri="{FF2B5EF4-FFF2-40B4-BE49-F238E27FC236}">
                <a16:creationId xmlns:a16="http://schemas.microsoft.com/office/drawing/2014/main" id="{36D13B57-0A86-20A8-060D-BBA5E255F9CA}"/>
              </a:ext>
            </a:extLst>
          </p:cNvPr>
          <p:cNvSpPr txBox="1"/>
          <p:nvPr/>
        </p:nvSpPr>
        <p:spPr>
          <a:xfrm>
            <a:off x="7804150" y="4068384"/>
            <a:ext cx="1456855" cy="526776"/>
          </a:xfrm>
          <a:prstGeom prst="rect">
            <a:avLst/>
          </a:prstGeom>
          <a:solidFill>
            <a:schemeClr val="accent4"/>
          </a:solidFill>
          <a:ln>
            <a:no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131">
                <a:solidFill>
                  <a:schemeClr val="bg1"/>
                </a:solidFill>
              </a:rPr>
              <a:t>保管機関</a:t>
            </a:r>
          </a:p>
          <a:p>
            <a:pPr algn="ctr"/>
            <a:r>
              <a:rPr lang="ja-JP" altLang="en-US" sz="943" spc="-104">
                <a:solidFill>
                  <a:schemeClr val="bg1"/>
                </a:solidFill>
              </a:rPr>
              <a:t>（保振、海外カストディ）</a:t>
            </a:r>
          </a:p>
        </p:txBody>
      </p:sp>
      <p:grpSp>
        <p:nvGrpSpPr>
          <p:cNvPr id="30" name="グループ化 29">
            <a:extLst>
              <a:ext uri="{FF2B5EF4-FFF2-40B4-BE49-F238E27FC236}">
                <a16:creationId xmlns:a16="http://schemas.microsoft.com/office/drawing/2014/main" id="{451615D5-BCF2-29E6-0E12-56C10E14EE36}"/>
              </a:ext>
            </a:extLst>
          </p:cNvPr>
          <p:cNvGrpSpPr/>
          <p:nvPr/>
        </p:nvGrpSpPr>
        <p:grpSpPr>
          <a:xfrm>
            <a:off x="2313012" y="4260011"/>
            <a:ext cx="859143" cy="136657"/>
            <a:chOff x="2453636" y="3987462"/>
            <a:chExt cx="911376" cy="144965"/>
          </a:xfrm>
        </p:grpSpPr>
        <p:cxnSp>
          <p:nvCxnSpPr>
            <p:cNvPr id="31" name="直線矢印コネクタ 30">
              <a:extLst>
                <a:ext uri="{FF2B5EF4-FFF2-40B4-BE49-F238E27FC236}">
                  <a16:creationId xmlns:a16="http://schemas.microsoft.com/office/drawing/2014/main" id="{77A64DD6-B40B-FB79-386F-2521148092D8}"/>
                </a:ext>
              </a:extLst>
            </p:cNvPr>
            <p:cNvCxnSpPr>
              <a:cxnSpLocks/>
            </p:cNvCxnSpPr>
            <p:nvPr/>
          </p:nvCxnSpPr>
          <p:spPr>
            <a:xfrm>
              <a:off x="2453636" y="3987462"/>
              <a:ext cx="911376" cy="0"/>
            </a:xfrm>
            <a:prstGeom prst="straightConnector1">
              <a:avLst/>
            </a:prstGeom>
            <a:ln w="19050">
              <a:solidFill>
                <a:srgbClr val="FF26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A872BA3A-64A1-85C0-356C-00C43AA09B4F}"/>
                </a:ext>
              </a:extLst>
            </p:cNvPr>
            <p:cNvCxnSpPr>
              <a:cxnSpLocks/>
            </p:cNvCxnSpPr>
            <p:nvPr/>
          </p:nvCxnSpPr>
          <p:spPr>
            <a:xfrm flipH="1">
              <a:off x="2453636" y="4132427"/>
              <a:ext cx="911376" cy="0"/>
            </a:xfrm>
            <a:prstGeom prst="straightConnector1">
              <a:avLst/>
            </a:prstGeom>
            <a:ln w="19050">
              <a:solidFill>
                <a:srgbClr val="FF26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33" name="直線矢印コネクタ 32">
            <a:extLst>
              <a:ext uri="{FF2B5EF4-FFF2-40B4-BE49-F238E27FC236}">
                <a16:creationId xmlns:a16="http://schemas.microsoft.com/office/drawing/2014/main" id="{58F5E129-4BA9-CA74-E040-91F0300B8F9E}"/>
              </a:ext>
            </a:extLst>
          </p:cNvPr>
          <p:cNvCxnSpPr>
            <a:cxnSpLocks/>
          </p:cNvCxnSpPr>
          <p:nvPr/>
        </p:nvCxnSpPr>
        <p:spPr>
          <a:xfrm>
            <a:off x="4615165" y="4331772"/>
            <a:ext cx="859143" cy="0"/>
          </a:xfrm>
          <a:prstGeom prst="straightConnector1">
            <a:avLst/>
          </a:prstGeom>
          <a:ln w="19050">
            <a:solidFill>
              <a:srgbClr val="FF2600"/>
            </a:solidFill>
            <a:tailEnd type="triangle"/>
          </a:ln>
        </p:spPr>
        <p:style>
          <a:lnRef idx="1">
            <a:schemeClr val="accent1"/>
          </a:lnRef>
          <a:fillRef idx="0">
            <a:schemeClr val="accent1"/>
          </a:fillRef>
          <a:effectRef idx="0">
            <a:schemeClr val="accent1"/>
          </a:effectRef>
          <a:fontRef idx="minor">
            <a:schemeClr val="tx1"/>
          </a:fontRef>
        </p:style>
      </p:cxnSp>
      <p:grpSp>
        <p:nvGrpSpPr>
          <p:cNvPr id="34" name="グループ化 33">
            <a:extLst>
              <a:ext uri="{FF2B5EF4-FFF2-40B4-BE49-F238E27FC236}">
                <a16:creationId xmlns:a16="http://schemas.microsoft.com/office/drawing/2014/main" id="{7389DA42-3C9D-430E-C3D1-A44290EFD038}"/>
              </a:ext>
            </a:extLst>
          </p:cNvPr>
          <p:cNvGrpSpPr/>
          <p:nvPr/>
        </p:nvGrpSpPr>
        <p:grpSpPr>
          <a:xfrm>
            <a:off x="6938343" y="4260011"/>
            <a:ext cx="859143" cy="136657"/>
            <a:chOff x="2453636" y="3987462"/>
            <a:chExt cx="911376" cy="144965"/>
          </a:xfrm>
        </p:grpSpPr>
        <p:cxnSp>
          <p:nvCxnSpPr>
            <p:cNvPr id="35" name="直線矢印コネクタ 34">
              <a:extLst>
                <a:ext uri="{FF2B5EF4-FFF2-40B4-BE49-F238E27FC236}">
                  <a16:creationId xmlns:a16="http://schemas.microsoft.com/office/drawing/2014/main" id="{AD51BE73-397B-B435-8BD1-16F54ED19570}"/>
                </a:ext>
              </a:extLst>
            </p:cNvPr>
            <p:cNvCxnSpPr>
              <a:cxnSpLocks/>
            </p:cNvCxnSpPr>
            <p:nvPr/>
          </p:nvCxnSpPr>
          <p:spPr>
            <a:xfrm>
              <a:off x="2453636" y="3987462"/>
              <a:ext cx="911376" cy="0"/>
            </a:xfrm>
            <a:prstGeom prst="straightConnector1">
              <a:avLst/>
            </a:prstGeom>
            <a:ln w="19050">
              <a:solidFill>
                <a:srgbClr val="595959"/>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28DD7E17-0E3E-46F4-03AA-F1AC023E25D2}"/>
                </a:ext>
              </a:extLst>
            </p:cNvPr>
            <p:cNvCxnSpPr>
              <a:cxnSpLocks/>
            </p:cNvCxnSpPr>
            <p:nvPr/>
          </p:nvCxnSpPr>
          <p:spPr>
            <a:xfrm flipH="1">
              <a:off x="2453636" y="4132427"/>
              <a:ext cx="911376" cy="0"/>
            </a:xfrm>
            <a:prstGeom prst="straightConnector1">
              <a:avLst/>
            </a:prstGeom>
            <a:ln w="19050">
              <a:solidFill>
                <a:srgbClr val="595959"/>
              </a:solidFill>
              <a:tailEnd type="triangle"/>
            </a:ln>
          </p:spPr>
          <p:style>
            <a:lnRef idx="1">
              <a:schemeClr val="accent1"/>
            </a:lnRef>
            <a:fillRef idx="0">
              <a:schemeClr val="accent1"/>
            </a:fillRef>
            <a:effectRef idx="0">
              <a:schemeClr val="accent1"/>
            </a:effectRef>
            <a:fontRef idx="minor">
              <a:schemeClr val="tx1"/>
            </a:fontRef>
          </p:style>
        </p:cxnSp>
      </p:grpSp>
      <p:sp>
        <p:nvSpPr>
          <p:cNvPr id="37" name="Text Box 11">
            <a:extLst>
              <a:ext uri="{FF2B5EF4-FFF2-40B4-BE49-F238E27FC236}">
                <a16:creationId xmlns:a16="http://schemas.microsoft.com/office/drawing/2014/main" id="{ECD6CC4E-4F82-3713-3749-110C5E0FC002}"/>
              </a:ext>
            </a:extLst>
          </p:cNvPr>
          <p:cNvSpPr txBox="1">
            <a:spLocks noChangeArrowheads="1"/>
          </p:cNvSpPr>
          <p:nvPr/>
        </p:nvSpPr>
        <p:spPr bwMode="auto">
          <a:xfrm>
            <a:off x="2326857" y="3954066"/>
            <a:ext cx="838635" cy="251928"/>
          </a:xfrm>
          <a:prstGeom prst="rect">
            <a:avLst/>
          </a:prstGeom>
          <a:noFill/>
          <a:ln>
            <a:noFill/>
          </a:ln>
        </p:spPr>
        <p:txBody>
          <a:bodyPr wrap="square" anchor="ctr">
            <a:sp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ja-JP" altLang="en-US" sz="1037" b="1" spc="-94">
                <a:solidFill>
                  <a:srgbClr val="FF2600"/>
                </a:solidFill>
                <a:latin typeface="+mj-ea"/>
                <a:ea typeface="+mj-ea"/>
                <a:cs typeface="HGP創英角ｺﾞｼｯｸUB" charset="0"/>
              </a:rPr>
              <a:t>設定・解約</a:t>
            </a:r>
          </a:p>
        </p:txBody>
      </p:sp>
      <p:sp>
        <p:nvSpPr>
          <p:cNvPr id="38" name="Text Box 11">
            <a:extLst>
              <a:ext uri="{FF2B5EF4-FFF2-40B4-BE49-F238E27FC236}">
                <a16:creationId xmlns:a16="http://schemas.microsoft.com/office/drawing/2014/main" id="{AE49F4B3-24BA-E23A-D4DD-AED94C89694D}"/>
              </a:ext>
            </a:extLst>
          </p:cNvPr>
          <p:cNvSpPr txBox="1">
            <a:spLocks noChangeArrowheads="1"/>
          </p:cNvSpPr>
          <p:nvPr/>
        </p:nvSpPr>
        <p:spPr bwMode="auto">
          <a:xfrm>
            <a:off x="2326857" y="4448136"/>
            <a:ext cx="838635" cy="251928"/>
          </a:xfrm>
          <a:prstGeom prst="rect">
            <a:avLst/>
          </a:prstGeom>
          <a:noFill/>
          <a:ln>
            <a:noFill/>
          </a:ln>
        </p:spPr>
        <p:txBody>
          <a:bodyPr wrap="square" anchor="ctr">
            <a:sp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ja-JP" altLang="en-US" sz="1037" b="1">
                <a:solidFill>
                  <a:srgbClr val="FF2600"/>
                </a:solidFill>
                <a:latin typeface="+mj-ea"/>
                <a:ea typeface="+mj-ea"/>
                <a:cs typeface="HGP創英角ｺﾞｼｯｸUB" charset="0"/>
              </a:rPr>
              <a:t>報告</a:t>
            </a:r>
          </a:p>
        </p:txBody>
      </p:sp>
      <p:sp>
        <p:nvSpPr>
          <p:cNvPr id="39" name="タイトル 4">
            <a:extLst>
              <a:ext uri="{FF2B5EF4-FFF2-40B4-BE49-F238E27FC236}">
                <a16:creationId xmlns:a16="http://schemas.microsoft.com/office/drawing/2014/main" id="{D71E85B4-330E-A9FF-92A0-B9901CB363EF}"/>
              </a:ext>
            </a:extLst>
          </p:cNvPr>
          <p:cNvSpPr txBox="1"/>
          <p:nvPr/>
        </p:nvSpPr>
        <p:spPr>
          <a:xfrm>
            <a:off x="2655025" y="5369402"/>
            <a:ext cx="1172674" cy="336755"/>
          </a:xfrm>
          <a:prstGeom prst="rect">
            <a:avLst/>
          </a:prstGeom>
          <a:solidFill>
            <a:schemeClr val="bg1"/>
          </a:solidFill>
          <a:ln>
            <a:no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131">
                <a:solidFill>
                  <a:schemeClr val="accent4"/>
                </a:solidFill>
              </a:rPr>
              <a:t>新聞社等</a:t>
            </a:r>
          </a:p>
        </p:txBody>
      </p:sp>
      <p:sp>
        <p:nvSpPr>
          <p:cNvPr id="40" name="タイトル 4">
            <a:extLst>
              <a:ext uri="{FF2B5EF4-FFF2-40B4-BE49-F238E27FC236}">
                <a16:creationId xmlns:a16="http://schemas.microsoft.com/office/drawing/2014/main" id="{25DFA003-ECC9-0370-AAF5-E12ED0EC3153}"/>
              </a:ext>
            </a:extLst>
          </p:cNvPr>
          <p:cNvSpPr txBox="1"/>
          <p:nvPr/>
        </p:nvSpPr>
        <p:spPr>
          <a:xfrm>
            <a:off x="4026140" y="5369402"/>
            <a:ext cx="2012606" cy="336755"/>
          </a:xfrm>
          <a:prstGeom prst="rect">
            <a:avLst/>
          </a:prstGeom>
          <a:solidFill>
            <a:schemeClr val="bg1"/>
          </a:solidFill>
          <a:ln>
            <a:no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131">
                <a:solidFill>
                  <a:schemeClr val="accent4"/>
                </a:solidFill>
              </a:rPr>
              <a:t>金融庁・日銀・投信協会</a:t>
            </a:r>
          </a:p>
        </p:txBody>
      </p:sp>
      <p:cxnSp>
        <p:nvCxnSpPr>
          <p:cNvPr id="41" name="直線矢印コネクタ 40">
            <a:extLst>
              <a:ext uri="{FF2B5EF4-FFF2-40B4-BE49-F238E27FC236}">
                <a16:creationId xmlns:a16="http://schemas.microsoft.com/office/drawing/2014/main" id="{DAB92CE6-230D-B2AC-3131-35EC5708ED9E}"/>
              </a:ext>
            </a:extLst>
          </p:cNvPr>
          <p:cNvCxnSpPr>
            <a:cxnSpLocks/>
          </p:cNvCxnSpPr>
          <p:nvPr/>
        </p:nvCxnSpPr>
        <p:spPr>
          <a:xfrm>
            <a:off x="3481849" y="4917852"/>
            <a:ext cx="0" cy="451550"/>
          </a:xfrm>
          <a:prstGeom prst="straightConnector1">
            <a:avLst/>
          </a:prstGeom>
          <a:ln w="19050">
            <a:solidFill>
              <a:srgbClr val="FF2600"/>
            </a:solidFill>
            <a:tailEnd type="triangle"/>
          </a:ln>
        </p:spPr>
        <p:style>
          <a:lnRef idx="1">
            <a:schemeClr val="accent1"/>
          </a:lnRef>
          <a:fillRef idx="0">
            <a:schemeClr val="accent1"/>
          </a:fillRef>
          <a:effectRef idx="0">
            <a:schemeClr val="accent1"/>
          </a:effectRef>
          <a:fontRef idx="minor">
            <a:schemeClr val="tx1"/>
          </a:fontRef>
        </p:style>
      </p:cxnSp>
      <p:sp>
        <p:nvSpPr>
          <p:cNvPr id="42" name="タイトル 4">
            <a:extLst>
              <a:ext uri="{FF2B5EF4-FFF2-40B4-BE49-F238E27FC236}">
                <a16:creationId xmlns:a16="http://schemas.microsoft.com/office/drawing/2014/main" id="{74BA4314-1B8B-4FFA-65A5-1EED1912B5B9}"/>
              </a:ext>
            </a:extLst>
          </p:cNvPr>
          <p:cNvSpPr txBox="1"/>
          <p:nvPr/>
        </p:nvSpPr>
        <p:spPr>
          <a:xfrm>
            <a:off x="3172155" y="4593991"/>
            <a:ext cx="1456855" cy="323861"/>
          </a:xfrm>
          <a:prstGeom prst="rect">
            <a:avLst/>
          </a:prstGeom>
          <a:solidFill>
            <a:schemeClr val="bg1"/>
          </a:solidFill>
          <a:ln>
            <a:no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131">
                <a:solidFill>
                  <a:srgbClr val="FF2600"/>
                </a:solidFill>
              </a:rPr>
              <a:t>基準価額算出</a:t>
            </a:r>
          </a:p>
        </p:txBody>
      </p:sp>
      <p:sp>
        <p:nvSpPr>
          <p:cNvPr id="43" name="タイトル 4">
            <a:extLst>
              <a:ext uri="{FF2B5EF4-FFF2-40B4-BE49-F238E27FC236}">
                <a16:creationId xmlns:a16="http://schemas.microsoft.com/office/drawing/2014/main" id="{CECCED99-B23B-D397-CCEE-C63C34D18678}"/>
              </a:ext>
            </a:extLst>
          </p:cNvPr>
          <p:cNvSpPr txBox="1"/>
          <p:nvPr/>
        </p:nvSpPr>
        <p:spPr>
          <a:xfrm>
            <a:off x="5474308" y="4593991"/>
            <a:ext cx="1456855" cy="323861"/>
          </a:xfrm>
          <a:prstGeom prst="rect">
            <a:avLst/>
          </a:prstGeom>
          <a:solidFill>
            <a:schemeClr val="bg1"/>
          </a:solidFill>
          <a:ln>
            <a:no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131">
                <a:solidFill>
                  <a:srgbClr val="595959"/>
                </a:solidFill>
              </a:rPr>
              <a:t>基準価額算出</a:t>
            </a:r>
          </a:p>
        </p:txBody>
      </p:sp>
      <p:cxnSp>
        <p:nvCxnSpPr>
          <p:cNvPr id="44" name="直線矢印コネクタ 43">
            <a:extLst>
              <a:ext uri="{FF2B5EF4-FFF2-40B4-BE49-F238E27FC236}">
                <a16:creationId xmlns:a16="http://schemas.microsoft.com/office/drawing/2014/main" id="{529884BE-DB1D-DAF3-FE98-CA7336C5B4B4}"/>
              </a:ext>
            </a:extLst>
          </p:cNvPr>
          <p:cNvCxnSpPr>
            <a:cxnSpLocks/>
            <a:stCxn id="43" idx="1"/>
          </p:cNvCxnSpPr>
          <p:nvPr/>
        </p:nvCxnSpPr>
        <p:spPr>
          <a:xfrm flipH="1">
            <a:off x="4629010" y="4755921"/>
            <a:ext cx="845298" cy="6265"/>
          </a:xfrm>
          <a:prstGeom prst="straightConnector1">
            <a:avLst/>
          </a:prstGeom>
          <a:ln w="19050">
            <a:solidFill>
              <a:srgbClr val="FF26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Text Box 11">
            <a:extLst>
              <a:ext uri="{FF2B5EF4-FFF2-40B4-BE49-F238E27FC236}">
                <a16:creationId xmlns:a16="http://schemas.microsoft.com/office/drawing/2014/main" id="{88EB7A0E-413E-CB48-52B1-AAD393129A1A}"/>
              </a:ext>
            </a:extLst>
          </p:cNvPr>
          <p:cNvSpPr txBox="1">
            <a:spLocks noChangeArrowheads="1"/>
          </p:cNvSpPr>
          <p:nvPr/>
        </p:nvSpPr>
        <p:spPr bwMode="auto">
          <a:xfrm>
            <a:off x="2326857" y="4648929"/>
            <a:ext cx="838635" cy="440505"/>
          </a:xfrm>
          <a:prstGeom prst="rect">
            <a:avLst/>
          </a:prstGeom>
          <a:noFill/>
          <a:ln>
            <a:noFill/>
          </a:ln>
        </p:spPr>
        <p:txBody>
          <a:bodyPr wrap="square" anchor="ctr">
            <a:sp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ja-JP" altLang="en-US" sz="754" b="1">
                <a:solidFill>
                  <a:srgbClr val="FF2600"/>
                </a:solidFill>
                <a:latin typeface="+mj-ea"/>
                <a:ea typeface="+mj-ea"/>
                <a:cs typeface="HGP創英角ｺﾞｼｯｸUB" charset="0"/>
              </a:rPr>
              <a:t>・運用報告</a:t>
            </a:r>
          </a:p>
          <a:p>
            <a:pPr marL="0" indent="-89792" algn="ctr" defTabSz="862005" eaLnBrk="1" hangingPunct="1">
              <a:defRPr/>
            </a:pPr>
            <a:r>
              <a:rPr lang="ja-JP" altLang="en-US" sz="754" b="1">
                <a:solidFill>
                  <a:srgbClr val="FF2600"/>
                </a:solidFill>
                <a:latin typeface="+mj-ea"/>
                <a:ea typeface="+mj-ea"/>
                <a:cs typeface="HGP創英角ｺﾞｼｯｸUB" charset="0"/>
              </a:rPr>
              <a:t>・目論見書</a:t>
            </a:r>
          </a:p>
          <a:p>
            <a:pPr marL="0" indent="-89792" algn="ctr" defTabSz="862005" eaLnBrk="1" hangingPunct="1">
              <a:defRPr/>
            </a:pPr>
            <a:r>
              <a:rPr lang="ja-JP" altLang="en-US" sz="754" b="1">
                <a:solidFill>
                  <a:srgbClr val="FF2600"/>
                </a:solidFill>
                <a:latin typeface="+mj-ea"/>
                <a:ea typeface="+mj-ea"/>
                <a:cs typeface="HGP創英角ｺﾞｼｯｸUB" charset="0"/>
              </a:rPr>
              <a:t>・</a:t>
            </a:r>
            <a:r>
              <a:rPr lang="en" altLang="ja-JP" sz="754" b="1">
                <a:solidFill>
                  <a:srgbClr val="FF2600"/>
                </a:solidFill>
                <a:latin typeface="+mj-ea"/>
                <a:ea typeface="+mj-ea"/>
                <a:cs typeface="HGP創英角ｺﾞｼｯｸUB" charset="0"/>
              </a:rPr>
              <a:t>BSI</a:t>
            </a:r>
            <a:r>
              <a:rPr lang="ja-JP" altLang="en-US" sz="754" b="1">
                <a:solidFill>
                  <a:srgbClr val="FF2600"/>
                </a:solidFill>
                <a:latin typeface="+mj-ea"/>
                <a:ea typeface="+mj-ea"/>
                <a:cs typeface="HGP創英角ｺﾞｼｯｸUB" charset="0"/>
              </a:rPr>
              <a:t>レポート</a:t>
            </a:r>
          </a:p>
        </p:txBody>
      </p:sp>
      <p:sp>
        <p:nvSpPr>
          <p:cNvPr id="46" name="Text Box 11">
            <a:extLst>
              <a:ext uri="{FF2B5EF4-FFF2-40B4-BE49-F238E27FC236}">
                <a16:creationId xmlns:a16="http://schemas.microsoft.com/office/drawing/2014/main" id="{6A4E9CB2-E8C4-E17E-A844-23348970056E}"/>
              </a:ext>
            </a:extLst>
          </p:cNvPr>
          <p:cNvSpPr txBox="1">
            <a:spLocks noChangeArrowheads="1"/>
          </p:cNvSpPr>
          <p:nvPr/>
        </p:nvSpPr>
        <p:spPr bwMode="auto">
          <a:xfrm>
            <a:off x="3251924" y="5003864"/>
            <a:ext cx="838635" cy="251928"/>
          </a:xfrm>
          <a:prstGeom prst="rect">
            <a:avLst/>
          </a:prstGeom>
          <a:noFill/>
          <a:ln>
            <a:noFill/>
          </a:ln>
        </p:spPr>
        <p:txBody>
          <a:bodyPr wrap="square" anchor="ctr">
            <a:sp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ja-JP" altLang="en-US" sz="1037" b="1">
                <a:solidFill>
                  <a:srgbClr val="FF2600"/>
                </a:solidFill>
                <a:latin typeface="+mj-ea"/>
                <a:ea typeface="+mj-ea"/>
                <a:cs typeface="HGP創英角ｺﾞｼｯｸUB" charset="0"/>
              </a:rPr>
              <a:t>公表</a:t>
            </a:r>
          </a:p>
        </p:txBody>
      </p:sp>
      <p:cxnSp>
        <p:nvCxnSpPr>
          <p:cNvPr id="47" name="直線矢印コネクタ 46">
            <a:extLst>
              <a:ext uri="{FF2B5EF4-FFF2-40B4-BE49-F238E27FC236}">
                <a16:creationId xmlns:a16="http://schemas.microsoft.com/office/drawing/2014/main" id="{5906E94C-A5E2-F637-FC7F-26DBFB5EC7EE}"/>
              </a:ext>
            </a:extLst>
          </p:cNvPr>
          <p:cNvCxnSpPr>
            <a:cxnSpLocks/>
          </p:cNvCxnSpPr>
          <p:nvPr/>
        </p:nvCxnSpPr>
        <p:spPr>
          <a:xfrm>
            <a:off x="4312305" y="4917852"/>
            <a:ext cx="0" cy="451550"/>
          </a:xfrm>
          <a:prstGeom prst="straightConnector1">
            <a:avLst/>
          </a:prstGeom>
          <a:ln w="19050">
            <a:solidFill>
              <a:srgbClr val="FF2600"/>
            </a:solidFill>
            <a:tailEnd type="triangle"/>
          </a:ln>
        </p:spPr>
        <p:style>
          <a:lnRef idx="1">
            <a:schemeClr val="accent1"/>
          </a:lnRef>
          <a:fillRef idx="0">
            <a:schemeClr val="accent1"/>
          </a:fillRef>
          <a:effectRef idx="0">
            <a:schemeClr val="accent1"/>
          </a:effectRef>
          <a:fontRef idx="minor">
            <a:schemeClr val="tx1"/>
          </a:fontRef>
        </p:style>
      </p:cxnSp>
      <p:grpSp>
        <p:nvGrpSpPr>
          <p:cNvPr id="48" name="グループ化 47">
            <a:extLst>
              <a:ext uri="{FF2B5EF4-FFF2-40B4-BE49-F238E27FC236}">
                <a16:creationId xmlns:a16="http://schemas.microsoft.com/office/drawing/2014/main" id="{2A1693C5-DE39-F0DD-86E2-0EC866E778A0}"/>
              </a:ext>
            </a:extLst>
          </p:cNvPr>
          <p:cNvGrpSpPr/>
          <p:nvPr/>
        </p:nvGrpSpPr>
        <p:grpSpPr>
          <a:xfrm>
            <a:off x="4106275" y="5003864"/>
            <a:ext cx="1602645" cy="251928"/>
            <a:chOff x="4433980" y="4843445"/>
            <a:chExt cx="1700081" cy="267245"/>
          </a:xfrm>
        </p:grpSpPr>
        <p:sp>
          <p:nvSpPr>
            <p:cNvPr id="49" name="Text Box 11">
              <a:extLst>
                <a:ext uri="{FF2B5EF4-FFF2-40B4-BE49-F238E27FC236}">
                  <a16:creationId xmlns:a16="http://schemas.microsoft.com/office/drawing/2014/main" id="{EB511B81-ABBB-9EDE-0CD0-8BF4D570EE61}"/>
                </a:ext>
              </a:extLst>
            </p:cNvPr>
            <p:cNvSpPr txBox="1">
              <a:spLocks noChangeArrowheads="1"/>
            </p:cNvSpPr>
            <p:nvPr/>
          </p:nvSpPr>
          <p:spPr bwMode="auto">
            <a:xfrm>
              <a:off x="4433980" y="4843445"/>
              <a:ext cx="889621" cy="267245"/>
            </a:xfrm>
            <a:prstGeom prst="rect">
              <a:avLst/>
            </a:prstGeom>
            <a:noFill/>
            <a:ln>
              <a:noFill/>
            </a:ln>
          </p:spPr>
          <p:txBody>
            <a:bodyPr wrap="square" anchor="ctr">
              <a:sp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ja-JP" altLang="en-US" sz="1037" b="1">
                  <a:solidFill>
                    <a:srgbClr val="FF2600"/>
                  </a:solidFill>
                  <a:latin typeface="+mj-ea"/>
                  <a:ea typeface="+mj-ea"/>
                  <a:cs typeface="HGP創英角ｺﾞｼｯｸUB" charset="0"/>
                </a:rPr>
                <a:t>報告</a:t>
              </a:r>
            </a:p>
          </p:txBody>
        </p:sp>
        <p:sp>
          <p:nvSpPr>
            <p:cNvPr id="50" name="Text Box 11">
              <a:extLst>
                <a:ext uri="{FF2B5EF4-FFF2-40B4-BE49-F238E27FC236}">
                  <a16:creationId xmlns:a16="http://schemas.microsoft.com/office/drawing/2014/main" id="{F81E3FA5-C226-D84C-603B-9259178EE40B}"/>
                </a:ext>
              </a:extLst>
            </p:cNvPr>
            <p:cNvSpPr txBox="1">
              <a:spLocks noChangeArrowheads="1"/>
            </p:cNvSpPr>
            <p:nvPr/>
          </p:nvSpPr>
          <p:spPr bwMode="auto">
            <a:xfrm>
              <a:off x="4877258" y="4866576"/>
              <a:ext cx="1256803" cy="221060"/>
            </a:xfrm>
            <a:prstGeom prst="rect">
              <a:avLst/>
            </a:prstGeom>
            <a:noFill/>
            <a:ln>
              <a:noFill/>
            </a:ln>
          </p:spPr>
          <p:txBody>
            <a:bodyPr wrap="square" anchor="ctr">
              <a:sp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ja-JP" altLang="en-US" sz="754" b="1">
                  <a:solidFill>
                    <a:srgbClr val="FF2600"/>
                  </a:solidFill>
                  <a:latin typeface="+mj-ea"/>
                  <a:ea typeface="+mj-ea"/>
                  <a:cs typeface="HGP創英角ｺﾞｼｯｸUB" charset="0"/>
                </a:rPr>
                <a:t>・有価証券報告など</a:t>
              </a:r>
            </a:p>
          </p:txBody>
        </p:sp>
      </p:grpSp>
      <p:sp>
        <p:nvSpPr>
          <p:cNvPr id="51" name="Text Box 11">
            <a:extLst>
              <a:ext uri="{FF2B5EF4-FFF2-40B4-BE49-F238E27FC236}">
                <a16:creationId xmlns:a16="http://schemas.microsoft.com/office/drawing/2014/main" id="{4C14AFAD-CDEA-8838-16EC-689B14A0C1F8}"/>
              </a:ext>
            </a:extLst>
          </p:cNvPr>
          <p:cNvSpPr txBox="1">
            <a:spLocks noChangeArrowheads="1"/>
          </p:cNvSpPr>
          <p:nvPr/>
        </p:nvSpPr>
        <p:spPr bwMode="auto">
          <a:xfrm>
            <a:off x="4629010" y="4490184"/>
            <a:ext cx="838635" cy="251928"/>
          </a:xfrm>
          <a:prstGeom prst="rect">
            <a:avLst/>
          </a:prstGeom>
          <a:noFill/>
          <a:ln>
            <a:noFill/>
          </a:ln>
        </p:spPr>
        <p:txBody>
          <a:bodyPr wrap="square" anchor="ctr">
            <a:sp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ja-JP" altLang="en-US" sz="1037" b="1">
                <a:solidFill>
                  <a:srgbClr val="FF2600"/>
                </a:solidFill>
                <a:latin typeface="+mj-ea"/>
                <a:ea typeface="+mj-ea"/>
                <a:cs typeface="HGP創英角ｺﾞｼｯｸUB" charset="0"/>
              </a:rPr>
              <a:t>照合</a:t>
            </a:r>
          </a:p>
        </p:txBody>
      </p:sp>
      <p:sp>
        <p:nvSpPr>
          <p:cNvPr id="52" name="Text Box 11">
            <a:extLst>
              <a:ext uri="{FF2B5EF4-FFF2-40B4-BE49-F238E27FC236}">
                <a16:creationId xmlns:a16="http://schemas.microsoft.com/office/drawing/2014/main" id="{95F5D3BE-B076-8EC3-E456-F297E09C6AA1}"/>
              </a:ext>
            </a:extLst>
          </p:cNvPr>
          <p:cNvSpPr txBox="1">
            <a:spLocks noChangeArrowheads="1"/>
          </p:cNvSpPr>
          <p:nvPr/>
        </p:nvSpPr>
        <p:spPr bwMode="auto">
          <a:xfrm>
            <a:off x="4629010" y="3852508"/>
            <a:ext cx="838635" cy="411523"/>
          </a:xfrm>
          <a:prstGeom prst="rect">
            <a:avLst/>
          </a:prstGeom>
          <a:noFill/>
          <a:ln>
            <a:noFill/>
          </a:ln>
        </p:spPr>
        <p:txBody>
          <a:bodyPr wrap="square" anchor="ctr">
            <a:sp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ja-JP" altLang="en-US" sz="1037" b="1">
                <a:solidFill>
                  <a:srgbClr val="FF2600"/>
                </a:solidFill>
                <a:latin typeface="+mj-ea"/>
                <a:ea typeface="+mj-ea"/>
                <a:cs typeface="HGP創英角ｺﾞｼｯｸUB" charset="0"/>
              </a:rPr>
              <a:t>時価指図</a:t>
            </a:r>
          </a:p>
          <a:p>
            <a:pPr marL="0" indent="-89792" algn="ctr" defTabSz="862005" eaLnBrk="1" hangingPunct="1">
              <a:defRPr/>
            </a:pPr>
            <a:r>
              <a:rPr lang="ja-JP" altLang="en-US" sz="1037" b="1">
                <a:solidFill>
                  <a:srgbClr val="FF2600"/>
                </a:solidFill>
                <a:latin typeface="+mj-ea"/>
                <a:ea typeface="+mj-ea"/>
                <a:cs typeface="HGP創英角ｺﾞｼｯｸUB" charset="0"/>
              </a:rPr>
              <a:t>約定指図</a:t>
            </a:r>
          </a:p>
        </p:txBody>
      </p:sp>
      <p:sp>
        <p:nvSpPr>
          <p:cNvPr id="53" name="Text Box 11">
            <a:extLst>
              <a:ext uri="{FF2B5EF4-FFF2-40B4-BE49-F238E27FC236}">
                <a16:creationId xmlns:a16="http://schemas.microsoft.com/office/drawing/2014/main" id="{2552B92A-1364-3FF1-163A-138B996CCEDC}"/>
              </a:ext>
            </a:extLst>
          </p:cNvPr>
          <p:cNvSpPr txBox="1">
            <a:spLocks noChangeArrowheads="1"/>
          </p:cNvSpPr>
          <p:nvPr/>
        </p:nvSpPr>
        <p:spPr bwMode="auto">
          <a:xfrm>
            <a:off x="6768458" y="3954066"/>
            <a:ext cx="838635" cy="251928"/>
          </a:xfrm>
          <a:prstGeom prst="rect">
            <a:avLst/>
          </a:prstGeom>
          <a:noFill/>
          <a:ln>
            <a:noFill/>
          </a:ln>
        </p:spPr>
        <p:txBody>
          <a:bodyPr wrap="square" anchor="ctr">
            <a:sp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ja-JP" altLang="en-US" sz="1037" b="1">
                <a:solidFill>
                  <a:srgbClr val="595959"/>
                </a:solidFill>
                <a:latin typeface="+mj-ea"/>
                <a:ea typeface="+mj-ea"/>
                <a:cs typeface="HGP創英角ｺﾞｼｯｸUB" charset="0"/>
              </a:rPr>
              <a:t>預託</a:t>
            </a:r>
          </a:p>
        </p:txBody>
      </p:sp>
      <p:sp>
        <p:nvSpPr>
          <p:cNvPr id="54" name="Text Box 11">
            <a:extLst>
              <a:ext uri="{FF2B5EF4-FFF2-40B4-BE49-F238E27FC236}">
                <a16:creationId xmlns:a16="http://schemas.microsoft.com/office/drawing/2014/main" id="{A3A6C759-F5CA-FEF1-8671-01878C154B4E}"/>
              </a:ext>
            </a:extLst>
          </p:cNvPr>
          <p:cNvSpPr txBox="1">
            <a:spLocks noChangeArrowheads="1"/>
          </p:cNvSpPr>
          <p:nvPr/>
        </p:nvSpPr>
        <p:spPr bwMode="auto">
          <a:xfrm>
            <a:off x="7083959" y="4437623"/>
            <a:ext cx="838635" cy="251928"/>
          </a:xfrm>
          <a:prstGeom prst="rect">
            <a:avLst/>
          </a:prstGeom>
          <a:noFill/>
          <a:ln>
            <a:noFill/>
          </a:ln>
        </p:spPr>
        <p:txBody>
          <a:bodyPr wrap="square" anchor="ctr">
            <a:spAutoFit/>
          </a:bodyPr>
          <a:lstStyle>
            <a:lvl1pPr marL="95250" indent="-9525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marL="0" indent="-89792" algn="ctr" defTabSz="862005" eaLnBrk="1" hangingPunct="1">
              <a:defRPr/>
            </a:pPr>
            <a:r>
              <a:rPr lang="ja-JP" altLang="en-US" sz="1037" b="1">
                <a:solidFill>
                  <a:srgbClr val="595959"/>
                </a:solidFill>
                <a:latin typeface="+mj-ea"/>
                <a:ea typeface="+mj-ea"/>
                <a:cs typeface="HGP創英角ｺﾞｼｯｸUB" charset="0"/>
              </a:rPr>
              <a:t>利配</a:t>
            </a:r>
          </a:p>
        </p:txBody>
      </p:sp>
      <p:pic>
        <p:nvPicPr>
          <p:cNvPr id="55" name="図 54">
            <a:extLst>
              <a:ext uri="{FF2B5EF4-FFF2-40B4-BE49-F238E27FC236}">
                <a16:creationId xmlns:a16="http://schemas.microsoft.com/office/drawing/2014/main" id="{288CC9F6-1864-EB10-3E2E-A35C8B287F8E}"/>
              </a:ext>
            </a:extLst>
          </p:cNvPr>
          <p:cNvPicPr>
            <a:picLocks noChangeAspect="1"/>
          </p:cNvPicPr>
          <p:nvPr/>
        </p:nvPicPr>
        <p:blipFill>
          <a:blip r:embed="rId6"/>
          <a:stretch>
            <a:fillRect/>
          </a:stretch>
        </p:blipFill>
        <p:spPr>
          <a:xfrm>
            <a:off x="8244937" y="3740326"/>
            <a:ext cx="535677" cy="351358"/>
          </a:xfrm>
          <a:prstGeom prst="rect">
            <a:avLst/>
          </a:prstGeom>
        </p:spPr>
      </p:pic>
      <p:pic>
        <p:nvPicPr>
          <p:cNvPr id="56" name="図 55">
            <a:extLst>
              <a:ext uri="{FF2B5EF4-FFF2-40B4-BE49-F238E27FC236}">
                <a16:creationId xmlns:a16="http://schemas.microsoft.com/office/drawing/2014/main" id="{1DDEE4FA-725C-AA74-33E6-BACD67C583EB}"/>
              </a:ext>
            </a:extLst>
          </p:cNvPr>
          <p:cNvPicPr>
            <a:picLocks noChangeAspect="1"/>
          </p:cNvPicPr>
          <p:nvPr/>
        </p:nvPicPr>
        <p:blipFill>
          <a:blip r:embed="rId7"/>
          <a:stretch>
            <a:fillRect/>
          </a:stretch>
        </p:blipFill>
        <p:spPr>
          <a:xfrm>
            <a:off x="6027059" y="3692293"/>
            <a:ext cx="351351" cy="406250"/>
          </a:xfrm>
          <a:prstGeom prst="rect">
            <a:avLst/>
          </a:prstGeom>
        </p:spPr>
      </p:pic>
      <p:pic>
        <p:nvPicPr>
          <p:cNvPr id="57" name="図 56">
            <a:extLst>
              <a:ext uri="{FF2B5EF4-FFF2-40B4-BE49-F238E27FC236}">
                <a16:creationId xmlns:a16="http://schemas.microsoft.com/office/drawing/2014/main" id="{D37FEE2B-CC2E-73A2-399C-457D360CAFC8}"/>
              </a:ext>
            </a:extLst>
          </p:cNvPr>
          <p:cNvPicPr>
            <a:picLocks noChangeAspect="1"/>
          </p:cNvPicPr>
          <p:nvPr/>
        </p:nvPicPr>
        <p:blipFill>
          <a:blip r:embed="rId8"/>
          <a:stretch>
            <a:fillRect/>
          </a:stretch>
        </p:blipFill>
        <p:spPr>
          <a:xfrm>
            <a:off x="3685478" y="3691415"/>
            <a:ext cx="447128" cy="408005"/>
          </a:xfrm>
          <a:prstGeom prst="rect">
            <a:avLst/>
          </a:prstGeom>
        </p:spPr>
      </p:pic>
      <p:pic>
        <p:nvPicPr>
          <p:cNvPr id="58" name="図 57">
            <a:extLst>
              <a:ext uri="{FF2B5EF4-FFF2-40B4-BE49-F238E27FC236}">
                <a16:creationId xmlns:a16="http://schemas.microsoft.com/office/drawing/2014/main" id="{775D7717-8265-0675-52AC-4CB6D2FC8DB4}"/>
              </a:ext>
            </a:extLst>
          </p:cNvPr>
          <p:cNvPicPr>
            <a:picLocks noChangeAspect="1"/>
          </p:cNvPicPr>
          <p:nvPr/>
        </p:nvPicPr>
        <p:blipFill>
          <a:blip r:embed="rId9"/>
          <a:stretch>
            <a:fillRect/>
          </a:stretch>
        </p:blipFill>
        <p:spPr>
          <a:xfrm>
            <a:off x="1372527" y="3628920"/>
            <a:ext cx="427928" cy="496397"/>
          </a:xfrm>
          <a:prstGeom prst="rect">
            <a:avLst/>
          </a:prstGeom>
        </p:spPr>
      </p:pic>
      <p:pic>
        <p:nvPicPr>
          <p:cNvPr id="59" name="図 58">
            <a:extLst>
              <a:ext uri="{FF2B5EF4-FFF2-40B4-BE49-F238E27FC236}">
                <a16:creationId xmlns:a16="http://schemas.microsoft.com/office/drawing/2014/main" id="{FA17E628-FB23-F18E-64DF-CC0D797627D9}"/>
              </a:ext>
            </a:extLst>
          </p:cNvPr>
          <p:cNvPicPr>
            <a:picLocks noChangeAspect="1"/>
          </p:cNvPicPr>
          <p:nvPr/>
        </p:nvPicPr>
        <p:blipFill>
          <a:blip r:embed="rId10"/>
          <a:stretch>
            <a:fillRect/>
          </a:stretch>
        </p:blipFill>
        <p:spPr>
          <a:xfrm>
            <a:off x="757408" y="4794828"/>
            <a:ext cx="287522" cy="231872"/>
          </a:xfrm>
          <a:prstGeom prst="rect">
            <a:avLst/>
          </a:prstGeom>
        </p:spPr>
      </p:pic>
      <p:pic>
        <p:nvPicPr>
          <p:cNvPr id="60" name="図 59">
            <a:extLst>
              <a:ext uri="{FF2B5EF4-FFF2-40B4-BE49-F238E27FC236}">
                <a16:creationId xmlns:a16="http://schemas.microsoft.com/office/drawing/2014/main" id="{A4B4B025-DDEA-ECD6-E228-239D883299C9}"/>
              </a:ext>
            </a:extLst>
          </p:cNvPr>
          <p:cNvPicPr>
            <a:picLocks noChangeAspect="1"/>
          </p:cNvPicPr>
          <p:nvPr/>
        </p:nvPicPr>
        <p:blipFill>
          <a:blip r:embed="rId10"/>
          <a:stretch>
            <a:fillRect/>
          </a:stretch>
        </p:blipFill>
        <p:spPr>
          <a:xfrm>
            <a:off x="2596571" y="3733104"/>
            <a:ext cx="287522" cy="231872"/>
          </a:xfrm>
          <a:prstGeom prst="rect">
            <a:avLst/>
          </a:prstGeom>
        </p:spPr>
      </p:pic>
      <p:pic>
        <p:nvPicPr>
          <p:cNvPr id="61" name="図 60">
            <a:extLst>
              <a:ext uri="{FF2B5EF4-FFF2-40B4-BE49-F238E27FC236}">
                <a16:creationId xmlns:a16="http://schemas.microsoft.com/office/drawing/2014/main" id="{1C474AEE-A3D7-8FBC-9561-070FD1CC1B34}"/>
              </a:ext>
            </a:extLst>
          </p:cNvPr>
          <p:cNvPicPr>
            <a:picLocks noChangeAspect="1"/>
          </p:cNvPicPr>
          <p:nvPr/>
        </p:nvPicPr>
        <p:blipFill>
          <a:blip r:embed="rId10"/>
          <a:stretch>
            <a:fillRect/>
          </a:stretch>
        </p:blipFill>
        <p:spPr>
          <a:xfrm>
            <a:off x="7369536" y="3975749"/>
            <a:ext cx="287522" cy="231872"/>
          </a:xfrm>
          <a:prstGeom prst="rect">
            <a:avLst/>
          </a:prstGeom>
        </p:spPr>
      </p:pic>
      <p:pic>
        <p:nvPicPr>
          <p:cNvPr id="62" name="図 61">
            <a:extLst>
              <a:ext uri="{FF2B5EF4-FFF2-40B4-BE49-F238E27FC236}">
                <a16:creationId xmlns:a16="http://schemas.microsoft.com/office/drawing/2014/main" id="{9CBD0044-3B2A-20CF-BCC7-F05FB2672821}"/>
              </a:ext>
            </a:extLst>
          </p:cNvPr>
          <p:cNvPicPr>
            <a:picLocks noChangeAspect="1"/>
          </p:cNvPicPr>
          <p:nvPr/>
        </p:nvPicPr>
        <p:blipFill>
          <a:blip r:embed="rId10"/>
          <a:stretch>
            <a:fillRect/>
          </a:stretch>
        </p:blipFill>
        <p:spPr>
          <a:xfrm>
            <a:off x="7033701" y="4466269"/>
            <a:ext cx="287522" cy="231872"/>
          </a:xfrm>
          <a:prstGeom prst="rect">
            <a:avLst/>
          </a:prstGeom>
        </p:spPr>
      </p:pic>
      <p:pic>
        <p:nvPicPr>
          <p:cNvPr id="63" name="図 62">
            <a:extLst>
              <a:ext uri="{FF2B5EF4-FFF2-40B4-BE49-F238E27FC236}">
                <a16:creationId xmlns:a16="http://schemas.microsoft.com/office/drawing/2014/main" id="{FD9797B2-19C2-5D7F-03C3-D46733052677}"/>
              </a:ext>
            </a:extLst>
          </p:cNvPr>
          <p:cNvPicPr>
            <a:picLocks noChangeAspect="1"/>
          </p:cNvPicPr>
          <p:nvPr/>
        </p:nvPicPr>
        <p:blipFill>
          <a:blip r:embed="rId11"/>
          <a:stretch>
            <a:fillRect/>
          </a:stretch>
        </p:blipFill>
        <p:spPr>
          <a:xfrm>
            <a:off x="2131781" y="4773430"/>
            <a:ext cx="191672" cy="239590"/>
          </a:xfrm>
          <a:prstGeom prst="rect">
            <a:avLst/>
          </a:prstGeom>
        </p:spPr>
      </p:pic>
      <p:pic>
        <p:nvPicPr>
          <p:cNvPr id="64" name="図 63">
            <a:extLst>
              <a:ext uri="{FF2B5EF4-FFF2-40B4-BE49-F238E27FC236}">
                <a16:creationId xmlns:a16="http://schemas.microsoft.com/office/drawing/2014/main" id="{2E4B335A-7B9F-3387-2765-BCC558B87EB2}"/>
              </a:ext>
            </a:extLst>
          </p:cNvPr>
          <p:cNvPicPr>
            <a:picLocks noChangeAspect="1"/>
          </p:cNvPicPr>
          <p:nvPr/>
        </p:nvPicPr>
        <p:blipFill>
          <a:blip r:embed="rId11"/>
          <a:stretch>
            <a:fillRect/>
          </a:stretch>
        </p:blipFill>
        <p:spPr>
          <a:xfrm>
            <a:off x="3214528" y="5015210"/>
            <a:ext cx="191672" cy="239590"/>
          </a:xfrm>
          <a:prstGeom prst="rect">
            <a:avLst/>
          </a:prstGeom>
        </p:spPr>
      </p:pic>
      <p:pic>
        <p:nvPicPr>
          <p:cNvPr id="65" name="図 64">
            <a:extLst>
              <a:ext uri="{FF2B5EF4-FFF2-40B4-BE49-F238E27FC236}">
                <a16:creationId xmlns:a16="http://schemas.microsoft.com/office/drawing/2014/main" id="{1416725A-6624-3EC2-4322-10112B7847D1}"/>
              </a:ext>
            </a:extLst>
          </p:cNvPr>
          <p:cNvPicPr>
            <a:picLocks noChangeAspect="1"/>
          </p:cNvPicPr>
          <p:nvPr/>
        </p:nvPicPr>
        <p:blipFill>
          <a:blip r:embed="rId11"/>
          <a:stretch>
            <a:fillRect/>
          </a:stretch>
        </p:blipFill>
        <p:spPr>
          <a:xfrm>
            <a:off x="4055498" y="5015210"/>
            <a:ext cx="191672" cy="239590"/>
          </a:xfrm>
          <a:prstGeom prst="rect">
            <a:avLst/>
          </a:prstGeom>
        </p:spPr>
      </p:pic>
      <p:sp>
        <p:nvSpPr>
          <p:cNvPr id="66" name="タイトル 4">
            <a:extLst>
              <a:ext uri="{FF2B5EF4-FFF2-40B4-BE49-F238E27FC236}">
                <a16:creationId xmlns:a16="http://schemas.microsoft.com/office/drawing/2014/main" id="{B6D060E6-E058-6A75-9881-25E6959F98EB}"/>
              </a:ext>
            </a:extLst>
          </p:cNvPr>
          <p:cNvSpPr txBox="1"/>
          <p:nvPr/>
        </p:nvSpPr>
        <p:spPr>
          <a:xfrm>
            <a:off x="7083959" y="4977946"/>
            <a:ext cx="2175835" cy="491264"/>
          </a:xfrm>
          <a:prstGeom prst="rect">
            <a:avLst/>
          </a:prstGeom>
          <a:solidFill>
            <a:srgbClr val="FF2600"/>
          </a:solidFill>
          <a:ln>
            <a:solidFill>
              <a:srgbClr val="FF2600"/>
            </a:solid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131" b="1" spc="-104">
                <a:solidFill>
                  <a:schemeClr val="bg1"/>
                </a:solidFill>
              </a:rPr>
              <a:t>日本マスタートラスト信託銀行</a:t>
            </a:r>
            <a:endParaRPr lang="en-US" altLang="ja-JP" sz="1131" b="1" spc="-104">
              <a:solidFill>
                <a:schemeClr val="bg1"/>
              </a:solidFill>
            </a:endParaRPr>
          </a:p>
          <a:p>
            <a:pPr algn="ctr"/>
            <a:r>
              <a:rPr lang="ja-JP" altLang="en-US" sz="1131" b="1" spc="-104">
                <a:solidFill>
                  <a:schemeClr val="bg1"/>
                </a:solidFill>
              </a:rPr>
              <a:t>運用管理部</a:t>
            </a:r>
          </a:p>
        </p:txBody>
      </p:sp>
      <p:sp>
        <p:nvSpPr>
          <p:cNvPr id="67" name="タイトル 4">
            <a:extLst>
              <a:ext uri="{FF2B5EF4-FFF2-40B4-BE49-F238E27FC236}">
                <a16:creationId xmlns:a16="http://schemas.microsoft.com/office/drawing/2014/main" id="{3B5502A6-5F7E-BC5E-4764-6C956CCD2526}"/>
              </a:ext>
            </a:extLst>
          </p:cNvPr>
          <p:cNvSpPr txBox="1"/>
          <p:nvPr/>
        </p:nvSpPr>
        <p:spPr>
          <a:xfrm>
            <a:off x="7083959" y="5457966"/>
            <a:ext cx="2175835" cy="293255"/>
          </a:xfrm>
          <a:prstGeom prst="rect">
            <a:avLst/>
          </a:prstGeom>
          <a:solidFill>
            <a:schemeClr val="bg1"/>
          </a:solidFill>
          <a:ln>
            <a:solidFill>
              <a:srgbClr val="FF2600"/>
            </a:solid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037">
                <a:solidFill>
                  <a:srgbClr val="FF2600"/>
                </a:solidFill>
              </a:rPr>
              <a:t>赤字部分の業務を代行</a:t>
            </a:r>
          </a:p>
        </p:txBody>
      </p:sp>
      <p:pic>
        <p:nvPicPr>
          <p:cNvPr id="68" name="図 67">
            <a:extLst>
              <a:ext uri="{FF2B5EF4-FFF2-40B4-BE49-F238E27FC236}">
                <a16:creationId xmlns:a16="http://schemas.microsoft.com/office/drawing/2014/main" id="{9E1B4C2E-B25C-FA0C-B7D0-5B09CAAC4FBD}"/>
              </a:ext>
            </a:extLst>
          </p:cNvPr>
          <p:cNvPicPr>
            <a:picLocks noChangeAspect="1"/>
          </p:cNvPicPr>
          <p:nvPr/>
        </p:nvPicPr>
        <p:blipFill rotWithShape="1">
          <a:blip r:embed="rId12"/>
          <a:srcRect r="88714" b="-48832"/>
          <a:stretch/>
        </p:blipFill>
        <p:spPr>
          <a:xfrm>
            <a:off x="8043155" y="4677511"/>
            <a:ext cx="287514" cy="401220"/>
          </a:xfrm>
          <a:prstGeom prst="rect">
            <a:avLst/>
          </a:prstGeom>
        </p:spPr>
      </p:pic>
    </p:spTree>
    <p:extLst>
      <p:ext uri="{BB962C8B-B14F-4D97-AF65-F5344CB8AC3E}">
        <p14:creationId xmlns:p14="http://schemas.microsoft.com/office/powerpoint/2010/main" val="1040612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91862C4-14CA-B069-F390-CE71D6B47862}"/>
              </a:ext>
            </a:extLst>
          </p:cNvPr>
          <p:cNvSpPr>
            <a:spLocks noGrp="1"/>
          </p:cNvSpPr>
          <p:nvPr>
            <p:ph type="sldNum" sz="quarter" idx="13"/>
          </p:nvPr>
        </p:nvSpPr>
        <p:spPr/>
        <p:txBody>
          <a:bodyPr/>
          <a:lstStyle/>
          <a:p>
            <a:fld id="{9BF854DB-42D3-EE44-9486-1E8138C63EFC}" type="slidenum">
              <a:rPr lang="ja-JP" altLang="en-US" smtClean="0"/>
              <a:pPr/>
              <a:t>12</a:t>
            </a:fld>
            <a:endParaRPr lang="ja-JP" altLang="en-US"/>
          </a:p>
        </p:txBody>
      </p:sp>
      <p:sp>
        <p:nvSpPr>
          <p:cNvPr id="11" name="テキスト ボックス 1">
            <a:extLst>
              <a:ext uri="{FF2B5EF4-FFF2-40B4-BE49-F238E27FC236}">
                <a16:creationId xmlns:a16="http://schemas.microsoft.com/office/drawing/2014/main" id="{A496480A-E4A8-4702-8E58-7B70C5683E97}"/>
              </a:ext>
            </a:extLst>
          </p:cNvPr>
          <p:cNvSpPr txBox="1"/>
          <p:nvPr/>
        </p:nvSpPr>
        <p:spPr>
          <a:xfrm>
            <a:off x="5206632" y="2085798"/>
            <a:ext cx="4447695" cy="4219231"/>
          </a:xfrm>
          <a:prstGeom prst="rect">
            <a:avLst/>
          </a:prstGeom>
          <a:solidFill>
            <a:srgbClr val="E8ECEB"/>
          </a:solidFill>
          <a:ln w="9525" cmpd="sng">
            <a:noFill/>
          </a:ln>
          <a:effectLst>
            <a:outerShdw blurRad="50800" dist="152400" dir="2700000" algn="tl"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wrap="square" lIns="169684"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altLang="ja-JP" sz="3771">
              <a:solidFill>
                <a:schemeClr val="tx1"/>
              </a:solidFill>
              <a:latin typeface="+mn-ea"/>
              <a:cs typeface="Tahoma" panose="020B0604030504040204" pitchFamily="34" charset="0"/>
            </a:endParaRPr>
          </a:p>
        </p:txBody>
      </p:sp>
      <p:sp>
        <p:nvSpPr>
          <p:cNvPr id="21" name="テキスト ボックス 2">
            <a:extLst>
              <a:ext uri="{FF2B5EF4-FFF2-40B4-BE49-F238E27FC236}">
                <a16:creationId xmlns:a16="http://schemas.microsoft.com/office/drawing/2014/main" id="{AB3A4E32-0228-489B-B5EA-A86BE846D32A}"/>
              </a:ext>
            </a:extLst>
          </p:cNvPr>
          <p:cNvSpPr txBox="1"/>
          <p:nvPr/>
        </p:nvSpPr>
        <p:spPr>
          <a:xfrm>
            <a:off x="529142" y="2085798"/>
            <a:ext cx="4447695" cy="4219231"/>
          </a:xfrm>
          <a:prstGeom prst="rect">
            <a:avLst/>
          </a:prstGeom>
          <a:solidFill>
            <a:srgbClr val="406A7A"/>
          </a:solidFill>
          <a:ln w="9525" cmpd="sng">
            <a:noFill/>
          </a:ln>
          <a:effectLst>
            <a:outerShdw blurRad="50800" dist="152400" dir="2700000" algn="tl"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wrap="square" lIns="169684"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ja-JP" altLang="en-US" sz="3771">
                <a:solidFill>
                  <a:schemeClr val="bg1"/>
                </a:solidFill>
                <a:latin typeface="+mn-ea"/>
                <a:cs typeface="Tahoma" panose="020B0604030504040204" pitchFamily="34" charset="0"/>
              </a:rPr>
              <a:t>業容</a:t>
            </a:r>
          </a:p>
        </p:txBody>
      </p:sp>
    </p:spTree>
    <p:extLst>
      <p:ext uri="{BB962C8B-B14F-4D97-AF65-F5344CB8AC3E}">
        <p14:creationId xmlns:p14="http://schemas.microsoft.com/office/powerpoint/2010/main" val="837264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図形, 円&#10;&#10;自動的に生成された説明">
            <a:extLst>
              <a:ext uri="{FF2B5EF4-FFF2-40B4-BE49-F238E27FC236}">
                <a16:creationId xmlns:a16="http://schemas.microsoft.com/office/drawing/2014/main" id="{88911EB9-3C35-860F-F154-71F392CB4714}"/>
              </a:ext>
            </a:extLst>
          </p:cNvPr>
          <p:cNvPicPr>
            <a:picLocks noChangeAspect="1"/>
          </p:cNvPicPr>
          <p:nvPr/>
        </p:nvPicPr>
        <p:blipFill>
          <a:blip r:embed="rId3"/>
          <a:stretch>
            <a:fillRect/>
          </a:stretch>
        </p:blipFill>
        <p:spPr>
          <a:xfrm>
            <a:off x="6685363" y="6389"/>
            <a:ext cx="3393675" cy="3393675"/>
          </a:xfrm>
          <a:prstGeom prst="rect">
            <a:avLst/>
          </a:prstGeom>
        </p:spPr>
      </p:pic>
      <p:sp>
        <p:nvSpPr>
          <p:cNvPr id="2" name="スライド番号プレースホルダー 1">
            <a:extLst>
              <a:ext uri="{FF2B5EF4-FFF2-40B4-BE49-F238E27FC236}">
                <a16:creationId xmlns:a16="http://schemas.microsoft.com/office/drawing/2014/main" id="{8C62D85A-64A2-837E-3F6F-BA9924A18726}"/>
              </a:ext>
            </a:extLst>
          </p:cNvPr>
          <p:cNvSpPr>
            <a:spLocks noGrp="1"/>
          </p:cNvSpPr>
          <p:nvPr>
            <p:ph type="sldNum" sz="quarter" idx="10"/>
          </p:nvPr>
        </p:nvSpPr>
        <p:spPr/>
        <p:txBody>
          <a:bodyPr/>
          <a:lstStyle/>
          <a:p>
            <a:fld id="{9BF854DB-42D3-EE44-9486-1E8138C63EFC}" type="slidenum">
              <a:rPr lang="ja-JP" altLang="en-US" smtClean="0"/>
              <a:pPr/>
              <a:t>13</a:t>
            </a:fld>
            <a:endParaRPr lang="ja-JP" altLang="en-US"/>
          </a:p>
        </p:txBody>
      </p:sp>
      <p:sp>
        <p:nvSpPr>
          <p:cNvPr id="3" name="タイトル 1">
            <a:extLst>
              <a:ext uri="{FF2B5EF4-FFF2-40B4-BE49-F238E27FC236}">
                <a16:creationId xmlns:a16="http://schemas.microsoft.com/office/drawing/2014/main" id="{84D28E6A-7F03-759A-1E87-75A06B40837B}"/>
              </a:ext>
            </a:extLst>
          </p:cNvPr>
          <p:cNvSpPr txBox="1">
            <a:spLocks/>
          </p:cNvSpPr>
          <p:nvPr/>
        </p:nvSpPr>
        <p:spPr>
          <a:xfrm>
            <a:off x="417668" y="618767"/>
            <a:ext cx="8888257" cy="437815"/>
          </a:xfrm>
          <a:prstGeom prst="rect">
            <a:avLst/>
          </a:prstGeom>
        </p:spPr>
        <p:txBody>
          <a:bodyPr>
            <a:noAutofit/>
          </a:bodyP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r>
              <a:rPr lang="en" altLang="ja-JP"/>
              <a:t>MTBJ</a:t>
            </a:r>
            <a:r>
              <a:rPr lang="ja-JP" altLang="en-US"/>
              <a:t>について </a:t>
            </a:r>
            <a:r>
              <a:rPr lang="en-US" altLang="ja-JP"/>
              <a:t>|</a:t>
            </a:r>
            <a:r>
              <a:rPr lang="ja-JP" altLang="en-US"/>
              <a:t>資産管理残高／連結業務収入</a:t>
            </a:r>
          </a:p>
        </p:txBody>
      </p:sp>
      <p:cxnSp>
        <p:nvCxnSpPr>
          <p:cNvPr id="4" name="直線コネクタ 3">
            <a:extLst>
              <a:ext uri="{FF2B5EF4-FFF2-40B4-BE49-F238E27FC236}">
                <a16:creationId xmlns:a16="http://schemas.microsoft.com/office/drawing/2014/main" id="{5B74B43F-C7CE-36D2-7709-2138D57FCBF3}"/>
              </a:ext>
            </a:extLst>
          </p:cNvPr>
          <p:cNvCxnSpPr>
            <a:cxnSpLocks/>
          </p:cNvCxnSpPr>
          <p:nvPr/>
        </p:nvCxnSpPr>
        <p:spPr>
          <a:xfrm>
            <a:off x="417668" y="1123606"/>
            <a:ext cx="926251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999669-BCDC-69D0-040A-EED7792F8CA2}"/>
              </a:ext>
            </a:extLst>
          </p:cNvPr>
          <p:cNvSpPr/>
          <p:nvPr/>
        </p:nvSpPr>
        <p:spPr>
          <a:xfrm>
            <a:off x="417668" y="1319984"/>
            <a:ext cx="8888257" cy="595113"/>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marL="269377" marR="0" lvl="0" indent="-269377" algn="l" defTabSz="995363" rtl="0" eaLnBrk="0" fontAlgn="base" latinLnBrk="0" hangingPunct="0">
              <a:lnSpc>
                <a:spcPct val="100000"/>
              </a:lnSpc>
              <a:spcBef>
                <a:spcPct val="0"/>
              </a:spcBef>
              <a:spcAft>
                <a:spcPct val="0"/>
              </a:spcAft>
              <a:buClrTx/>
              <a:buSzTx/>
              <a:buFont typeface="Wingdings" panose="05000000000000000000" pitchFamily="2" charset="2"/>
              <a:buChar char="n"/>
              <a:tabLst/>
              <a:defRPr/>
            </a:pPr>
            <a:r>
              <a:rPr kumimoji="1" lang="ja-JP" altLang="en-US" sz="1320" b="0" i="0" u="none" strike="noStrike" kern="1200" cap="none" spc="0" normalizeH="0" baseline="0" noProof="0">
                <a:ln>
                  <a:noFill/>
                </a:ln>
                <a:solidFill>
                  <a:srgbClr val="323232"/>
                </a:solidFill>
                <a:effectLst/>
                <a:uLnTx/>
                <a:uFillTx/>
                <a:latin typeface="Arial"/>
                <a:ea typeface="BIZ UDPゴシック"/>
                <a:cs typeface="+mn-cs"/>
              </a:rPr>
              <a:t>受託残高は、</a:t>
            </a:r>
            <a:r>
              <a:rPr kumimoji="1" lang="en-US" altLang="ja-JP" sz="1320" b="0" i="0" u="none" strike="noStrike" kern="1200" cap="none" spc="0" normalizeH="0" baseline="0" noProof="0">
                <a:ln>
                  <a:noFill/>
                </a:ln>
                <a:solidFill>
                  <a:srgbClr val="323232"/>
                </a:solidFill>
                <a:effectLst/>
                <a:uLnTx/>
                <a:uFillTx/>
                <a:latin typeface="Arial"/>
                <a:ea typeface="BIZ UDPゴシック"/>
                <a:cs typeface="+mn-cs"/>
              </a:rPr>
              <a:t>2026</a:t>
            </a:r>
            <a:r>
              <a:rPr kumimoji="1" lang="ja-JP" altLang="en-US" sz="1320" b="0" i="0" u="none" strike="noStrike" kern="1200" cap="none" spc="0" normalizeH="0" baseline="0" noProof="0">
                <a:ln>
                  <a:noFill/>
                </a:ln>
                <a:solidFill>
                  <a:srgbClr val="323232"/>
                </a:solidFill>
                <a:effectLst/>
                <a:uLnTx/>
                <a:uFillTx/>
                <a:latin typeface="Arial"/>
                <a:ea typeface="BIZ UDPゴシック"/>
                <a:cs typeface="+mn-cs"/>
              </a:rPr>
              <a:t>年度</a:t>
            </a:r>
            <a:r>
              <a:rPr kumimoji="1" lang="en-US" altLang="ja-JP" sz="1320" b="0" i="0" u="none" strike="noStrike" kern="1200" cap="none" spc="0" normalizeH="0" baseline="0" noProof="0">
                <a:ln>
                  <a:noFill/>
                </a:ln>
                <a:solidFill>
                  <a:srgbClr val="323232"/>
                </a:solidFill>
                <a:effectLst/>
                <a:uLnTx/>
                <a:uFillTx/>
                <a:latin typeface="Arial"/>
                <a:ea typeface="BIZ UDPゴシック"/>
                <a:cs typeface="+mn-cs"/>
              </a:rPr>
              <a:t>876</a:t>
            </a:r>
            <a:r>
              <a:rPr kumimoji="1" lang="ja-JP" altLang="en-US" sz="1320" b="0" i="0" u="none" strike="noStrike" kern="1200" cap="none" spc="0" normalizeH="0" baseline="0" noProof="0">
                <a:ln>
                  <a:noFill/>
                </a:ln>
                <a:solidFill>
                  <a:srgbClr val="323232"/>
                </a:solidFill>
                <a:effectLst/>
                <a:uLnTx/>
                <a:uFillTx/>
                <a:latin typeface="Arial"/>
                <a:ea typeface="BIZ UDPゴシック"/>
                <a:cs typeface="+mn-cs"/>
              </a:rPr>
              <a:t>兆円の計画（</a:t>
            </a:r>
            <a:r>
              <a:rPr kumimoji="1" lang="en-US" altLang="ja-JP" sz="1320" b="0" i="0" u="none" strike="noStrike" kern="1200" cap="none" spc="0" normalizeH="0" baseline="0" noProof="0">
                <a:ln>
                  <a:noFill/>
                </a:ln>
                <a:solidFill>
                  <a:srgbClr val="323232"/>
                </a:solidFill>
                <a:effectLst/>
                <a:uLnTx/>
                <a:uFillTx/>
                <a:latin typeface="Arial"/>
                <a:ea typeface="BIZ UDPゴシック"/>
                <a:cs typeface="+mn-cs"/>
              </a:rPr>
              <a:t>2024</a:t>
            </a:r>
            <a:r>
              <a:rPr kumimoji="1" lang="ja-JP" altLang="en-US" sz="1320" b="0" i="0" u="none" strike="noStrike" kern="1200" cap="none" spc="0" normalizeH="0" baseline="0" noProof="0">
                <a:ln>
                  <a:noFill/>
                </a:ln>
                <a:solidFill>
                  <a:srgbClr val="323232"/>
                </a:solidFill>
                <a:effectLst/>
                <a:uLnTx/>
                <a:uFillTx/>
                <a:latin typeface="Arial"/>
                <a:ea typeface="BIZ UDPゴシック"/>
                <a:cs typeface="+mn-cs"/>
              </a:rPr>
              <a:t>年</a:t>
            </a:r>
            <a:r>
              <a:rPr kumimoji="1" lang="en-US" altLang="ja-JP" sz="1320" b="0" i="0" u="none" strike="noStrike" kern="1200" cap="none" spc="0" normalizeH="0" baseline="0" noProof="0">
                <a:ln>
                  <a:noFill/>
                </a:ln>
                <a:solidFill>
                  <a:srgbClr val="323232"/>
                </a:solidFill>
                <a:effectLst/>
                <a:uLnTx/>
                <a:uFillTx/>
                <a:latin typeface="Arial"/>
                <a:ea typeface="BIZ UDPゴシック"/>
                <a:cs typeface="+mn-cs"/>
              </a:rPr>
              <a:t>12</a:t>
            </a:r>
            <a:r>
              <a:rPr kumimoji="1" lang="ja-JP" altLang="en-US" sz="1320" b="0" i="0" u="none" strike="noStrike" kern="1200" cap="none" spc="0" normalizeH="0" baseline="0" noProof="0">
                <a:ln>
                  <a:noFill/>
                </a:ln>
                <a:solidFill>
                  <a:srgbClr val="323232"/>
                </a:solidFill>
                <a:effectLst/>
                <a:uLnTx/>
                <a:uFillTx/>
                <a:latin typeface="Arial"/>
                <a:ea typeface="BIZ UDPゴシック"/>
                <a:cs typeface="+mn-cs"/>
              </a:rPr>
              <a:t>月末基準では</a:t>
            </a:r>
            <a:r>
              <a:rPr kumimoji="1" lang="en-US" altLang="ja-JP" sz="1320" b="0" i="0" u="none" strike="noStrike" kern="1200" cap="none" spc="0" normalizeH="0" baseline="0" noProof="0">
                <a:ln>
                  <a:noFill/>
                </a:ln>
                <a:solidFill>
                  <a:srgbClr val="323232"/>
                </a:solidFill>
                <a:effectLst/>
                <a:uLnTx/>
                <a:uFillTx/>
                <a:latin typeface="Arial"/>
                <a:ea typeface="BIZ UDPゴシック"/>
                <a:cs typeface="+mn-cs"/>
              </a:rPr>
              <a:t>781</a:t>
            </a:r>
            <a:r>
              <a:rPr kumimoji="1" lang="ja-JP" altLang="en-US" sz="1320" b="0" i="0" u="none" strike="noStrike" kern="1200" cap="none" spc="0" normalizeH="0" baseline="0" noProof="0">
                <a:ln>
                  <a:noFill/>
                </a:ln>
                <a:solidFill>
                  <a:srgbClr val="323232"/>
                </a:solidFill>
                <a:effectLst/>
                <a:uLnTx/>
                <a:uFillTx/>
                <a:latin typeface="Arial"/>
                <a:ea typeface="BIZ UDPゴシック"/>
                <a:cs typeface="+mn-cs"/>
              </a:rPr>
              <a:t>兆円）</a:t>
            </a:r>
          </a:p>
          <a:p>
            <a:pPr marL="269377" marR="0" lvl="0" indent="-269377" algn="l" defTabSz="995363" rtl="0" eaLnBrk="0" fontAlgn="base" latinLnBrk="0" hangingPunct="0">
              <a:lnSpc>
                <a:spcPct val="100000"/>
              </a:lnSpc>
              <a:spcBef>
                <a:spcPct val="0"/>
              </a:spcBef>
              <a:spcAft>
                <a:spcPct val="0"/>
              </a:spcAft>
              <a:buClrTx/>
              <a:buSzTx/>
              <a:buFont typeface="Wingdings" panose="05000000000000000000" pitchFamily="2" charset="2"/>
              <a:buChar char="n"/>
              <a:tabLst/>
              <a:defRPr/>
            </a:pPr>
            <a:r>
              <a:rPr kumimoji="1" lang="ja-JP" altLang="en-US" sz="1320" b="0" i="0" u="none" strike="noStrike" kern="1200" cap="none" spc="0" normalizeH="0" baseline="0" noProof="0">
                <a:ln>
                  <a:noFill/>
                </a:ln>
                <a:solidFill>
                  <a:srgbClr val="323232"/>
                </a:solidFill>
                <a:effectLst/>
                <a:uLnTx/>
                <a:uFillTx/>
                <a:latin typeface="Arial"/>
                <a:ea typeface="BIZ UDPゴシック"/>
                <a:cs typeface="+mn-cs"/>
              </a:rPr>
              <a:t>連結業務収入は、</a:t>
            </a:r>
            <a:r>
              <a:rPr kumimoji="1" lang="en-US" altLang="ja-JP" sz="1320" b="0" i="0" u="none" strike="noStrike" kern="1200" cap="none" spc="0" normalizeH="0" baseline="0" noProof="0">
                <a:ln>
                  <a:noFill/>
                </a:ln>
                <a:solidFill>
                  <a:srgbClr val="323232"/>
                </a:solidFill>
                <a:effectLst/>
                <a:uLnTx/>
                <a:uFillTx/>
                <a:latin typeface="Arial"/>
                <a:ea typeface="BIZ UDPゴシック"/>
                <a:cs typeface="+mn-cs"/>
              </a:rPr>
              <a:t>2026</a:t>
            </a:r>
            <a:r>
              <a:rPr kumimoji="1" lang="ja-JP" altLang="en-US" sz="1320" b="0" i="0" u="none" strike="noStrike" kern="1200" cap="none" spc="0" normalizeH="0" baseline="0" noProof="0">
                <a:ln>
                  <a:noFill/>
                </a:ln>
                <a:solidFill>
                  <a:srgbClr val="323232"/>
                </a:solidFill>
                <a:effectLst/>
                <a:uLnTx/>
                <a:uFillTx/>
                <a:latin typeface="Arial"/>
                <a:ea typeface="BIZ UDPゴシック"/>
                <a:cs typeface="+mn-cs"/>
              </a:rPr>
              <a:t>年度</a:t>
            </a:r>
            <a:r>
              <a:rPr kumimoji="1" lang="en-US" altLang="ja-JP" sz="1320" b="0" i="0" u="none" strike="noStrike" kern="1200" cap="none" spc="0" normalizeH="0" baseline="0" noProof="0">
                <a:ln>
                  <a:noFill/>
                </a:ln>
                <a:solidFill>
                  <a:srgbClr val="323232"/>
                </a:solidFill>
                <a:effectLst/>
                <a:uLnTx/>
                <a:uFillTx/>
                <a:latin typeface="Arial"/>
                <a:ea typeface="BIZ UDPゴシック"/>
                <a:cs typeface="+mn-cs"/>
              </a:rPr>
              <a:t>740</a:t>
            </a:r>
            <a:r>
              <a:rPr kumimoji="1" lang="ja-JP" altLang="en-US" sz="1320" b="0" i="0" u="none" strike="noStrike" kern="1200" cap="none" spc="0" normalizeH="0" baseline="0" noProof="0">
                <a:ln>
                  <a:noFill/>
                </a:ln>
                <a:solidFill>
                  <a:srgbClr val="323232"/>
                </a:solidFill>
                <a:effectLst/>
                <a:uLnTx/>
                <a:uFillTx/>
                <a:latin typeface="Arial"/>
                <a:ea typeface="BIZ UDPゴシック"/>
                <a:cs typeface="+mn-cs"/>
              </a:rPr>
              <a:t>億円の計画</a:t>
            </a:r>
          </a:p>
        </p:txBody>
      </p:sp>
      <p:pic>
        <p:nvPicPr>
          <p:cNvPr id="8" name="図 7">
            <a:extLst>
              <a:ext uri="{FF2B5EF4-FFF2-40B4-BE49-F238E27FC236}">
                <a16:creationId xmlns:a16="http://schemas.microsoft.com/office/drawing/2014/main" id="{CF1D0FB2-CABF-72DA-A797-375252B8EF3F}"/>
              </a:ext>
            </a:extLst>
          </p:cNvPr>
          <p:cNvPicPr>
            <a:picLocks noChangeAspect="1"/>
          </p:cNvPicPr>
          <p:nvPr/>
        </p:nvPicPr>
        <p:blipFill>
          <a:blip r:embed="rId4"/>
          <a:stretch>
            <a:fillRect/>
          </a:stretch>
        </p:blipFill>
        <p:spPr>
          <a:xfrm>
            <a:off x="408259" y="2035326"/>
            <a:ext cx="9262519" cy="4827986"/>
          </a:xfrm>
          <a:prstGeom prst="rect">
            <a:avLst/>
          </a:prstGeom>
        </p:spPr>
      </p:pic>
    </p:spTree>
    <p:extLst>
      <p:ext uri="{BB962C8B-B14F-4D97-AF65-F5344CB8AC3E}">
        <p14:creationId xmlns:p14="http://schemas.microsoft.com/office/powerpoint/2010/main" val="3896767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91862C4-14CA-B069-F390-CE71D6B47862}"/>
              </a:ext>
            </a:extLst>
          </p:cNvPr>
          <p:cNvSpPr>
            <a:spLocks noGrp="1"/>
          </p:cNvSpPr>
          <p:nvPr>
            <p:ph type="sldNum" sz="quarter" idx="13"/>
          </p:nvPr>
        </p:nvSpPr>
        <p:spPr/>
        <p:txBody>
          <a:bodyPr/>
          <a:lstStyle/>
          <a:p>
            <a:fld id="{9BF854DB-42D3-EE44-9486-1E8138C63EFC}" type="slidenum">
              <a:rPr lang="ja-JP" altLang="en-US" smtClean="0"/>
              <a:pPr/>
              <a:t>14</a:t>
            </a:fld>
            <a:endParaRPr lang="ja-JP" altLang="en-US"/>
          </a:p>
        </p:txBody>
      </p:sp>
      <p:sp>
        <p:nvSpPr>
          <p:cNvPr id="11" name="テキスト ボックス 1">
            <a:extLst>
              <a:ext uri="{FF2B5EF4-FFF2-40B4-BE49-F238E27FC236}">
                <a16:creationId xmlns:a16="http://schemas.microsoft.com/office/drawing/2014/main" id="{A496480A-E4A8-4702-8E58-7B70C5683E97}"/>
              </a:ext>
            </a:extLst>
          </p:cNvPr>
          <p:cNvSpPr txBox="1"/>
          <p:nvPr/>
        </p:nvSpPr>
        <p:spPr>
          <a:xfrm>
            <a:off x="5206632" y="2085798"/>
            <a:ext cx="4447695" cy="4219231"/>
          </a:xfrm>
          <a:prstGeom prst="rect">
            <a:avLst/>
          </a:prstGeom>
          <a:solidFill>
            <a:srgbClr val="E8ECEB"/>
          </a:solidFill>
          <a:ln w="9525" cmpd="sng">
            <a:noFill/>
          </a:ln>
          <a:effectLst>
            <a:outerShdw blurRad="50800" dist="152400" dir="2700000" algn="tl"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wrap="square" lIns="169684"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altLang="ja-JP" sz="3771">
              <a:solidFill>
                <a:schemeClr val="tx1"/>
              </a:solidFill>
              <a:latin typeface="+mn-ea"/>
              <a:cs typeface="Tahoma" panose="020B0604030504040204" pitchFamily="34" charset="0"/>
            </a:endParaRPr>
          </a:p>
        </p:txBody>
      </p:sp>
      <p:sp>
        <p:nvSpPr>
          <p:cNvPr id="21" name="テキスト ボックス 2">
            <a:extLst>
              <a:ext uri="{FF2B5EF4-FFF2-40B4-BE49-F238E27FC236}">
                <a16:creationId xmlns:a16="http://schemas.microsoft.com/office/drawing/2014/main" id="{AB3A4E32-0228-489B-B5EA-A86BE846D32A}"/>
              </a:ext>
            </a:extLst>
          </p:cNvPr>
          <p:cNvSpPr txBox="1"/>
          <p:nvPr/>
        </p:nvSpPr>
        <p:spPr>
          <a:xfrm>
            <a:off x="529142" y="2085798"/>
            <a:ext cx="4447695" cy="4219231"/>
          </a:xfrm>
          <a:prstGeom prst="rect">
            <a:avLst/>
          </a:prstGeom>
          <a:solidFill>
            <a:srgbClr val="406A7A"/>
          </a:solidFill>
          <a:ln w="9525" cmpd="sng">
            <a:noFill/>
          </a:ln>
          <a:effectLst>
            <a:outerShdw blurRad="50800" dist="152400" dir="2700000" algn="tl" rotWithShape="0">
              <a:prstClr val="black">
                <a:alpha val="40000"/>
              </a:prstClr>
            </a:outerShdw>
          </a:effectLst>
        </p:spPr>
        <p:style>
          <a:lnRef idx="0">
            <a:scrgbClr r="0" g="0" b="0"/>
          </a:lnRef>
          <a:fillRef idx="0">
            <a:scrgbClr r="0" g="0" b="0"/>
          </a:fillRef>
          <a:effectRef idx="0">
            <a:scrgbClr r="0" g="0" b="0"/>
          </a:effectRef>
          <a:fontRef idx="minor">
            <a:schemeClr val="dk1"/>
          </a:fontRef>
        </p:style>
        <p:txBody>
          <a:bodyPr wrap="square" lIns="169684"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ja-JP" altLang="en-US" sz="3771" dirty="0">
                <a:solidFill>
                  <a:schemeClr val="bg1"/>
                </a:solidFill>
                <a:latin typeface="+mn-ea"/>
                <a:cs typeface="Tahoma" panose="020B0604030504040204" pitchFamily="34" charset="0"/>
              </a:rPr>
              <a:t>業務企画推進部について</a:t>
            </a:r>
            <a:endParaRPr lang="en-US" altLang="ja-JP" sz="3771" dirty="0">
              <a:solidFill>
                <a:schemeClr val="bg1"/>
              </a:solidFill>
              <a:latin typeface="+mn-ea"/>
              <a:cs typeface="Tahoma" panose="020B0604030504040204" pitchFamily="34" charset="0"/>
            </a:endParaRPr>
          </a:p>
        </p:txBody>
      </p:sp>
    </p:spTree>
    <p:extLst>
      <p:ext uri="{BB962C8B-B14F-4D97-AF65-F5344CB8AC3E}">
        <p14:creationId xmlns:p14="http://schemas.microsoft.com/office/powerpoint/2010/main" val="1351369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図形, 円&#10;&#10;自動的に生成された説明">
            <a:extLst>
              <a:ext uri="{FF2B5EF4-FFF2-40B4-BE49-F238E27FC236}">
                <a16:creationId xmlns:a16="http://schemas.microsoft.com/office/drawing/2014/main" id="{88911EB9-3C35-860F-F154-71F392CB4714}"/>
              </a:ext>
            </a:extLst>
          </p:cNvPr>
          <p:cNvPicPr>
            <a:picLocks noChangeAspect="1"/>
          </p:cNvPicPr>
          <p:nvPr/>
        </p:nvPicPr>
        <p:blipFill>
          <a:blip r:embed="rId2"/>
          <a:stretch>
            <a:fillRect/>
          </a:stretch>
        </p:blipFill>
        <p:spPr>
          <a:xfrm>
            <a:off x="6685364" y="-4743"/>
            <a:ext cx="3393675" cy="3393675"/>
          </a:xfrm>
          <a:prstGeom prst="rect">
            <a:avLst/>
          </a:prstGeom>
        </p:spPr>
      </p:pic>
      <p:sp>
        <p:nvSpPr>
          <p:cNvPr id="2" name="スライド番号プレースホルダー 1">
            <a:extLst>
              <a:ext uri="{FF2B5EF4-FFF2-40B4-BE49-F238E27FC236}">
                <a16:creationId xmlns:a16="http://schemas.microsoft.com/office/drawing/2014/main" id="{8C62D85A-64A2-837E-3F6F-BA9924A18726}"/>
              </a:ext>
            </a:extLst>
          </p:cNvPr>
          <p:cNvSpPr>
            <a:spLocks noGrp="1"/>
          </p:cNvSpPr>
          <p:nvPr>
            <p:ph type="sldNum" sz="quarter" idx="10"/>
          </p:nvPr>
        </p:nvSpPr>
        <p:spPr/>
        <p:txBody>
          <a:bodyPr/>
          <a:lstStyle/>
          <a:p>
            <a:fld id="{9BF854DB-42D3-EE44-9486-1E8138C63EFC}" type="slidenum">
              <a:rPr lang="ja-JP" altLang="en-US" smtClean="0"/>
              <a:pPr/>
              <a:t>15</a:t>
            </a:fld>
            <a:endParaRPr lang="ja-JP" altLang="en-US" dirty="0"/>
          </a:p>
        </p:txBody>
      </p:sp>
      <p:sp>
        <p:nvSpPr>
          <p:cNvPr id="3" name="タイトル 1">
            <a:extLst>
              <a:ext uri="{FF2B5EF4-FFF2-40B4-BE49-F238E27FC236}">
                <a16:creationId xmlns:a16="http://schemas.microsoft.com/office/drawing/2014/main" id="{84D28E6A-7F03-759A-1E87-75A06B40837B}"/>
              </a:ext>
            </a:extLst>
          </p:cNvPr>
          <p:cNvSpPr txBox="1">
            <a:spLocks/>
          </p:cNvSpPr>
          <p:nvPr/>
        </p:nvSpPr>
        <p:spPr>
          <a:xfrm>
            <a:off x="327822" y="618767"/>
            <a:ext cx="9352365" cy="437815"/>
          </a:xfrm>
          <a:prstGeom prst="rect">
            <a:avLst/>
          </a:prstGeom>
        </p:spPr>
        <p:txBody>
          <a:bodyPr>
            <a:noAutofit/>
          </a:bodyP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r>
              <a:rPr lang="ja-JP" altLang="en-US" dirty="0"/>
              <a:t>業務企画推進部 </a:t>
            </a:r>
            <a:r>
              <a:rPr lang="en-US" altLang="ja-JP" dirty="0"/>
              <a:t>|</a:t>
            </a:r>
            <a:endParaRPr lang="ja-JP" altLang="en-US" dirty="0"/>
          </a:p>
        </p:txBody>
      </p:sp>
      <p:cxnSp>
        <p:nvCxnSpPr>
          <p:cNvPr id="4" name="直線コネクタ 3">
            <a:extLst>
              <a:ext uri="{FF2B5EF4-FFF2-40B4-BE49-F238E27FC236}">
                <a16:creationId xmlns:a16="http://schemas.microsoft.com/office/drawing/2014/main" id="{5B74B43F-C7CE-36D2-7709-2138D57FCBF3}"/>
              </a:ext>
            </a:extLst>
          </p:cNvPr>
          <p:cNvCxnSpPr>
            <a:cxnSpLocks/>
          </p:cNvCxnSpPr>
          <p:nvPr/>
        </p:nvCxnSpPr>
        <p:spPr>
          <a:xfrm>
            <a:off x="417668" y="1123606"/>
            <a:ext cx="926251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正方形/長方形 7">
            <a:extLst>
              <a:ext uri="{FF2B5EF4-FFF2-40B4-BE49-F238E27FC236}">
                <a16:creationId xmlns:a16="http://schemas.microsoft.com/office/drawing/2014/main" id="{81307845-1B56-84DA-C8E4-37224AAA3A49}"/>
              </a:ext>
            </a:extLst>
          </p:cNvPr>
          <p:cNvSpPr/>
          <p:nvPr/>
        </p:nvSpPr>
        <p:spPr>
          <a:xfrm>
            <a:off x="417668" y="1319984"/>
            <a:ext cx="9262519" cy="581572"/>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marL="269377" indent="-269377">
              <a:buFont typeface="Wingdings" panose="05000000000000000000" pitchFamily="2" charset="2"/>
              <a:buChar char="n"/>
            </a:pPr>
            <a:r>
              <a:rPr lang="ja-JP" altLang="en-US" sz="1320" dirty="0">
                <a:latin typeface="+mn-ea"/>
              </a:rPr>
              <a:t>資産管理業務にかかる各種プロジェクトの推進、システム企画ならびに開発、顧客課題解決に向けたサービス開発を所管</a:t>
            </a:r>
            <a:endParaRPr lang="en-US" altLang="ja-JP" sz="1320" dirty="0">
              <a:latin typeface="+mn-ea"/>
            </a:endParaRPr>
          </a:p>
        </p:txBody>
      </p:sp>
      <p:sp>
        <p:nvSpPr>
          <p:cNvPr id="11" name="タイトル 4">
            <a:extLst>
              <a:ext uri="{FF2B5EF4-FFF2-40B4-BE49-F238E27FC236}">
                <a16:creationId xmlns:a16="http://schemas.microsoft.com/office/drawing/2014/main" id="{126099D1-2142-EC74-08E8-2EA150DE5BA1}"/>
              </a:ext>
            </a:extLst>
          </p:cNvPr>
          <p:cNvSpPr txBox="1"/>
          <p:nvPr/>
        </p:nvSpPr>
        <p:spPr>
          <a:xfrm>
            <a:off x="417669" y="2007705"/>
            <a:ext cx="973810" cy="4428364"/>
          </a:xfrm>
          <a:prstGeom prst="rect">
            <a:avLst/>
          </a:prstGeom>
          <a:solidFill>
            <a:schemeClr val="accent4"/>
          </a:solidFill>
          <a:ln>
            <a:noFill/>
          </a:ln>
        </p:spPr>
        <p:txBody>
          <a:bodyPr anchor="ct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pPr algn="ctr"/>
            <a:r>
              <a:rPr lang="ja-JP" altLang="en-US" sz="1226" dirty="0">
                <a:solidFill>
                  <a:schemeClr val="bg1"/>
                </a:solidFill>
              </a:rPr>
              <a:t>業務企画</a:t>
            </a:r>
            <a:endParaRPr lang="en-US" altLang="ja-JP" sz="1226" dirty="0">
              <a:solidFill>
                <a:schemeClr val="bg1"/>
              </a:solidFill>
            </a:endParaRPr>
          </a:p>
          <a:p>
            <a:pPr algn="ctr"/>
            <a:r>
              <a:rPr lang="ja-JP" altLang="en-US" sz="1226" dirty="0">
                <a:solidFill>
                  <a:schemeClr val="bg1"/>
                </a:solidFill>
              </a:rPr>
              <a:t>推進部</a:t>
            </a:r>
          </a:p>
        </p:txBody>
      </p:sp>
      <p:grpSp>
        <p:nvGrpSpPr>
          <p:cNvPr id="26" name="グループ化 25">
            <a:extLst>
              <a:ext uri="{FF2B5EF4-FFF2-40B4-BE49-F238E27FC236}">
                <a16:creationId xmlns:a16="http://schemas.microsoft.com/office/drawing/2014/main" id="{8B50914B-1C80-1D98-4353-9BDCC7C9B4A6}"/>
              </a:ext>
            </a:extLst>
          </p:cNvPr>
          <p:cNvGrpSpPr/>
          <p:nvPr/>
        </p:nvGrpSpPr>
        <p:grpSpPr>
          <a:xfrm>
            <a:off x="1441175" y="2107096"/>
            <a:ext cx="3627783" cy="4188947"/>
            <a:chOff x="715616" y="2628480"/>
            <a:chExt cx="3339549" cy="3667563"/>
          </a:xfrm>
        </p:grpSpPr>
        <p:sp>
          <p:nvSpPr>
            <p:cNvPr id="12" name="Rectangle 67">
              <a:extLst>
                <a:ext uri="{FF2B5EF4-FFF2-40B4-BE49-F238E27FC236}">
                  <a16:creationId xmlns:a16="http://schemas.microsoft.com/office/drawing/2014/main" id="{E03BDC28-B557-C466-1842-7768A7FD552F}"/>
                </a:ext>
              </a:extLst>
            </p:cNvPr>
            <p:cNvSpPr>
              <a:spLocks noChangeArrowheads="1"/>
            </p:cNvSpPr>
            <p:nvPr/>
          </p:nvSpPr>
          <p:spPr bwMode="auto">
            <a:xfrm>
              <a:off x="1630091" y="2628480"/>
              <a:ext cx="2425074" cy="229048"/>
            </a:xfrm>
            <a:prstGeom prst="rect">
              <a:avLst/>
            </a:prstGeom>
            <a:solidFill>
              <a:schemeClr val="bg1"/>
            </a:solidFill>
            <a:ln w="9525">
              <a:solidFill>
                <a:schemeClr val="tx1"/>
              </a:solid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algn="ctr">
                <a:spcBef>
                  <a:spcPct val="0"/>
                </a:spcBef>
              </a:pPr>
              <a:r>
                <a:rPr kumimoji="0" lang="ja-JP" altLang="en-US" sz="1100" b="0" dirty="0">
                  <a:solidFill>
                    <a:srgbClr val="595959"/>
                  </a:solidFill>
                  <a:latin typeface="+mn-ea"/>
                  <a:ea typeface="+mn-ea"/>
                </a:rPr>
                <a:t>業務企画</a:t>
              </a:r>
              <a:r>
                <a:rPr kumimoji="0" lang="en-US" altLang="ja-JP" sz="1100" b="0" dirty="0">
                  <a:solidFill>
                    <a:srgbClr val="595959"/>
                  </a:solidFill>
                  <a:latin typeface="+mn-ea"/>
                  <a:ea typeface="+mn-ea"/>
                </a:rPr>
                <a:t>G</a:t>
              </a:r>
              <a:endParaRPr kumimoji="0" lang="ja-JP" altLang="en-US" sz="1100" b="0" dirty="0">
                <a:solidFill>
                  <a:srgbClr val="595959"/>
                </a:solidFill>
                <a:latin typeface="+mn-ea"/>
                <a:ea typeface="+mn-ea"/>
              </a:endParaRPr>
            </a:p>
          </p:txBody>
        </p:sp>
        <p:sp>
          <p:nvSpPr>
            <p:cNvPr id="13" name="Rectangle 67">
              <a:extLst>
                <a:ext uri="{FF2B5EF4-FFF2-40B4-BE49-F238E27FC236}">
                  <a16:creationId xmlns:a16="http://schemas.microsoft.com/office/drawing/2014/main" id="{5499D7C6-2447-C51F-D29E-6E9E13AE1B1E}"/>
                </a:ext>
              </a:extLst>
            </p:cNvPr>
            <p:cNvSpPr>
              <a:spLocks noChangeArrowheads="1"/>
            </p:cNvSpPr>
            <p:nvPr/>
          </p:nvSpPr>
          <p:spPr bwMode="auto">
            <a:xfrm>
              <a:off x="1633405" y="2949843"/>
              <a:ext cx="2421759" cy="229048"/>
            </a:xfrm>
            <a:prstGeom prst="rect">
              <a:avLst/>
            </a:prstGeom>
            <a:solidFill>
              <a:schemeClr val="bg1"/>
            </a:solidFill>
            <a:ln w="9525">
              <a:solidFill>
                <a:schemeClr val="tx1"/>
              </a:solid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algn="ctr">
                <a:spcBef>
                  <a:spcPct val="0"/>
                </a:spcBef>
              </a:pPr>
              <a:r>
                <a:rPr kumimoji="0" lang="ja-JP" altLang="en-US" sz="1100" b="0" dirty="0">
                  <a:solidFill>
                    <a:srgbClr val="595959"/>
                  </a:solidFill>
                  <a:latin typeface="+mn-ea"/>
                  <a:ea typeface="+mn-ea"/>
                </a:rPr>
                <a:t>海外推進</a:t>
              </a:r>
              <a:r>
                <a:rPr kumimoji="0" lang="en-US" altLang="ja-JP" sz="1100" b="0" dirty="0">
                  <a:solidFill>
                    <a:srgbClr val="595959"/>
                  </a:solidFill>
                  <a:latin typeface="+mn-ea"/>
                  <a:ea typeface="+mn-ea"/>
                </a:rPr>
                <a:t>G</a:t>
              </a:r>
              <a:endParaRPr kumimoji="0" lang="ja-JP" altLang="en-US" sz="1100" b="0" dirty="0">
                <a:solidFill>
                  <a:srgbClr val="595959"/>
                </a:solidFill>
                <a:latin typeface="+mn-ea"/>
                <a:ea typeface="+mn-ea"/>
              </a:endParaRPr>
            </a:p>
          </p:txBody>
        </p:sp>
        <p:sp>
          <p:nvSpPr>
            <p:cNvPr id="14" name="Rectangle 67">
              <a:extLst>
                <a:ext uri="{FF2B5EF4-FFF2-40B4-BE49-F238E27FC236}">
                  <a16:creationId xmlns:a16="http://schemas.microsoft.com/office/drawing/2014/main" id="{41B15AEF-1649-ADDA-B698-B828E4A6F84B}"/>
                </a:ext>
              </a:extLst>
            </p:cNvPr>
            <p:cNvSpPr>
              <a:spLocks noChangeArrowheads="1"/>
            </p:cNvSpPr>
            <p:nvPr/>
          </p:nvSpPr>
          <p:spPr bwMode="auto">
            <a:xfrm>
              <a:off x="715616" y="3287774"/>
              <a:ext cx="3339547" cy="229048"/>
            </a:xfrm>
            <a:prstGeom prst="rect">
              <a:avLst/>
            </a:prstGeom>
            <a:solidFill>
              <a:schemeClr val="bg1"/>
            </a:solidFill>
            <a:ln w="9525">
              <a:solidFill>
                <a:schemeClr val="tx1"/>
              </a:solid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algn="ctr">
                <a:spcBef>
                  <a:spcPct val="0"/>
                </a:spcBef>
              </a:pPr>
              <a:r>
                <a:rPr kumimoji="0" lang="ja-JP" altLang="en-US" sz="1100" b="0" dirty="0">
                  <a:solidFill>
                    <a:srgbClr val="595959"/>
                  </a:solidFill>
                  <a:latin typeface="+mn-ea"/>
                  <a:ea typeface="+mn-ea"/>
                </a:rPr>
                <a:t>アーキテクチャ戦略室</a:t>
              </a:r>
            </a:p>
          </p:txBody>
        </p:sp>
        <p:sp>
          <p:nvSpPr>
            <p:cNvPr id="15" name="Rectangle 67">
              <a:extLst>
                <a:ext uri="{FF2B5EF4-FFF2-40B4-BE49-F238E27FC236}">
                  <a16:creationId xmlns:a16="http://schemas.microsoft.com/office/drawing/2014/main" id="{88D7C0DA-AB2A-A2F9-76B4-FA21E0FA70DF}"/>
                </a:ext>
              </a:extLst>
            </p:cNvPr>
            <p:cNvSpPr>
              <a:spLocks noChangeArrowheads="1"/>
            </p:cNvSpPr>
            <p:nvPr/>
          </p:nvSpPr>
          <p:spPr bwMode="auto">
            <a:xfrm>
              <a:off x="728871" y="3638956"/>
              <a:ext cx="3326292" cy="229048"/>
            </a:xfrm>
            <a:prstGeom prst="rect">
              <a:avLst/>
            </a:prstGeom>
            <a:solidFill>
              <a:schemeClr val="bg1"/>
            </a:solidFill>
            <a:ln w="9525">
              <a:solidFill>
                <a:schemeClr val="tx1"/>
              </a:solid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algn="ctr">
                <a:spcBef>
                  <a:spcPct val="0"/>
                </a:spcBef>
              </a:pPr>
              <a:r>
                <a:rPr kumimoji="0" lang="ja-JP" altLang="en-US" sz="1100" b="0" dirty="0">
                  <a:solidFill>
                    <a:srgbClr val="595959"/>
                  </a:solidFill>
                  <a:latin typeface="+mn-ea"/>
                  <a:ea typeface="+mn-ea"/>
                </a:rPr>
                <a:t>生保資産管理準備室</a:t>
              </a:r>
            </a:p>
          </p:txBody>
        </p:sp>
        <p:sp>
          <p:nvSpPr>
            <p:cNvPr id="16" name="Rectangle 67">
              <a:extLst>
                <a:ext uri="{FF2B5EF4-FFF2-40B4-BE49-F238E27FC236}">
                  <a16:creationId xmlns:a16="http://schemas.microsoft.com/office/drawing/2014/main" id="{A02FD5A2-A473-362A-A5E6-05DE0327D377}"/>
                </a:ext>
              </a:extLst>
            </p:cNvPr>
            <p:cNvSpPr>
              <a:spLocks noChangeArrowheads="1"/>
            </p:cNvSpPr>
            <p:nvPr/>
          </p:nvSpPr>
          <p:spPr bwMode="auto">
            <a:xfrm>
              <a:off x="1621757" y="3986723"/>
              <a:ext cx="2433406" cy="229048"/>
            </a:xfrm>
            <a:prstGeom prst="rect">
              <a:avLst/>
            </a:prstGeom>
            <a:solidFill>
              <a:schemeClr val="bg1"/>
            </a:solidFill>
            <a:ln w="9525">
              <a:solidFill>
                <a:schemeClr val="tx1"/>
              </a:solid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algn="ctr">
                <a:spcBef>
                  <a:spcPct val="0"/>
                </a:spcBef>
              </a:pPr>
              <a:r>
                <a:rPr kumimoji="0" lang="ja-JP" altLang="en-US" sz="1100" b="0" dirty="0">
                  <a:solidFill>
                    <a:srgbClr val="595959"/>
                  </a:solidFill>
                  <a:latin typeface="+mn-ea"/>
                  <a:ea typeface="+mn-ea"/>
                </a:rPr>
                <a:t>事務企画</a:t>
              </a:r>
              <a:r>
                <a:rPr kumimoji="0" lang="en-US" altLang="ja-JP" sz="1100" b="0" dirty="0">
                  <a:solidFill>
                    <a:srgbClr val="595959"/>
                  </a:solidFill>
                  <a:latin typeface="+mn-ea"/>
                  <a:ea typeface="+mn-ea"/>
                </a:rPr>
                <a:t>G</a:t>
              </a:r>
              <a:endParaRPr kumimoji="0" lang="ja-JP" altLang="en-US" sz="1100" b="0" dirty="0">
                <a:solidFill>
                  <a:srgbClr val="595959"/>
                </a:solidFill>
                <a:latin typeface="+mn-ea"/>
                <a:ea typeface="+mn-ea"/>
              </a:endParaRPr>
            </a:p>
          </p:txBody>
        </p:sp>
        <p:sp>
          <p:nvSpPr>
            <p:cNvPr id="17" name="Rectangle 67">
              <a:extLst>
                <a:ext uri="{FF2B5EF4-FFF2-40B4-BE49-F238E27FC236}">
                  <a16:creationId xmlns:a16="http://schemas.microsoft.com/office/drawing/2014/main" id="{F0CF6DCD-E0C9-95DC-FC09-3C424B9155C7}"/>
                </a:ext>
              </a:extLst>
            </p:cNvPr>
            <p:cNvSpPr>
              <a:spLocks noChangeArrowheads="1"/>
            </p:cNvSpPr>
            <p:nvPr/>
          </p:nvSpPr>
          <p:spPr bwMode="auto">
            <a:xfrm>
              <a:off x="1625071" y="4327964"/>
              <a:ext cx="2430091" cy="229048"/>
            </a:xfrm>
            <a:prstGeom prst="rect">
              <a:avLst/>
            </a:prstGeom>
            <a:solidFill>
              <a:schemeClr val="bg1"/>
            </a:solidFill>
            <a:ln w="9525">
              <a:solidFill>
                <a:schemeClr val="tx1"/>
              </a:solid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algn="ctr">
                <a:spcBef>
                  <a:spcPct val="0"/>
                </a:spcBef>
              </a:pPr>
              <a:r>
                <a:rPr kumimoji="0" lang="en-US" altLang="ja-JP" sz="1100" b="0" dirty="0">
                  <a:solidFill>
                    <a:srgbClr val="595959"/>
                  </a:solidFill>
                  <a:latin typeface="+mn-ea"/>
                  <a:ea typeface="+mn-ea"/>
                </a:rPr>
                <a:t>IT</a:t>
              </a:r>
              <a:r>
                <a:rPr kumimoji="0" lang="ja-JP" altLang="en-US" sz="1100" b="0" dirty="0">
                  <a:solidFill>
                    <a:srgbClr val="595959"/>
                  </a:solidFill>
                  <a:latin typeface="+mn-ea"/>
                  <a:ea typeface="+mn-ea"/>
                </a:rPr>
                <a:t>企画</a:t>
              </a:r>
              <a:r>
                <a:rPr kumimoji="0" lang="en-US" altLang="ja-JP" sz="1100" b="0" dirty="0">
                  <a:solidFill>
                    <a:srgbClr val="595959"/>
                  </a:solidFill>
                  <a:latin typeface="+mn-ea"/>
                  <a:ea typeface="+mn-ea"/>
                </a:rPr>
                <a:t>G</a:t>
              </a:r>
              <a:endParaRPr kumimoji="0" lang="ja-JP" altLang="en-US" sz="1100" b="0" dirty="0">
                <a:solidFill>
                  <a:srgbClr val="595959"/>
                </a:solidFill>
                <a:latin typeface="+mn-ea"/>
                <a:ea typeface="+mn-ea"/>
              </a:endParaRPr>
            </a:p>
          </p:txBody>
        </p:sp>
        <p:sp>
          <p:nvSpPr>
            <p:cNvPr id="18" name="Rectangle 67">
              <a:extLst>
                <a:ext uri="{FF2B5EF4-FFF2-40B4-BE49-F238E27FC236}">
                  <a16:creationId xmlns:a16="http://schemas.microsoft.com/office/drawing/2014/main" id="{73DE0B91-B4A4-629D-19DA-1551AFD42608}"/>
                </a:ext>
              </a:extLst>
            </p:cNvPr>
            <p:cNvSpPr>
              <a:spLocks noChangeArrowheads="1"/>
            </p:cNvSpPr>
            <p:nvPr/>
          </p:nvSpPr>
          <p:spPr bwMode="auto">
            <a:xfrm>
              <a:off x="740487" y="3990038"/>
              <a:ext cx="810017" cy="589854"/>
            </a:xfrm>
            <a:prstGeom prst="rect">
              <a:avLst/>
            </a:prstGeom>
            <a:solidFill>
              <a:schemeClr val="bg1"/>
            </a:solidFill>
            <a:ln w="9525">
              <a:solidFill>
                <a:schemeClr val="tx1"/>
              </a:solidFill>
              <a:miter lim="800000"/>
              <a:headEnd/>
              <a:tailEnd/>
            </a:ln>
          </p:spPr>
          <p:txBody>
            <a:bodyPr wrap="square" anchor="ctr">
              <a:no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algn="ctr">
                <a:spcBef>
                  <a:spcPct val="0"/>
                </a:spcBef>
              </a:pPr>
              <a:r>
                <a:rPr kumimoji="0" lang="ja-JP" altLang="en-US" sz="1100" b="0" dirty="0">
                  <a:solidFill>
                    <a:srgbClr val="595959"/>
                  </a:solidFill>
                  <a:latin typeface="+mn-ea"/>
                  <a:ea typeface="+mn-ea"/>
                </a:rPr>
                <a:t>事務</a:t>
              </a:r>
              <a:r>
                <a:rPr kumimoji="0" lang="en-US" altLang="ja-JP" sz="1100" b="0" dirty="0">
                  <a:solidFill>
                    <a:srgbClr val="595959"/>
                  </a:solidFill>
                  <a:latin typeface="+mn-ea"/>
                  <a:ea typeface="+mn-ea"/>
                </a:rPr>
                <a:t>IT</a:t>
              </a:r>
            </a:p>
            <a:p>
              <a:pPr algn="ctr">
                <a:spcBef>
                  <a:spcPct val="0"/>
                </a:spcBef>
              </a:pPr>
              <a:r>
                <a:rPr kumimoji="0" lang="ja-JP" altLang="en-US" sz="1100" b="0" dirty="0">
                  <a:solidFill>
                    <a:srgbClr val="595959"/>
                  </a:solidFill>
                  <a:latin typeface="+mn-ea"/>
                  <a:ea typeface="+mn-ea"/>
                </a:rPr>
                <a:t>企画室</a:t>
              </a:r>
            </a:p>
          </p:txBody>
        </p:sp>
        <p:sp>
          <p:nvSpPr>
            <p:cNvPr id="19" name="Rectangle 67">
              <a:extLst>
                <a:ext uri="{FF2B5EF4-FFF2-40B4-BE49-F238E27FC236}">
                  <a16:creationId xmlns:a16="http://schemas.microsoft.com/office/drawing/2014/main" id="{199C7DF9-C2F3-D0EF-9D19-AA110B4D25D2}"/>
                </a:ext>
              </a:extLst>
            </p:cNvPr>
            <p:cNvSpPr>
              <a:spLocks noChangeArrowheads="1"/>
            </p:cNvSpPr>
            <p:nvPr/>
          </p:nvSpPr>
          <p:spPr bwMode="auto">
            <a:xfrm>
              <a:off x="1628386" y="4679145"/>
              <a:ext cx="2426775" cy="229048"/>
            </a:xfrm>
            <a:prstGeom prst="rect">
              <a:avLst/>
            </a:prstGeom>
            <a:solidFill>
              <a:schemeClr val="bg1"/>
            </a:solidFill>
            <a:ln w="9525">
              <a:solidFill>
                <a:schemeClr val="tx1"/>
              </a:solid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algn="ctr">
                <a:spcBef>
                  <a:spcPct val="0"/>
                </a:spcBef>
              </a:pPr>
              <a:r>
                <a:rPr kumimoji="0" lang="ja-JP" altLang="en-US" sz="1100" b="0" dirty="0">
                  <a:solidFill>
                    <a:srgbClr val="595959"/>
                  </a:solidFill>
                  <a:latin typeface="+mn-ea"/>
                  <a:ea typeface="+mn-ea"/>
                </a:rPr>
                <a:t>クライアントサービス企画支援</a:t>
              </a:r>
              <a:r>
                <a:rPr kumimoji="0" lang="en-US" altLang="ja-JP" sz="1100" b="0" dirty="0">
                  <a:solidFill>
                    <a:srgbClr val="595959"/>
                  </a:solidFill>
                  <a:latin typeface="+mn-ea"/>
                  <a:ea typeface="+mn-ea"/>
                </a:rPr>
                <a:t>G</a:t>
              </a:r>
              <a:endParaRPr kumimoji="0" lang="ja-JP" altLang="en-US" sz="1100" b="0" dirty="0">
                <a:solidFill>
                  <a:srgbClr val="595959"/>
                </a:solidFill>
                <a:latin typeface="+mn-ea"/>
                <a:ea typeface="+mn-ea"/>
              </a:endParaRPr>
            </a:p>
          </p:txBody>
        </p:sp>
        <p:sp>
          <p:nvSpPr>
            <p:cNvPr id="20" name="Rectangle 67">
              <a:extLst>
                <a:ext uri="{FF2B5EF4-FFF2-40B4-BE49-F238E27FC236}">
                  <a16:creationId xmlns:a16="http://schemas.microsoft.com/office/drawing/2014/main" id="{8AB662A1-34FC-10BF-60CF-B6F0201E05EE}"/>
                </a:ext>
              </a:extLst>
            </p:cNvPr>
            <p:cNvSpPr>
              <a:spLocks noChangeArrowheads="1"/>
            </p:cNvSpPr>
            <p:nvPr/>
          </p:nvSpPr>
          <p:spPr bwMode="auto">
            <a:xfrm>
              <a:off x="740487" y="5010447"/>
              <a:ext cx="3314673" cy="229048"/>
            </a:xfrm>
            <a:prstGeom prst="rect">
              <a:avLst/>
            </a:prstGeom>
            <a:solidFill>
              <a:schemeClr val="bg1"/>
            </a:solidFill>
            <a:ln w="9525">
              <a:solidFill>
                <a:schemeClr val="tx1"/>
              </a:solid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algn="ctr">
                <a:spcBef>
                  <a:spcPct val="0"/>
                </a:spcBef>
              </a:pPr>
              <a:r>
                <a:rPr kumimoji="0" lang="en-US" altLang="ja-JP" sz="1100" b="0" dirty="0">
                  <a:solidFill>
                    <a:srgbClr val="595959"/>
                  </a:solidFill>
                  <a:latin typeface="+mn-ea"/>
                  <a:ea typeface="+mn-ea"/>
                </a:rPr>
                <a:t>GPIF</a:t>
              </a:r>
              <a:r>
                <a:rPr kumimoji="0" lang="ja-JP" altLang="en-US" sz="1100" b="0" dirty="0">
                  <a:solidFill>
                    <a:srgbClr val="595959"/>
                  </a:solidFill>
                  <a:latin typeface="+mn-ea"/>
                  <a:ea typeface="+mn-ea"/>
                </a:rPr>
                <a:t>室</a:t>
              </a:r>
            </a:p>
          </p:txBody>
        </p:sp>
        <p:sp>
          <p:nvSpPr>
            <p:cNvPr id="22" name="Rectangle 67">
              <a:extLst>
                <a:ext uri="{FF2B5EF4-FFF2-40B4-BE49-F238E27FC236}">
                  <a16:creationId xmlns:a16="http://schemas.microsoft.com/office/drawing/2014/main" id="{BA0D32EF-0094-07A9-8C43-9585DE5A40FA}"/>
                </a:ext>
              </a:extLst>
            </p:cNvPr>
            <p:cNvSpPr>
              <a:spLocks noChangeArrowheads="1"/>
            </p:cNvSpPr>
            <p:nvPr/>
          </p:nvSpPr>
          <p:spPr bwMode="auto">
            <a:xfrm>
              <a:off x="1610034" y="5361634"/>
              <a:ext cx="2445126" cy="229048"/>
            </a:xfrm>
            <a:prstGeom prst="rect">
              <a:avLst/>
            </a:prstGeom>
            <a:solidFill>
              <a:schemeClr val="bg1"/>
            </a:solidFill>
            <a:ln w="9525">
              <a:solidFill>
                <a:schemeClr val="tx1"/>
              </a:solid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algn="ctr">
                <a:spcBef>
                  <a:spcPct val="0"/>
                </a:spcBef>
              </a:pPr>
              <a:r>
                <a:rPr kumimoji="0" lang="ja-JP" altLang="en-US" sz="1100" b="0" dirty="0">
                  <a:solidFill>
                    <a:srgbClr val="595959"/>
                  </a:solidFill>
                  <a:latin typeface="+mn-ea"/>
                  <a:ea typeface="+mn-ea"/>
                </a:rPr>
                <a:t>クライアントサービス第</a:t>
              </a:r>
              <a:r>
                <a:rPr kumimoji="0" lang="en-US" altLang="ja-JP" sz="1100" b="0" dirty="0">
                  <a:solidFill>
                    <a:srgbClr val="595959"/>
                  </a:solidFill>
                  <a:latin typeface="+mn-ea"/>
                  <a:ea typeface="+mn-ea"/>
                </a:rPr>
                <a:t>1G</a:t>
              </a:r>
              <a:endParaRPr kumimoji="0" lang="ja-JP" altLang="en-US" sz="1100" b="0" dirty="0">
                <a:solidFill>
                  <a:srgbClr val="595959"/>
                </a:solidFill>
                <a:latin typeface="+mn-ea"/>
                <a:ea typeface="+mn-ea"/>
              </a:endParaRPr>
            </a:p>
          </p:txBody>
        </p:sp>
        <p:sp>
          <p:nvSpPr>
            <p:cNvPr id="23" name="Rectangle 67">
              <a:extLst>
                <a:ext uri="{FF2B5EF4-FFF2-40B4-BE49-F238E27FC236}">
                  <a16:creationId xmlns:a16="http://schemas.microsoft.com/office/drawing/2014/main" id="{92EC4F6B-EA6D-8F09-2E56-D2DE71490697}"/>
                </a:ext>
              </a:extLst>
            </p:cNvPr>
            <p:cNvSpPr>
              <a:spLocks noChangeArrowheads="1"/>
            </p:cNvSpPr>
            <p:nvPr/>
          </p:nvSpPr>
          <p:spPr bwMode="auto">
            <a:xfrm>
              <a:off x="1628386" y="5702875"/>
              <a:ext cx="2426773" cy="229048"/>
            </a:xfrm>
            <a:prstGeom prst="rect">
              <a:avLst/>
            </a:prstGeom>
            <a:solidFill>
              <a:schemeClr val="bg1"/>
            </a:solidFill>
            <a:ln w="9525">
              <a:solidFill>
                <a:schemeClr val="tx1"/>
              </a:solid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algn="ctr">
                <a:spcBef>
                  <a:spcPct val="0"/>
                </a:spcBef>
              </a:pPr>
              <a:r>
                <a:rPr kumimoji="0" lang="ja-JP" altLang="en-US" sz="1100" b="0" dirty="0">
                  <a:solidFill>
                    <a:srgbClr val="595959"/>
                  </a:solidFill>
                  <a:latin typeface="+mn-ea"/>
                  <a:ea typeface="+mn-ea"/>
                </a:rPr>
                <a:t>クライアントサービス第</a:t>
              </a:r>
              <a:r>
                <a:rPr kumimoji="0" lang="en-US" altLang="ja-JP" sz="1100" b="0" dirty="0">
                  <a:solidFill>
                    <a:srgbClr val="595959"/>
                  </a:solidFill>
                  <a:latin typeface="+mn-ea"/>
                  <a:ea typeface="+mn-ea"/>
                </a:rPr>
                <a:t>2G</a:t>
              </a:r>
              <a:endParaRPr kumimoji="0" lang="ja-JP" altLang="en-US" sz="1100" b="0" dirty="0">
                <a:solidFill>
                  <a:srgbClr val="595959"/>
                </a:solidFill>
                <a:latin typeface="+mn-ea"/>
                <a:ea typeface="+mn-ea"/>
              </a:endParaRPr>
            </a:p>
          </p:txBody>
        </p:sp>
        <p:sp>
          <p:nvSpPr>
            <p:cNvPr id="24" name="Rectangle 67">
              <a:extLst>
                <a:ext uri="{FF2B5EF4-FFF2-40B4-BE49-F238E27FC236}">
                  <a16:creationId xmlns:a16="http://schemas.microsoft.com/office/drawing/2014/main" id="{E037F52E-5901-B867-5909-236F7DB028B0}"/>
                </a:ext>
              </a:extLst>
            </p:cNvPr>
            <p:cNvSpPr>
              <a:spLocks noChangeArrowheads="1"/>
            </p:cNvSpPr>
            <p:nvPr/>
          </p:nvSpPr>
          <p:spPr bwMode="auto">
            <a:xfrm>
              <a:off x="743802" y="5364948"/>
              <a:ext cx="810017" cy="931095"/>
            </a:xfrm>
            <a:prstGeom prst="rect">
              <a:avLst/>
            </a:prstGeom>
            <a:solidFill>
              <a:schemeClr val="bg1"/>
            </a:solidFill>
            <a:ln w="9525">
              <a:solidFill>
                <a:schemeClr val="tx1"/>
              </a:solidFill>
              <a:miter lim="800000"/>
              <a:headEnd/>
              <a:tailEnd/>
            </a:ln>
          </p:spPr>
          <p:txBody>
            <a:bodyPr wrap="square" anchor="ctr">
              <a:no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algn="ctr">
                <a:spcBef>
                  <a:spcPct val="0"/>
                </a:spcBef>
              </a:pPr>
              <a:r>
                <a:rPr kumimoji="0" lang="ja-JP" altLang="en-US" sz="1100" b="0" dirty="0">
                  <a:solidFill>
                    <a:srgbClr val="595959"/>
                  </a:solidFill>
                  <a:latin typeface="+mn-ea"/>
                  <a:ea typeface="+mn-ea"/>
                </a:rPr>
                <a:t>クライアントサービス室</a:t>
              </a:r>
            </a:p>
          </p:txBody>
        </p:sp>
        <p:sp>
          <p:nvSpPr>
            <p:cNvPr id="25" name="Rectangle 67">
              <a:extLst>
                <a:ext uri="{FF2B5EF4-FFF2-40B4-BE49-F238E27FC236}">
                  <a16:creationId xmlns:a16="http://schemas.microsoft.com/office/drawing/2014/main" id="{40F7384F-04BC-B72F-2276-BF3C1952E0F7}"/>
                </a:ext>
              </a:extLst>
            </p:cNvPr>
            <p:cNvSpPr>
              <a:spLocks noChangeArrowheads="1"/>
            </p:cNvSpPr>
            <p:nvPr/>
          </p:nvSpPr>
          <p:spPr bwMode="auto">
            <a:xfrm>
              <a:off x="1621762" y="6044116"/>
              <a:ext cx="2426773" cy="229048"/>
            </a:xfrm>
            <a:prstGeom prst="rect">
              <a:avLst/>
            </a:prstGeom>
            <a:solidFill>
              <a:schemeClr val="bg1"/>
            </a:solidFill>
            <a:ln w="9525">
              <a:solidFill>
                <a:schemeClr val="tx1"/>
              </a:solidFill>
              <a:miter lim="800000"/>
              <a:headEnd/>
              <a:tailEnd/>
            </a:ln>
          </p:spPr>
          <p:txBody>
            <a:bodyPr wrap="square">
              <a:spAutoFit/>
            </a:bodyPr>
            <a:lstStyle>
              <a:lvl1pPr eaLnBrk="0" hangingPunct="0">
                <a:defRPr kumimoji="1" sz="3200" b="1">
                  <a:solidFill>
                    <a:schemeClr val="bg1"/>
                  </a:solidFill>
                  <a:latin typeface="Times New Roman" panose="02020603050405020304" pitchFamily="18" charset="0"/>
                  <a:ea typeface="ＭＳ Ｐゴシック" panose="020B0600070205080204" pitchFamily="50" charset="-128"/>
                </a:defRPr>
              </a:lvl1pPr>
              <a:lvl2pPr marL="742950" indent="-285750" eaLnBrk="0" hangingPunct="0">
                <a:defRPr kumimoji="1" sz="3200" b="1">
                  <a:solidFill>
                    <a:schemeClr val="bg1"/>
                  </a:solidFill>
                  <a:latin typeface="Times New Roman" panose="02020603050405020304" pitchFamily="18" charset="0"/>
                  <a:ea typeface="ＭＳ Ｐゴシック" panose="020B0600070205080204" pitchFamily="50" charset="-128"/>
                </a:defRPr>
              </a:lvl2pPr>
              <a:lvl3pPr marL="11430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3pPr>
              <a:lvl4pPr marL="16002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4pPr>
              <a:lvl5pPr marL="2057400" indent="-228600" eaLnBrk="0" hangingPunct="0">
                <a:defRPr kumimoji="1" sz="3200" b="1">
                  <a:solidFill>
                    <a:schemeClr val="bg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50000"/>
                </a:spcBef>
                <a:spcAft>
                  <a:spcPct val="0"/>
                </a:spcAft>
                <a:defRPr kumimoji="1" sz="3200" b="1">
                  <a:solidFill>
                    <a:schemeClr val="bg1"/>
                  </a:solidFill>
                  <a:latin typeface="Times New Roman" panose="02020603050405020304" pitchFamily="18" charset="0"/>
                  <a:ea typeface="ＭＳ Ｐゴシック" panose="020B0600070205080204" pitchFamily="50" charset="-128"/>
                </a:defRPr>
              </a:lvl9pPr>
            </a:lstStyle>
            <a:p>
              <a:pPr algn="ctr">
                <a:spcBef>
                  <a:spcPct val="0"/>
                </a:spcBef>
              </a:pPr>
              <a:r>
                <a:rPr kumimoji="0" lang="ja-JP" altLang="en-US" sz="1100" b="0" dirty="0">
                  <a:solidFill>
                    <a:srgbClr val="595959"/>
                  </a:solidFill>
                  <a:latin typeface="+mn-ea"/>
                  <a:ea typeface="+mn-ea"/>
                </a:rPr>
                <a:t>クライアントサービス第</a:t>
              </a:r>
              <a:r>
                <a:rPr kumimoji="0" lang="en-US" altLang="ja-JP" sz="1100" b="0" dirty="0">
                  <a:solidFill>
                    <a:srgbClr val="595959"/>
                  </a:solidFill>
                  <a:latin typeface="+mn-ea"/>
                  <a:ea typeface="+mn-ea"/>
                </a:rPr>
                <a:t>3G</a:t>
              </a:r>
              <a:endParaRPr kumimoji="0" lang="ja-JP" altLang="en-US" sz="1100" b="0" dirty="0">
                <a:solidFill>
                  <a:srgbClr val="595959"/>
                </a:solidFill>
                <a:latin typeface="+mn-ea"/>
                <a:ea typeface="+mn-ea"/>
              </a:endParaRPr>
            </a:p>
          </p:txBody>
        </p:sp>
      </p:grpSp>
      <p:graphicFrame>
        <p:nvGraphicFramePr>
          <p:cNvPr id="57" name="表 56">
            <a:extLst>
              <a:ext uri="{FF2B5EF4-FFF2-40B4-BE49-F238E27FC236}">
                <a16:creationId xmlns:a16="http://schemas.microsoft.com/office/drawing/2014/main" id="{D1C4531D-B071-353A-EE10-312702C61E2A}"/>
              </a:ext>
            </a:extLst>
          </p:cNvPr>
          <p:cNvGraphicFramePr>
            <a:graphicFrameLocks noGrp="1"/>
          </p:cNvGraphicFramePr>
          <p:nvPr>
            <p:extLst>
              <p:ext uri="{D42A27DB-BD31-4B8C-83A1-F6EECF244321}">
                <p14:modId xmlns:p14="http://schemas.microsoft.com/office/powerpoint/2010/main" val="3849688518"/>
              </p:ext>
            </p:extLst>
          </p:nvPr>
        </p:nvGraphicFramePr>
        <p:xfrm>
          <a:off x="5292075" y="2115095"/>
          <a:ext cx="4375496" cy="4112556"/>
        </p:xfrm>
        <a:graphic>
          <a:graphicData uri="http://schemas.openxmlformats.org/drawingml/2006/table">
            <a:tbl>
              <a:tblPr firstRow="1" bandRow="1">
                <a:tableStyleId>{2D5ABB26-0587-4C30-8999-92F81FD0307C}</a:tableStyleId>
              </a:tblPr>
              <a:tblGrid>
                <a:gridCol w="1715012">
                  <a:extLst>
                    <a:ext uri="{9D8B030D-6E8A-4147-A177-3AD203B41FA5}">
                      <a16:colId xmlns:a16="http://schemas.microsoft.com/office/drawing/2014/main" val="1173681103"/>
                    </a:ext>
                  </a:extLst>
                </a:gridCol>
                <a:gridCol w="2660484">
                  <a:extLst>
                    <a:ext uri="{9D8B030D-6E8A-4147-A177-3AD203B41FA5}">
                      <a16:colId xmlns:a16="http://schemas.microsoft.com/office/drawing/2014/main" val="2970411289"/>
                    </a:ext>
                  </a:extLst>
                </a:gridCol>
              </a:tblGrid>
              <a:tr h="357152">
                <a:tc>
                  <a:txBody>
                    <a:bodyPr/>
                    <a:lstStyle/>
                    <a:p>
                      <a:pPr algn="ctr" fontAlgn="ctr">
                        <a:lnSpc>
                          <a:spcPct val="100000"/>
                        </a:lnSpc>
                        <a:spcBef>
                          <a:spcPts val="0"/>
                        </a:spcBef>
                        <a:spcAft>
                          <a:spcPts val="0"/>
                        </a:spcAft>
                      </a:pPr>
                      <a:r>
                        <a:rPr kumimoji="1" lang="ja-JP" altLang="en-US" sz="1200" b="1" dirty="0">
                          <a:solidFill>
                            <a:srgbClr val="FFFFFF"/>
                          </a:solidFill>
                          <a:latin typeface="+mn-ea"/>
                          <a:ea typeface="+mn-ea"/>
                          <a:cs typeface="Arial" panose="020B0604020202020204" pitchFamily="34" charset="0"/>
                        </a:rPr>
                        <a:t>グループ名</a:t>
                      </a:r>
                    </a:p>
                  </a:txBody>
                  <a:tcPr marL="49812" marR="49812" marT="33224" marB="33224" anchor="ctr">
                    <a:lnL w="12700" cap="flat" cmpd="sng" algn="ctr">
                      <a:solidFill>
                        <a:schemeClr val="bg1">
                          <a:lumMod val="95000"/>
                        </a:schemeClr>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tc>
                  <a:txBody>
                    <a:bodyPr/>
                    <a:lstStyle/>
                    <a:p>
                      <a:pPr algn="ctr" fontAlgn="ctr">
                        <a:lnSpc>
                          <a:spcPct val="100000"/>
                        </a:lnSpc>
                        <a:spcBef>
                          <a:spcPts val="0"/>
                        </a:spcBef>
                        <a:spcAft>
                          <a:spcPts val="0"/>
                        </a:spcAft>
                      </a:pPr>
                      <a:r>
                        <a:rPr kumimoji="1" lang="ja-JP" altLang="en-US" sz="1200" b="1" dirty="0">
                          <a:solidFill>
                            <a:srgbClr val="FFFFFF"/>
                          </a:solidFill>
                          <a:latin typeface="+mn-ea"/>
                          <a:ea typeface="+mn-ea"/>
                          <a:cs typeface="Arial" panose="020B0604020202020204" pitchFamily="34" charset="0"/>
                        </a:rPr>
                        <a:t>業務分掌</a:t>
                      </a:r>
                    </a:p>
                  </a:txBody>
                  <a:tcPr marL="49812" marR="49812" marT="33224" marB="3322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solidFill>
                  </a:tcPr>
                </a:tc>
                <a:extLst>
                  <a:ext uri="{0D108BD9-81ED-4DB2-BD59-A6C34878D82A}">
                    <a16:rowId xmlns:a16="http://schemas.microsoft.com/office/drawing/2014/main" val="685173085"/>
                  </a:ext>
                </a:extLst>
              </a:tr>
              <a:tr h="389818">
                <a:tc>
                  <a:txBody>
                    <a:bodyPr/>
                    <a:lstStyle/>
                    <a:p>
                      <a:pPr marL="0" indent="0">
                        <a:buFont typeface="Wingdings" panose="05000000000000000000" pitchFamily="2" charset="2"/>
                        <a:buNone/>
                      </a:pPr>
                      <a:r>
                        <a:rPr kumimoji="1" lang="ja-JP" altLang="en-US" sz="1200" dirty="0"/>
                        <a:t>業務企画</a:t>
                      </a:r>
                      <a:r>
                        <a:rPr kumimoji="1" lang="en-US" altLang="ja-JP" sz="1200" dirty="0"/>
                        <a:t>G</a:t>
                      </a:r>
                      <a:endParaRPr kumimoji="1" lang="ja-JP" altLang="en-US" sz="1200" dirty="0"/>
                    </a:p>
                  </a:txBody>
                  <a:tcPr marL="49812" marR="49812" marT="16612" marB="1661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kumimoji="1" lang="ja-JP" altLang="en-US" sz="1200" dirty="0"/>
                        <a:t>資産管理業務全般統括</a:t>
                      </a:r>
                      <a:endParaRPr kumimoji="1" lang="en-US" altLang="ja-JP" sz="1200" dirty="0"/>
                    </a:p>
                  </a:txBody>
                  <a:tcPr marL="49812" marR="49812" marT="16612" marB="1661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67876195"/>
                  </a:ext>
                </a:extLst>
              </a:tr>
              <a:tr h="389818">
                <a:tc>
                  <a:txBody>
                    <a:bodyPr/>
                    <a:lstStyle/>
                    <a:p>
                      <a:pPr marL="0" indent="0">
                        <a:buFont typeface="Wingdings" panose="05000000000000000000" pitchFamily="2" charset="2"/>
                        <a:buNone/>
                      </a:pPr>
                      <a:r>
                        <a:rPr kumimoji="1" lang="ja-JP" altLang="en-US" sz="1200" dirty="0"/>
                        <a:t>海外推進</a:t>
                      </a:r>
                      <a:r>
                        <a:rPr kumimoji="1" lang="en-US" altLang="ja-JP" sz="1200" dirty="0"/>
                        <a:t>G</a:t>
                      </a:r>
                      <a:endParaRPr kumimoji="1" lang="ja-JP" altLang="en-US" sz="1200" dirty="0"/>
                    </a:p>
                  </a:txBody>
                  <a:tcPr marL="49812" marR="49812" marT="16612" marB="1661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kumimoji="1" lang="ja-JP" altLang="en-US" sz="1200" dirty="0"/>
                        <a:t>海外における協業等に係る企画、推進および統括</a:t>
                      </a:r>
                      <a:endParaRPr kumimoji="1" lang="en-US" altLang="ja-JP" sz="1200" dirty="0"/>
                    </a:p>
                  </a:txBody>
                  <a:tcPr marL="49812" marR="49812" marT="16612" marB="1661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82990866"/>
                  </a:ext>
                </a:extLst>
              </a:tr>
              <a:tr h="389818">
                <a:tc>
                  <a:txBody>
                    <a:bodyPr/>
                    <a:lstStyle/>
                    <a:p>
                      <a:pPr marL="0" indent="0">
                        <a:buFont typeface="Wingdings" panose="05000000000000000000" pitchFamily="2" charset="2"/>
                        <a:buNone/>
                      </a:pPr>
                      <a:r>
                        <a:rPr kumimoji="1" lang="ja-JP" altLang="en-US" sz="1200" dirty="0"/>
                        <a:t>アーキテクチャ戦略室</a:t>
                      </a:r>
                    </a:p>
                  </a:txBody>
                  <a:tcPr marL="49812" marR="49812" marT="16612" marB="1661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kumimoji="1" lang="ja-JP" altLang="en-US" sz="1200" dirty="0"/>
                        <a:t>システムアーキテクチャに係る主たる</a:t>
                      </a:r>
                      <a:r>
                        <a:rPr kumimoji="1" lang="en-US" altLang="ja-JP" sz="1200" dirty="0"/>
                        <a:t>PJ</a:t>
                      </a:r>
                      <a:r>
                        <a:rPr kumimoji="1" lang="ja-JP" altLang="en-US" sz="1200" dirty="0"/>
                        <a:t>の管理推進</a:t>
                      </a:r>
                      <a:endParaRPr kumimoji="1" lang="en-US" altLang="ja-JP" sz="1200" dirty="0"/>
                    </a:p>
                  </a:txBody>
                  <a:tcPr marL="49812" marR="49812" marT="16612" marB="1661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89422717"/>
                  </a:ext>
                </a:extLst>
              </a:tr>
              <a:tr h="389818">
                <a:tc>
                  <a:txBody>
                    <a:bodyPr/>
                    <a:lstStyle/>
                    <a:p>
                      <a:pPr marL="0" indent="0">
                        <a:buFont typeface="Wingdings" panose="05000000000000000000" pitchFamily="2" charset="2"/>
                        <a:buNone/>
                      </a:pPr>
                      <a:r>
                        <a:rPr kumimoji="1" lang="ja-JP" altLang="en-US" sz="1200" dirty="0"/>
                        <a:t>生保資産管理準備室</a:t>
                      </a:r>
                    </a:p>
                  </a:txBody>
                  <a:tcPr marL="49812" marR="49812" marT="16612" marB="1661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kumimoji="1" lang="ja-JP" altLang="en-US" sz="1200" dirty="0"/>
                        <a:t>生保資産管理業務に係る主たる</a:t>
                      </a:r>
                      <a:r>
                        <a:rPr kumimoji="1" lang="en-US" altLang="ja-JP" sz="1200" dirty="0"/>
                        <a:t>PJ</a:t>
                      </a:r>
                      <a:r>
                        <a:rPr kumimoji="1" lang="ja-JP" altLang="en-US" sz="1200" dirty="0"/>
                        <a:t>の管理推進</a:t>
                      </a:r>
                      <a:endParaRPr kumimoji="1" lang="en-US" altLang="ja-JP" sz="1200" dirty="0"/>
                    </a:p>
                  </a:txBody>
                  <a:tcPr marL="49812" marR="49812" marT="16612" marB="1661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43196415"/>
                  </a:ext>
                </a:extLst>
              </a:tr>
              <a:tr h="389818">
                <a:tc>
                  <a:txBody>
                    <a:bodyPr/>
                    <a:lstStyle/>
                    <a:p>
                      <a:pPr marL="0" indent="0">
                        <a:buFont typeface="Wingdings" panose="05000000000000000000" pitchFamily="2" charset="2"/>
                        <a:buNone/>
                      </a:pPr>
                      <a:r>
                        <a:rPr kumimoji="1" lang="ja-JP" altLang="en-US" sz="1200" dirty="0"/>
                        <a:t>事務企画</a:t>
                      </a:r>
                      <a:r>
                        <a:rPr kumimoji="1" lang="en-US" altLang="ja-JP" sz="1200" dirty="0"/>
                        <a:t>G</a:t>
                      </a:r>
                      <a:endParaRPr kumimoji="1" lang="ja-JP" altLang="en-US" sz="1200" dirty="0"/>
                    </a:p>
                  </a:txBody>
                  <a:tcPr marL="49812" marR="49812" marT="16612" marB="1661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kumimoji="1" lang="ja-JP" altLang="en-US" sz="1200" dirty="0"/>
                        <a:t>事務の企画立案・管理推進</a:t>
                      </a:r>
                      <a:endParaRPr kumimoji="1" lang="en-US" altLang="ja-JP" sz="1200" dirty="0"/>
                    </a:p>
                    <a:p>
                      <a:pPr marL="0" marR="0" lvl="0" indent="0" algn="l" defTabSz="1007943" rtl="0" eaLnBrk="1" fontAlgn="auto" latinLnBrk="0" hangingPunct="1">
                        <a:lnSpc>
                          <a:spcPct val="100000"/>
                        </a:lnSpc>
                        <a:spcBef>
                          <a:spcPts val="0"/>
                        </a:spcBef>
                        <a:spcAft>
                          <a:spcPts val="0"/>
                        </a:spcAft>
                        <a:buClrTx/>
                        <a:buSzTx/>
                        <a:buFontTx/>
                        <a:buNone/>
                        <a:tabLst/>
                        <a:defRPr/>
                      </a:pPr>
                      <a:r>
                        <a:rPr kumimoji="1" lang="ja-JP" altLang="en-US" sz="1200" dirty="0"/>
                        <a:t>システム化の調査研究・企画立案</a:t>
                      </a:r>
                      <a:endParaRPr kumimoji="1" lang="en-US" altLang="ja-JP" sz="1200" dirty="0"/>
                    </a:p>
                  </a:txBody>
                  <a:tcPr marL="49812" marR="49812" marT="16612" marB="1661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819156"/>
                  </a:ext>
                </a:extLst>
              </a:tr>
              <a:tr h="389818">
                <a:tc>
                  <a:txBody>
                    <a:bodyPr/>
                    <a:lstStyle/>
                    <a:p>
                      <a:pPr marL="0" indent="0">
                        <a:buFont typeface="Wingdings" panose="05000000000000000000" pitchFamily="2" charset="2"/>
                        <a:buNone/>
                      </a:pPr>
                      <a:r>
                        <a:rPr kumimoji="1" lang="en-US" altLang="ja-JP" sz="1200" dirty="0"/>
                        <a:t>IT</a:t>
                      </a:r>
                      <a:r>
                        <a:rPr kumimoji="1" lang="ja-JP" altLang="en-US" sz="1200" dirty="0"/>
                        <a:t>企画</a:t>
                      </a:r>
                      <a:r>
                        <a:rPr kumimoji="1" lang="en-US" altLang="ja-JP" sz="1200" dirty="0"/>
                        <a:t>G</a:t>
                      </a:r>
                      <a:endParaRPr kumimoji="1" lang="ja-JP" altLang="en-US" sz="1200" dirty="0"/>
                    </a:p>
                  </a:txBody>
                  <a:tcPr marL="49812" marR="49812" marT="16612" marB="1661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kumimoji="1" lang="ja-JP" altLang="en-US" sz="1200" dirty="0"/>
                        <a:t>システム基盤等の企画立案・管理推進・運営</a:t>
                      </a:r>
                      <a:endParaRPr kumimoji="1" lang="en-US" altLang="ja-JP" sz="1200" dirty="0"/>
                    </a:p>
                  </a:txBody>
                  <a:tcPr marL="49812" marR="49812" marT="16612" marB="1661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21785970"/>
                  </a:ext>
                </a:extLst>
              </a:tr>
              <a:tr h="389818">
                <a:tc>
                  <a:txBody>
                    <a:bodyPr/>
                    <a:lstStyle/>
                    <a:p>
                      <a:pPr marL="0" indent="0">
                        <a:buFont typeface="Wingdings" panose="05000000000000000000" pitchFamily="2" charset="2"/>
                        <a:buNone/>
                      </a:pPr>
                      <a:r>
                        <a:rPr kumimoji="1" lang="ja-JP" altLang="en-US" sz="1200" dirty="0"/>
                        <a:t>クライアントサービス企画支援</a:t>
                      </a:r>
                      <a:r>
                        <a:rPr kumimoji="1" lang="en-US" altLang="ja-JP" sz="1200" dirty="0"/>
                        <a:t>G</a:t>
                      </a:r>
                      <a:endParaRPr kumimoji="1" lang="ja-JP" altLang="en-US" sz="1200" dirty="0"/>
                    </a:p>
                  </a:txBody>
                  <a:tcPr marL="49812" marR="49812" marT="16612" marB="1661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kumimoji="1" lang="ja-JP" altLang="en-US" sz="1200" dirty="0"/>
                        <a:t>顧客動向調査、顧客満足度向上に関する企画立案</a:t>
                      </a:r>
                      <a:endParaRPr kumimoji="1" lang="en-US" altLang="ja-JP" sz="1200" dirty="0"/>
                    </a:p>
                    <a:p>
                      <a:pPr marL="0" marR="0" lvl="0" indent="0" algn="l" defTabSz="1007943" rtl="0" eaLnBrk="1" fontAlgn="auto" latinLnBrk="0" hangingPunct="1">
                        <a:lnSpc>
                          <a:spcPct val="100000"/>
                        </a:lnSpc>
                        <a:spcBef>
                          <a:spcPts val="0"/>
                        </a:spcBef>
                        <a:spcAft>
                          <a:spcPts val="0"/>
                        </a:spcAft>
                        <a:buClrTx/>
                        <a:buSzTx/>
                        <a:buFontTx/>
                        <a:buNone/>
                        <a:tabLst/>
                        <a:defRPr/>
                      </a:pPr>
                      <a:r>
                        <a:rPr kumimoji="1" lang="ja-JP" altLang="en-US" sz="1200" dirty="0"/>
                        <a:t>営業支援</a:t>
                      </a:r>
                      <a:endParaRPr kumimoji="1" lang="en-US" altLang="ja-JP" sz="1200" dirty="0"/>
                    </a:p>
                  </a:txBody>
                  <a:tcPr marL="49812" marR="49812" marT="16612" marB="1661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63405723"/>
                  </a:ext>
                </a:extLst>
              </a:tr>
              <a:tr h="389818">
                <a:tc>
                  <a:txBody>
                    <a:bodyPr/>
                    <a:lstStyle/>
                    <a:p>
                      <a:pPr marL="0" indent="0">
                        <a:buFont typeface="Wingdings" panose="05000000000000000000" pitchFamily="2" charset="2"/>
                        <a:buNone/>
                      </a:pPr>
                      <a:r>
                        <a:rPr kumimoji="1" lang="en-US" altLang="ja-JP" sz="1200" dirty="0"/>
                        <a:t>GPIF</a:t>
                      </a:r>
                      <a:r>
                        <a:rPr kumimoji="1" lang="ja-JP" altLang="en-US" sz="1200" dirty="0"/>
                        <a:t>室</a:t>
                      </a:r>
                    </a:p>
                  </a:txBody>
                  <a:tcPr marL="49812" marR="49812" marT="16612" marB="1661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kumimoji="1" lang="en-US" altLang="ja-JP" sz="1200" dirty="0"/>
                        <a:t>GPIF</a:t>
                      </a:r>
                      <a:r>
                        <a:rPr kumimoji="1" lang="ja-JP" altLang="en-US" sz="1200" dirty="0"/>
                        <a:t>との総合取引の推進</a:t>
                      </a:r>
                      <a:endParaRPr kumimoji="1" lang="en-US" altLang="ja-JP" sz="1200" dirty="0"/>
                    </a:p>
                  </a:txBody>
                  <a:tcPr marL="49812" marR="49812" marT="16612" marB="1661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46665603"/>
                  </a:ext>
                </a:extLst>
              </a:tr>
              <a:tr h="389818">
                <a:tc>
                  <a:txBody>
                    <a:bodyPr/>
                    <a:lstStyle/>
                    <a:p>
                      <a:pPr marL="0" indent="0">
                        <a:buFont typeface="Wingdings" panose="05000000000000000000" pitchFamily="2" charset="2"/>
                        <a:buNone/>
                      </a:pPr>
                      <a:r>
                        <a:rPr kumimoji="1" lang="ja-JP" altLang="en-US" sz="1200" dirty="0"/>
                        <a:t>クライアントサービス第</a:t>
                      </a:r>
                      <a:r>
                        <a:rPr kumimoji="1" lang="en-US" altLang="ja-JP" sz="1200" dirty="0"/>
                        <a:t>1G</a:t>
                      </a:r>
                      <a:r>
                        <a:rPr kumimoji="1" lang="ja-JP" altLang="en-US" sz="1200" dirty="0"/>
                        <a:t>～</a:t>
                      </a:r>
                      <a:r>
                        <a:rPr kumimoji="1" lang="en-US" altLang="ja-JP" sz="1200" dirty="0"/>
                        <a:t>3G</a:t>
                      </a:r>
                      <a:endParaRPr kumimoji="1" lang="ja-JP" altLang="en-US" sz="1200" dirty="0"/>
                    </a:p>
                  </a:txBody>
                  <a:tcPr marL="49812" marR="49812" marT="16612" marB="1661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1007943" rtl="0" eaLnBrk="1" fontAlgn="auto" latinLnBrk="0" hangingPunct="1">
                        <a:lnSpc>
                          <a:spcPct val="100000"/>
                        </a:lnSpc>
                        <a:spcBef>
                          <a:spcPts val="0"/>
                        </a:spcBef>
                        <a:spcAft>
                          <a:spcPts val="0"/>
                        </a:spcAft>
                        <a:buClrTx/>
                        <a:buSzTx/>
                        <a:buFontTx/>
                        <a:buNone/>
                        <a:tabLst/>
                        <a:defRPr/>
                      </a:pPr>
                      <a:r>
                        <a:rPr kumimoji="1" lang="ja-JP" altLang="en-US" sz="1200" dirty="0"/>
                        <a:t>資産管理業務に係るコンサルティングおよび機能営業</a:t>
                      </a:r>
                      <a:endParaRPr kumimoji="1" lang="en-US" altLang="ja-JP" sz="1200" dirty="0"/>
                    </a:p>
                  </a:txBody>
                  <a:tcPr marL="49812" marR="49812" marT="16612" marB="1661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0981537"/>
                  </a:ext>
                </a:extLst>
              </a:tr>
            </a:tbl>
          </a:graphicData>
        </a:graphic>
      </p:graphicFrame>
    </p:spTree>
    <p:extLst>
      <p:ext uri="{BB962C8B-B14F-4D97-AF65-F5344CB8AC3E}">
        <p14:creationId xmlns:p14="http://schemas.microsoft.com/office/powerpoint/2010/main" val="38434859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図形, 円&#10;&#10;自動的に生成された説明">
            <a:extLst>
              <a:ext uri="{FF2B5EF4-FFF2-40B4-BE49-F238E27FC236}">
                <a16:creationId xmlns:a16="http://schemas.microsoft.com/office/drawing/2014/main" id="{88911EB9-3C35-860F-F154-71F392CB4714}"/>
              </a:ext>
            </a:extLst>
          </p:cNvPr>
          <p:cNvPicPr>
            <a:picLocks noChangeAspect="1"/>
          </p:cNvPicPr>
          <p:nvPr/>
        </p:nvPicPr>
        <p:blipFill>
          <a:blip r:embed="rId2"/>
          <a:stretch>
            <a:fillRect/>
          </a:stretch>
        </p:blipFill>
        <p:spPr>
          <a:xfrm>
            <a:off x="6685364" y="-4743"/>
            <a:ext cx="3393675" cy="3393675"/>
          </a:xfrm>
          <a:prstGeom prst="rect">
            <a:avLst/>
          </a:prstGeom>
        </p:spPr>
      </p:pic>
      <p:sp>
        <p:nvSpPr>
          <p:cNvPr id="2" name="スライド番号プレースホルダー 1">
            <a:extLst>
              <a:ext uri="{FF2B5EF4-FFF2-40B4-BE49-F238E27FC236}">
                <a16:creationId xmlns:a16="http://schemas.microsoft.com/office/drawing/2014/main" id="{8C62D85A-64A2-837E-3F6F-BA9924A18726}"/>
              </a:ext>
            </a:extLst>
          </p:cNvPr>
          <p:cNvSpPr>
            <a:spLocks noGrp="1"/>
          </p:cNvSpPr>
          <p:nvPr>
            <p:ph type="sldNum" sz="quarter" idx="10"/>
          </p:nvPr>
        </p:nvSpPr>
        <p:spPr/>
        <p:txBody>
          <a:bodyPr/>
          <a:lstStyle/>
          <a:p>
            <a:fld id="{9BF854DB-42D3-EE44-9486-1E8138C63EFC}" type="slidenum">
              <a:rPr lang="ja-JP" altLang="en-US" smtClean="0"/>
              <a:pPr/>
              <a:t>16</a:t>
            </a:fld>
            <a:endParaRPr lang="ja-JP" altLang="en-US"/>
          </a:p>
        </p:txBody>
      </p:sp>
      <p:sp>
        <p:nvSpPr>
          <p:cNvPr id="3" name="タイトル 1">
            <a:extLst>
              <a:ext uri="{FF2B5EF4-FFF2-40B4-BE49-F238E27FC236}">
                <a16:creationId xmlns:a16="http://schemas.microsoft.com/office/drawing/2014/main" id="{84D28E6A-7F03-759A-1E87-75A06B40837B}"/>
              </a:ext>
            </a:extLst>
          </p:cNvPr>
          <p:cNvSpPr txBox="1">
            <a:spLocks/>
          </p:cNvSpPr>
          <p:nvPr/>
        </p:nvSpPr>
        <p:spPr>
          <a:xfrm>
            <a:off x="327822" y="618767"/>
            <a:ext cx="9352365" cy="437815"/>
          </a:xfrm>
          <a:prstGeom prst="rect">
            <a:avLst/>
          </a:prstGeom>
        </p:spPr>
        <p:txBody>
          <a:bodyPr>
            <a:noAutofit/>
          </a:bodyP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r>
              <a:rPr lang="ja-JP" altLang="en-US" dirty="0"/>
              <a:t>業務内容例 </a:t>
            </a:r>
            <a:r>
              <a:rPr lang="en-US" altLang="ja-JP" dirty="0"/>
              <a:t>|</a:t>
            </a:r>
            <a:r>
              <a:rPr lang="ja-JP" altLang="en-US" dirty="0"/>
              <a:t>事務企画</a:t>
            </a:r>
          </a:p>
        </p:txBody>
      </p:sp>
      <p:cxnSp>
        <p:nvCxnSpPr>
          <p:cNvPr id="4" name="直線コネクタ 3">
            <a:extLst>
              <a:ext uri="{FF2B5EF4-FFF2-40B4-BE49-F238E27FC236}">
                <a16:creationId xmlns:a16="http://schemas.microsoft.com/office/drawing/2014/main" id="{5B74B43F-C7CE-36D2-7709-2138D57FCBF3}"/>
              </a:ext>
            </a:extLst>
          </p:cNvPr>
          <p:cNvCxnSpPr>
            <a:cxnSpLocks/>
          </p:cNvCxnSpPr>
          <p:nvPr/>
        </p:nvCxnSpPr>
        <p:spPr>
          <a:xfrm>
            <a:off x="417668" y="1123606"/>
            <a:ext cx="926251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正方形/長方形 7">
            <a:extLst>
              <a:ext uri="{FF2B5EF4-FFF2-40B4-BE49-F238E27FC236}">
                <a16:creationId xmlns:a16="http://schemas.microsoft.com/office/drawing/2014/main" id="{81307845-1B56-84DA-C8E4-37224AAA3A49}"/>
              </a:ext>
            </a:extLst>
          </p:cNvPr>
          <p:cNvSpPr/>
          <p:nvPr/>
        </p:nvSpPr>
        <p:spPr>
          <a:xfrm>
            <a:off x="417668" y="1245363"/>
            <a:ext cx="9262519" cy="851787"/>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marL="269377" indent="-269377">
              <a:buFont typeface="Wingdings" panose="05000000000000000000" pitchFamily="2" charset="2"/>
              <a:buChar char="n"/>
            </a:pPr>
            <a:r>
              <a:rPr lang="ja-JP" altLang="en-US" sz="1400" dirty="0">
                <a:latin typeface="+mn-ea"/>
              </a:rPr>
              <a:t>既存事務の高度化ならびに新規サービスに係る事務設計について企画推進</a:t>
            </a:r>
            <a:endParaRPr lang="en-US" altLang="ja-JP" sz="1400" dirty="0">
              <a:latin typeface="+mn-ea"/>
            </a:endParaRPr>
          </a:p>
          <a:p>
            <a:pPr marL="269377" indent="-269377">
              <a:buFont typeface="Wingdings" panose="05000000000000000000" pitchFamily="2" charset="2"/>
              <a:buChar char="n"/>
            </a:pPr>
            <a:r>
              <a:rPr lang="ja-JP" altLang="en-US" sz="1400" dirty="0">
                <a:latin typeface="+mn-ea"/>
              </a:rPr>
              <a:t>高度化においては、人を介さず電子的に自動処理する仕組みを指向。約定決済事務を中心に自動処理を実現</a:t>
            </a:r>
            <a:endParaRPr lang="en-US" altLang="ja-JP" sz="1400" dirty="0">
              <a:latin typeface="+mn-ea"/>
            </a:endParaRPr>
          </a:p>
        </p:txBody>
      </p:sp>
      <p:sp>
        <p:nvSpPr>
          <p:cNvPr id="6" name="テキスト プレースホルダー 4">
            <a:extLst>
              <a:ext uri="{FF2B5EF4-FFF2-40B4-BE49-F238E27FC236}">
                <a16:creationId xmlns:a16="http://schemas.microsoft.com/office/drawing/2014/main" id="{96EFC521-816E-1D31-85F5-ECD133C819B3}"/>
              </a:ext>
            </a:extLst>
          </p:cNvPr>
          <p:cNvSpPr txBox="1">
            <a:spLocks/>
          </p:cNvSpPr>
          <p:nvPr/>
        </p:nvSpPr>
        <p:spPr>
          <a:xfrm>
            <a:off x="423862" y="2328077"/>
            <a:ext cx="3223799" cy="4570325"/>
          </a:xfrm>
          <a:prstGeom prst="rect">
            <a:avLst/>
          </a:prstGeom>
        </p:spPr>
        <p:txBody>
          <a:bodyPr>
            <a:normAutofit/>
          </a:bodyPr>
          <a:lstStyle>
            <a:lvl1pPr marL="265113" indent="-265113" algn="l" rtl="0" eaLnBrk="0" fontAlgn="base" hangingPunct="0">
              <a:spcBef>
                <a:spcPct val="20000"/>
              </a:spcBef>
              <a:spcAft>
                <a:spcPct val="0"/>
              </a:spcAft>
              <a:buClr>
                <a:srgbClr val="E60012"/>
              </a:buClr>
              <a:buFont typeface="Wingdings" pitchFamily="2" charset="2"/>
              <a:buChar char="l"/>
              <a:defRPr kumimoji="1" sz="2000">
                <a:solidFill>
                  <a:schemeClr val="tx1"/>
                </a:solidFill>
                <a:latin typeface="+mn-lt"/>
                <a:ea typeface="+mn-ea"/>
                <a:cs typeface="+mn-cs"/>
              </a:defRPr>
            </a:lvl1pPr>
            <a:lvl2pPr marL="822325" indent="-285750" algn="l" rtl="0" eaLnBrk="0" fontAlgn="base" hangingPunct="0">
              <a:spcBef>
                <a:spcPct val="20000"/>
              </a:spcBef>
              <a:spcAft>
                <a:spcPct val="0"/>
              </a:spcAft>
              <a:buChar char="–"/>
              <a:defRPr kumimoji="1" sz="2800">
                <a:solidFill>
                  <a:schemeClr val="tx1"/>
                </a:solidFill>
                <a:latin typeface="+mn-lt"/>
                <a:ea typeface="ＭＳ Ｐゴシック" pitchFamily="50" charset="-128"/>
              </a:defRPr>
            </a:lvl2pPr>
            <a:lvl3pPr marL="1230313" indent="-228600" algn="l" rtl="0" eaLnBrk="0" fontAlgn="base" hangingPunct="0">
              <a:spcBef>
                <a:spcPct val="20000"/>
              </a:spcBef>
              <a:spcAft>
                <a:spcPct val="0"/>
              </a:spcAft>
              <a:buChar char="•"/>
              <a:defRPr kumimoji="1" sz="2400">
                <a:solidFill>
                  <a:schemeClr val="tx1"/>
                </a:solidFill>
                <a:latin typeface="+mn-lt"/>
                <a:ea typeface="ＭＳ Ｐゴシック" pitchFamily="50" charset="-128"/>
              </a:defRPr>
            </a:lvl3pPr>
            <a:lvl4pPr marL="1638300" indent="-228600" algn="l" rtl="0" eaLnBrk="0" fontAlgn="base" hangingPunct="0">
              <a:spcBef>
                <a:spcPct val="20000"/>
              </a:spcBef>
              <a:spcAft>
                <a:spcPct val="0"/>
              </a:spcAft>
              <a:buChar char="–"/>
              <a:defRPr kumimoji="1" sz="2000">
                <a:solidFill>
                  <a:schemeClr val="tx1"/>
                </a:solidFill>
                <a:latin typeface="+mn-lt"/>
                <a:ea typeface="ＭＳ Ｐゴシック" pitchFamily="50" charset="-128"/>
              </a:defRPr>
            </a:lvl4pPr>
            <a:lvl5pPr marL="2057400" indent="-228600" algn="l" rtl="0" eaLnBrk="0" fontAlgn="base" hangingPunct="0">
              <a:spcBef>
                <a:spcPct val="20000"/>
              </a:spcBef>
              <a:spcAft>
                <a:spcPct val="0"/>
              </a:spcAft>
              <a:buChar char="»"/>
              <a:defRPr kumimoji="1" sz="2000">
                <a:solidFill>
                  <a:schemeClr val="tx1"/>
                </a:solidFill>
                <a:latin typeface="+mn-lt"/>
                <a:ea typeface="ＭＳ Ｐゴシック" pitchFamily="50" charset="-128"/>
              </a:defRPr>
            </a:lvl5pPr>
            <a:lvl6pPr marL="2514600" indent="-228600" algn="l" rtl="0" fontAlgn="base">
              <a:spcBef>
                <a:spcPct val="20000"/>
              </a:spcBef>
              <a:spcAft>
                <a:spcPct val="0"/>
              </a:spcAft>
              <a:buChar char="»"/>
              <a:defRPr kumimoji="1" sz="2000">
                <a:solidFill>
                  <a:schemeClr val="tx1"/>
                </a:solidFill>
                <a:latin typeface="+mn-lt"/>
                <a:ea typeface="ＭＳ Ｐゴシック" pitchFamily="50" charset="-128"/>
              </a:defRPr>
            </a:lvl6pPr>
            <a:lvl7pPr marL="2971800" indent="-228600" algn="l" rtl="0" fontAlgn="base">
              <a:spcBef>
                <a:spcPct val="20000"/>
              </a:spcBef>
              <a:spcAft>
                <a:spcPct val="0"/>
              </a:spcAft>
              <a:buChar char="»"/>
              <a:defRPr kumimoji="1" sz="2000">
                <a:solidFill>
                  <a:schemeClr val="tx1"/>
                </a:solidFill>
                <a:latin typeface="+mn-lt"/>
                <a:ea typeface="ＭＳ Ｐゴシック" pitchFamily="50" charset="-128"/>
              </a:defRPr>
            </a:lvl7pPr>
            <a:lvl8pPr marL="3429000" indent="-228600" algn="l" rtl="0" fontAlgn="base">
              <a:spcBef>
                <a:spcPct val="20000"/>
              </a:spcBef>
              <a:spcAft>
                <a:spcPct val="0"/>
              </a:spcAft>
              <a:buChar char="»"/>
              <a:defRPr kumimoji="1" sz="2000">
                <a:solidFill>
                  <a:schemeClr val="tx1"/>
                </a:solidFill>
                <a:latin typeface="+mn-lt"/>
                <a:ea typeface="ＭＳ Ｐゴシック" pitchFamily="50" charset="-128"/>
              </a:defRPr>
            </a:lvl8pPr>
            <a:lvl9pPr marL="3886200" indent="-228600" algn="l" rtl="0" fontAlgn="base">
              <a:spcBef>
                <a:spcPct val="20000"/>
              </a:spcBef>
              <a:spcAft>
                <a:spcPct val="0"/>
              </a:spcAft>
              <a:buChar char="»"/>
              <a:defRPr kumimoji="1" sz="2000">
                <a:solidFill>
                  <a:schemeClr val="tx1"/>
                </a:solidFill>
                <a:latin typeface="+mn-lt"/>
                <a:ea typeface="ＭＳ Ｐゴシック" pitchFamily="50" charset="-128"/>
              </a:defRPr>
            </a:lvl9pPr>
          </a:lstStyle>
          <a:p>
            <a:pPr>
              <a:spcAft>
                <a:spcPts val="1200"/>
              </a:spcAft>
              <a:buFont typeface="Wingdings" panose="05000000000000000000" pitchFamily="2" charset="2"/>
              <a:buChar char="Ø"/>
            </a:pPr>
            <a:r>
              <a:rPr lang="ja-JP" altLang="en-US" sz="1800" b="0" kern="0" dirty="0">
                <a:latin typeface="+mn-ea"/>
                <a:cs typeface="Meiryo UI" panose="020B0604030504040204" pitchFamily="50" charset="-128"/>
              </a:rPr>
              <a:t>「照合」のプロセスを、「人」の目・作業を介さず</a:t>
            </a:r>
            <a:r>
              <a:rPr lang="ja-JP" altLang="en-US" sz="1800" b="0" u="sng" kern="0" dirty="0">
                <a:latin typeface="+mn-ea"/>
                <a:cs typeface="Meiryo UI" panose="020B0604030504040204" pitchFamily="50" charset="-128"/>
              </a:rPr>
              <a:t>電子的に自動処理する</a:t>
            </a:r>
            <a:r>
              <a:rPr lang="ja-JP" altLang="en-US" sz="1800" b="0" kern="0" dirty="0">
                <a:latin typeface="+mn-ea"/>
                <a:cs typeface="Meiryo UI" panose="020B0604030504040204" pitchFamily="50" charset="-128"/>
              </a:rPr>
              <a:t>＝</a:t>
            </a:r>
            <a:br>
              <a:rPr lang="en-US" altLang="ja-JP" sz="1800" b="0" kern="0" dirty="0">
                <a:latin typeface="+mn-ea"/>
                <a:cs typeface="Meiryo UI" panose="020B0604030504040204" pitchFamily="50" charset="-128"/>
              </a:rPr>
            </a:br>
            <a:r>
              <a:rPr lang="ja-JP" altLang="en-US" sz="1800" b="0" kern="0" dirty="0">
                <a:latin typeface="+mn-ea"/>
                <a:cs typeface="Meiryo UI" panose="020B0604030504040204" pitchFamily="50" charset="-128"/>
              </a:rPr>
              <a:t>「</a:t>
            </a:r>
            <a:r>
              <a:rPr lang="en-US" altLang="ja-JP" sz="1800" b="0" u="sng" kern="0" dirty="0">
                <a:effectLst>
                  <a:outerShdw blurRad="38100" dist="38100" dir="2700000" algn="tl">
                    <a:srgbClr val="000000">
                      <a:alpha val="43137"/>
                    </a:srgbClr>
                  </a:outerShdw>
                </a:effectLst>
                <a:latin typeface="+mn-ea"/>
                <a:cs typeface="Meiryo UI" panose="020B0604030504040204" pitchFamily="50" charset="-128"/>
              </a:rPr>
              <a:t>S</a:t>
            </a:r>
            <a:r>
              <a:rPr lang="en-US" altLang="ja-JP" sz="1800" b="0" kern="0" dirty="0">
                <a:effectLst>
                  <a:outerShdw blurRad="38100" dist="38100" dir="2700000" algn="tl">
                    <a:srgbClr val="000000">
                      <a:alpha val="43137"/>
                    </a:srgbClr>
                  </a:outerShdw>
                </a:effectLst>
                <a:latin typeface="+mn-ea"/>
                <a:cs typeface="Meiryo UI" panose="020B0604030504040204" pitchFamily="50" charset="-128"/>
              </a:rPr>
              <a:t>traight </a:t>
            </a:r>
            <a:r>
              <a:rPr lang="en-US" altLang="ja-JP" sz="1800" b="0" u="sng" kern="0" dirty="0">
                <a:effectLst>
                  <a:outerShdw blurRad="38100" dist="38100" dir="2700000" algn="tl">
                    <a:srgbClr val="000000">
                      <a:alpha val="43137"/>
                    </a:srgbClr>
                  </a:outerShdw>
                </a:effectLst>
                <a:latin typeface="+mn-ea"/>
                <a:cs typeface="Meiryo UI" panose="020B0604030504040204" pitchFamily="50" charset="-128"/>
              </a:rPr>
              <a:t>T</a:t>
            </a:r>
            <a:r>
              <a:rPr lang="en-US" altLang="ja-JP" sz="1800" b="0" kern="0" dirty="0">
                <a:effectLst>
                  <a:outerShdw blurRad="38100" dist="38100" dir="2700000" algn="tl">
                    <a:srgbClr val="000000">
                      <a:alpha val="43137"/>
                    </a:srgbClr>
                  </a:outerShdw>
                </a:effectLst>
                <a:latin typeface="+mn-ea"/>
                <a:cs typeface="Meiryo UI" panose="020B0604030504040204" pitchFamily="50" charset="-128"/>
              </a:rPr>
              <a:t>hrough </a:t>
            </a:r>
            <a:r>
              <a:rPr lang="en-US" altLang="ja-JP" sz="1800" b="0" u="sng" kern="0" dirty="0">
                <a:effectLst>
                  <a:outerShdw blurRad="38100" dist="38100" dir="2700000" algn="tl">
                    <a:srgbClr val="000000">
                      <a:alpha val="43137"/>
                    </a:srgbClr>
                  </a:outerShdw>
                </a:effectLst>
                <a:latin typeface="+mn-ea"/>
                <a:cs typeface="Meiryo UI" panose="020B0604030504040204" pitchFamily="50" charset="-128"/>
              </a:rPr>
              <a:t>P</a:t>
            </a:r>
            <a:r>
              <a:rPr lang="en-US" altLang="ja-JP" sz="1800" b="0" kern="0" dirty="0">
                <a:effectLst>
                  <a:outerShdw blurRad="38100" dist="38100" dir="2700000" algn="tl">
                    <a:srgbClr val="000000">
                      <a:alpha val="43137"/>
                    </a:srgbClr>
                  </a:outerShdw>
                </a:effectLst>
                <a:latin typeface="+mn-ea"/>
                <a:cs typeface="Meiryo UI" panose="020B0604030504040204" pitchFamily="50" charset="-128"/>
              </a:rPr>
              <a:t>rocessing</a:t>
            </a:r>
            <a:r>
              <a:rPr lang="ja-JP" altLang="en-US" sz="1800" b="0" kern="0" dirty="0">
                <a:effectLst>
                  <a:outerShdw blurRad="38100" dist="38100" dir="2700000" algn="tl">
                    <a:srgbClr val="000000">
                      <a:alpha val="43137"/>
                    </a:srgbClr>
                  </a:outerShdw>
                </a:effectLst>
                <a:latin typeface="+mn-ea"/>
                <a:cs typeface="Meiryo UI" panose="020B0604030504040204" pitchFamily="50" charset="-128"/>
              </a:rPr>
              <a:t>」</a:t>
            </a:r>
            <a:r>
              <a:rPr lang="ja-JP" altLang="en-US" sz="1800" b="0" kern="0" dirty="0">
                <a:latin typeface="+mn-ea"/>
                <a:cs typeface="Meiryo UI" panose="020B0604030504040204" pitchFamily="50" charset="-128"/>
              </a:rPr>
              <a:t>　概念を具現化したシステム開発</a:t>
            </a:r>
            <a:br>
              <a:rPr lang="en-US" altLang="ja-JP" sz="1800" b="0" kern="0" dirty="0">
                <a:latin typeface="+mn-ea"/>
                <a:cs typeface="Meiryo UI" panose="020B0604030504040204" pitchFamily="50" charset="-128"/>
              </a:rPr>
            </a:br>
            <a:r>
              <a:rPr lang="ja-JP" altLang="en-US" sz="1800" b="0" kern="0" dirty="0">
                <a:latin typeface="+mn-ea"/>
                <a:cs typeface="Meiryo UI" panose="020B0604030504040204" pitchFamily="50" charset="-128"/>
              </a:rPr>
              <a:t>（平成１０年頃～）</a:t>
            </a:r>
            <a:endParaRPr lang="en-US" altLang="ja-JP" sz="1800" b="0" kern="0" dirty="0">
              <a:latin typeface="+mn-ea"/>
              <a:cs typeface="Meiryo UI" panose="020B0604030504040204" pitchFamily="50" charset="-128"/>
            </a:endParaRPr>
          </a:p>
          <a:p>
            <a:pPr>
              <a:spcAft>
                <a:spcPts val="1200"/>
              </a:spcAft>
              <a:buFont typeface="Wingdings" panose="05000000000000000000" pitchFamily="2" charset="2"/>
              <a:buChar char="Ø"/>
            </a:pPr>
            <a:r>
              <a:rPr lang="ja-JP" altLang="en-US" sz="1800" b="0" u="sng" kern="0" dirty="0">
                <a:latin typeface="+mn-ea"/>
                <a:cs typeface="Meiryo UI" panose="020B0604030504040204" pitchFamily="50" charset="-128"/>
              </a:rPr>
              <a:t>「約定・決済」処理と、「会計」処理の分離</a:t>
            </a:r>
            <a:r>
              <a:rPr lang="ja-JP" altLang="en-US" sz="1800" b="0" kern="0" dirty="0">
                <a:latin typeface="+mn-ea"/>
                <a:cs typeface="Meiryo UI" panose="020B0604030504040204" pitchFamily="50" charset="-128"/>
              </a:rPr>
              <a:t>の開始</a:t>
            </a:r>
            <a:br>
              <a:rPr lang="en-US" altLang="ja-JP" sz="1800" b="0" kern="0" dirty="0">
                <a:latin typeface="+mn-ea"/>
                <a:cs typeface="Meiryo UI" panose="020B0604030504040204" pitchFamily="50" charset="-128"/>
              </a:rPr>
            </a:br>
            <a:r>
              <a:rPr lang="ja-JP" altLang="en-US" sz="1800" b="0" kern="0" dirty="0">
                <a:latin typeface="+mn-ea"/>
                <a:cs typeface="Meiryo UI" panose="020B0604030504040204" pitchFamily="50" charset="-128"/>
              </a:rPr>
              <a:t>（分散型システムの導入）</a:t>
            </a:r>
            <a:endParaRPr lang="en-US" altLang="ja-JP" sz="1800" b="0" kern="0" dirty="0">
              <a:latin typeface="+mn-ea"/>
              <a:cs typeface="Meiryo UI" panose="020B0604030504040204" pitchFamily="50" charset="-128"/>
            </a:endParaRPr>
          </a:p>
          <a:p>
            <a:pPr>
              <a:spcAft>
                <a:spcPts val="1200"/>
              </a:spcAft>
              <a:buFont typeface="Wingdings" panose="05000000000000000000" pitchFamily="2" charset="2"/>
              <a:buChar char="Ø"/>
            </a:pPr>
            <a:r>
              <a:rPr lang="ja-JP" altLang="en-US" sz="1800" b="0" kern="0" dirty="0">
                <a:latin typeface="+mn-ea"/>
                <a:cs typeface="Meiryo UI" panose="020B0604030504040204" pitchFamily="50" charset="-128"/>
              </a:rPr>
              <a:t>外国証券の権利指図に関する指図情報を顧客と電子的に「授受」する体制を整備（平成</a:t>
            </a:r>
            <a:r>
              <a:rPr lang="en-US" altLang="ja-JP" sz="1800" b="0" kern="0" dirty="0">
                <a:latin typeface="+mn-ea"/>
                <a:cs typeface="Meiryo UI" panose="020B0604030504040204" pitchFamily="50" charset="-128"/>
              </a:rPr>
              <a:t>2</a:t>
            </a:r>
            <a:r>
              <a:rPr lang="ja-JP" altLang="en-US" sz="1800" b="0" kern="0" dirty="0">
                <a:latin typeface="+mn-ea"/>
                <a:cs typeface="Meiryo UI" panose="020B0604030504040204" pitchFamily="50" charset="-128"/>
              </a:rPr>
              <a:t>０年頃）</a:t>
            </a:r>
            <a:endParaRPr lang="en-US" altLang="ja-JP" sz="1800" b="0" kern="0" dirty="0">
              <a:latin typeface="+mn-ea"/>
              <a:cs typeface="Meiryo UI" panose="020B0604030504040204" pitchFamily="50" charset="-128"/>
            </a:endParaRPr>
          </a:p>
        </p:txBody>
      </p:sp>
      <p:pic>
        <p:nvPicPr>
          <p:cNvPr id="10" name="Picture 5">
            <a:extLst>
              <a:ext uri="{FF2B5EF4-FFF2-40B4-BE49-F238E27FC236}">
                <a16:creationId xmlns:a16="http://schemas.microsoft.com/office/drawing/2014/main" id="{18FD03C3-6630-2B83-4C8D-3CD1B98F52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6748" y="2317715"/>
            <a:ext cx="6118609" cy="458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89174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descr="図形, 円&#10;&#10;自動的に生成された説明">
            <a:extLst>
              <a:ext uri="{FF2B5EF4-FFF2-40B4-BE49-F238E27FC236}">
                <a16:creationId xmlns:a16="http://schemas.microsoft.com/office/drawing/2014/main" id="{88911EB9-3C35-860F-F154-71F392CB4714}"/>
              </a:ext>
            </a:extLst>
          </p:cNvPr>
          <p:cNvPicPr>
            <a:picLocks noChangeAspect="1"/>
          </p:cNvPicPr>
          <p:nvPr/>
        </p:nvPicPr>
        <p:blipFill>
          <a:blip r:embed="rId2"/>
          <a:stretch>
            <a:fillRect/>
          </a:stretch>
        </p:blipFill>
        <p:spPr>
          <a:xfrm>
            <a:off x="6685364" y="-4743"/>
            <a:ext cx="3393675" cy="3393675"/>
          </a:xfrm>
          <a:prstGeom prst="rect">
            <a:avLst/>
          </a:prstGeom>
        </p:spPr>
      </p:pic>
      <p:sp>
        <p:nvSpPr>
          <p:cNvPr id="2" name="スライド番号プレースホルダー 1">
            <a:extLst>
              <a:ext uri="{FF2B5EF4-FFF2-40B4-BE49-F238E27FC236}">
                <a16:creationId xmlns:a16="http://schemas.microsoft.com/office/drawing/2014/main" id="{8C62D85A-64A2-837E-3F6F-BA9924A18726}"/>
              </a:ext>
            </a:extLst>
          </p:cNvPr>
          <p:cNvSpPr>
            <a:spLocks noGrp="1"/>
          </p:cNvSpPr>
          <p:nvPr>
            <p:ph type="sldNum" sz="quarter" idx="10"/>
          </p:nvPr>
        </p:nvSpPr>
        <p:spPr/>
        <p:txBody>
          <a:bodyPr/>
          <a:lstStyle/>
          <a:p>
            <a:fld id="{9BF854DB-42D3-EE44-9486-1E8138C63EFC}" type="slidenum">
              <a:rPr lang="ja-JP" altLang="en-US" smtClean="0"/>
              <a:pPr/>
              <a:t>17</a:t>
            </a:fld>
            <a:endParaRPr lang="ja-JP" altLang="en-US"/>
          </a:p>
        </p:txBody>
      </p:sp>
      <p:sp>
        <p:nvSpPr>
          <p:cNvPr id="3" name="タイトル 1">
            <a:extLst>
              <a:ext uri="{FF2B5EF4-FFF2-40B4-BE49-F238E27FC236}">
                <a16:creationId xmlns:a16="http://schemas.microsoft.com/office/drawing/2014/main" id="{84D28E6A-7F03-759A-1E87-75A06B40837B}"/>
              </a:ext>
            </a:extLst>
          </p:cNvPr>
          <p:cNvSpPr txBox="1">
            <a:spLocks/>
          </p:cNvSpPr>
          <p:nvPr/>
        </p:nvSpPr>
        <p:spPr>
          <a:xfrm>
            <a:off x="327822" y="618767"/>
            <a:ext cx="9352365" cy="437815"/>
          </a:xfrm>
          <a:prstGeom prst="rect">
            <a:avLst/>
          </a:prstGeom>
        </p:spPr>
        <p:txBody>
          <a:bodyPr>
            <a:noAutofit/>
          </a:bodyPr>
          <a:lstStyle>
            <a:lvl1pPr algn="l" defTabSz="1006475" rtl="0" eaLnBrk="1" fontAlgn="base" hangingPunct="1">
              <a:lnSpc>
                <a:spcPct val="100000"/>
              </a:lnSpc>
              <a:spcBef>
                <a:spcPct val="0"/>
              </a:spcBef>
              <a:spcAft>
                <a:spcPct val="0"/>
              </a:spcAft>
              <a:defRPr kumimoji="1" sz="1800" b="0" i="0" kern="1200">
                <a:solidFill>
                  <a:schemeClr val="tx1"/>
                </a:solidFill>
                <a:latin typeface="+mj-ea"/>
                <a:ea typeface="+mj-ea"/>
                <a:cs typeface="Yu Gothic Medium" panose="020B0400000000000000" pitchFamily="34" charset="-128"/>
              </a:defRPr>
            </a:lvl1pPr>
            <a:lvl2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2pPr>
            <a:lvl3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3pPr>
            <a:lvl4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4pPr>
            <a:lvl5pPr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5pPr>
            <a:lvl6pPr marL="4572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6pPr>
            <a:lvl7pPr marL="9144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7pPr>
            <a:lvl8pPr marL="13716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8pPr>
            <a:lvl9pPr marL="1828800" algn="l" defTabSz="1006475" rtl="0" eaLnBrk="1" fontAlgn="base" hangingPunct="1">
              <a:lnSpc>
                <a:spcPct val="90000"/>
              </a:lnSpc>
              <a:spcBef>
                <a:spcPct val="0"/>
              </a:spcBef>
              <a:spcAft>
                <a:spcPct val="0"/>
              </a:spcAft>
              <a:defRPr kumimoji="1" sz="4800">
                <a:solidFill>
                  <a:schemeClr val="tx1"/>
                </a:solidFill>
                <a:latin typeface="Calibri Light" charset="0"/>
                <a:ea typeface="ＭＳ Ｐゴシック" charset="-128"/>
                <a:cs typeface="ＭＳ Ｐゴシック" charset="-128"/>
              </a:defRPr>
            </a:lvl9pPr>
          </a:lstStyle>
          <a:p>
            <a:r>
              <a:rPr lang="ja-JP" altLang="en-US" dirty="0"/>
              <a:t>業務内容例 </a:t>
            </a:r>
            <a:r>
              <a:rPr lang="en-US" altLang="ja-JP" dirty="0"/>
              <a:t>|</a:t>
            </a:r>
            <a:r>
              <a:rPr lang="ja-JP" altLang="en-US" dirty="0"/>
              <a:t>顧客活動</a:t>
            </a:r>
          </a:p>
        </p:txBody>
      </p:sp>
      <p:cxnSp>
        <p:nvCxnSpPr>
          <p:cNvPr id="4" name="直線コネクタ 3">
            <a:extLst>
              <a:ext uri="{FF2B5EF4-FFF2-40B4-BE49-F238E27FC236}">
                <a16:creationId xmlns:a16="http://schemas.microsoft.com/office/drawing/2014/main" id="{5B74B43F-C7CE-36D2-7709-2138D57FCBF3}"/>
              </a:ext>
            </a:extLst>
          </p:cNvPr>
          <p:cNvCxnSpPr>
            <a:cxnSpLocks/>
          </p:cNvCxnSpPr>
          <p:nvPr/>
        </p:nvCxnSpPr>
        <p:spPr>
          <a:xfrm>
            <a:off x="417668" y="1123606"/>
            <a:ext cx="9262519"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正方形/長方形 7">
            <a:extLst>
              <a:ext uri="{FF2B5EF4-FFF2-40B4-BE49-F238E27FC236}">
                <a16:creationId xmlns:a16="http://schemas.microsoft.com/office/drawing/2014/main" id="{81307845-1B56-84DA-C8E4-37224AAA3A49}"/>
              </a:ext>
            </a:extLst>
          </p:cNvPr>
          <p:cNvSpPr/>
          <p:nvPr/>
        </p:nvSpPr>
        <p:spPr>
          <a:xfrm>
            <a:off x="417668" y="1245363"/>
            <a:ext cx="9262519" cy="851787"/>
          </a:xfrm>
          <a:prstGeom prst="rect">
            <a:avLst/>
          </a:prstGeom>
          <a:noFill/>
          <a:ln/>
        </p:spPr>
        <p:style>
          <a:lnRef idx="2">
            <a:schemeClr val="dk1"/>
          </a:lnRef>
          <a:fillRef idx="1">
            <a:schemeClr val="lt1"/>
          </a:fillRef>
          <a:effectRef idx="0">
            <a:schemeClr val="dk1"/>
          </a:effectRef>
          <a:fontRef idx="minor">
            <a:schemeClr val="dk1"/>
          </a:fontRef>
        </p:style>
        <p:txBody>
          <a:bodyPr rtlCol="0" anchor="ctr"/>
          <a:lstStyle/>
          <a:p>
            <a:pPr marL="269377" indent="-269377">
              <a:buFont typeface="Wingdings" panose="05000000000000000000" pitchFamily="2" charset="2"/>
              <a:buChar char="n"/>
            </a:pPr>
            <a:r>
              <a:rPr lang="ja-JP" altLang="en-US" sz="1400" dirty="0">
                <a:latin typeface="+mn-ea"/>
              </a:rPr>
              <a:t>既存事務の高度化ならびに新規サービスに係る事務設計について企画推進</a:t>
            </a:r>
            <a:endParaRPr lang="en-US" altLang="ja-JP" sz="1400" dirty="0">
              <a:latin typeface="+mn-ea"/>
            </a:endParaRPr>
          </a:p>
          <a:p>
            <a:pPr marL="269377" indent="-269377">
              <a:buFont typeface="Wingdings" panose="05000000000000000000" pitchFamily="2" charset="2"/>
              <a:buChar char="n"/>
            </a:pPr>
            <a:r>
              <a:rPr lang="ja-JP" altLang="en-US" sz="1400" dirty="0">
                <a:latin typeface="+mn-ea"/>
              </a:rPr>
              <a:t>高度化においては、人を介さず電子的に自動処理する仕組みを指向。約定決済事務を中心に自動処理を実現</a:t>
            </a:r>
            <a:endParaRPr lang="en-US" altLang="ja-JP" sz="1400" dirty="0">
              <a:latin typeface="+mn-ea"/>
            </a:endParaRPr>
          </a:p>
        </p:txBody>
      </p:sp>
      <p:grpSp>
        <p:nvGrpSpPr>
          <p:cNvPr id="7" name="グループ化 6">
            <a:extLst>
              <a:ext uri="{FF2B5EF4-FFF2-40B4-BE49-F238E27FC236}">
                <a16:creationId xmlns:a16="http://schemas.microsoft.com/office/drawing/2014/main" id="{95BF262C-5492-9074-FF1A-8DB365EF7F3E}"/>
              </a:ext>
            </a:extLst>
          </p:cNvPr>
          <p:cNvGrpSpPr/>
          <p:nvPr/>
        </p:nvGrpSpPr>
        <p:grpSpPr>
          <a:xfrm>
            <a:off x="2164874" y="2562176"/>
            <a:ext cx="5638800" cy="4267200"/>
            <a:chOff x="1752600" y="1676400"/>
            <a:chExt cx="5638800" cy="4267200"/>
          </a:xfrm>
        </p:grpSpPr>
        <p:sp>
          <p:nvSpPr>
            <p:cNvPr id="9" name="正方形/長方形 8">
              <a:extLst>
                <a:ext uri="{FF2B5EF4-FFF2-40B4-BE49-F238E27FC236}">
                  <a16:creationId xmlns:a16="http://schemas.microsoft.com/office/drawing/2014/main" id="{C0500752-E3B8-E8AD-3CE4-03B100A7488A}"/>
                </a:ext>
              </a:extLst>
            </p:cNvPr>
            <p:cNvSpPr/>
            <p:nvPr/>
          </p:nvSpPr>
          <p:spPr>
            <a:xfrm rot="2700000">
              <a:off x="4515605" y="2170195"/>
              <a:ext cx="152400" cy="3240000"/>
            </a:xfrm>
            <a:prstGeom prst="rect">
              <a:avLst/>
            </a:prstGeom>
            <a:ln>
              <a:solidFill>
                <a:schemeClr val="bg2">
                  <a:lumMod val="75000"/>
                </a:schemeClr>
              </a:solid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400" b="0" i="0" u="none" strike="noStrike" kern="1200" cap="none" spc="0" normalizeH="0" baseline="0" noProof="0" dirty="0">
                <a:ln>
                  <a:noFill/>
                </a:ln>
                <a:solidFill>
                  <a:prstClr val="white"/>
                </a:solidFill>
                <a:effectLst/>
                <a:uLnTx/>
                <a:uFillTx/>
                <a:latin typeface="+mn-ea"/>
                <a:cs typeface="+mn-cs"/>
              </a:endParaRPr>
            </a:p>
          </p:txBody>
        </p:sp>
        <p:sp>
          <p:nvSpPr>
            <p:cNvPr id="11" name="正方形/長方形 10">
              <a:extLst>
                <a:ext uri="{FF2B5EF4-FFF2-40B4-BE49-F238E27FC236}">
                  <a16:creationId xmlns:a16="http://schemas.microsoft.com/office/drawing/2014/main" id="{042980DB-BA9E-F1A4-F4A4-6765FEEEA5A3}"/>
                </a:ext>
              </a:extLst>
            </p:cNvPr>
            <p:cNvSpPr/>
            <p:nvPr/>
          </p:nvSpPr>
          <p:spPr>
            <a:xfrm rot="18900000">
              <a:off x="4515605" y="2209805"/>
              <a:ext cx="152400" cy="3240000"/>
            </a:xfrm>
            <a:prstGeom prst="rect">
              <a:avLst/>
            </a:prstGeom>
            <a:ln>
              <a:solidFill>
                <a:schemeClr val="bg2">
                  <a:lumMod val="75000"/>
                </a:schemeClr>
              </a:solid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400" b="0" i="0" u="none" strike="noStrike" kern="1200" cap="none" spc="0" normalizeH="0" baseline="0" noProof="0" dirty="0">
                <a:ln>
                  <a:noFill/>
                </a:ln>
                <a:solidFill>
                  <a:prstClr val="white"/>
                </a:solidFill>
                <a:effectLst/>
                <a:uLnTx/>
                <a:uFillTx/>
                <a:latin typeface="+mn-ea"/>
                <a:cs typeface="+mn-cs"/>
              </a:endParaRPr>
            </a:p>
          </p:txBody>
        </p:sp>
        <p:sp>
          <p:nvSpPr>
            <p:cNvPr id="12" name="円/楕円 5">
              <a:extLst>
                <a:ext uri="{FF2B5EF4-FFF2-40B4-BE49-F238E27FC236}">
                  <a16:creationId xmlns:a16="http://schemas.microsoft.com/office/drawing/2014/main" id="{373E5D08-3B18-32C1-5692-79BFE2817F71}"/>
                </a:ext>
              </a:extLst>
            </p:cNvPr>
            <p:cNvSpPr/>
            <p:nvPr/>
          </p:nvSpPr>
          <p:spPr>
            <a:xfrm>
              <a:off x="1752600" y="1676400"/>
              <a:ext cx="2057400" cy="1524000"/>
            </a:xfrm>
            <a:prstGeom prst="ellipse">
              <a:avLst/>
            </a:prstGeom>
            <a:solidFill>
              <a:srgbClr val="B9DCFF"/>
            </a:solidFill>
          </p:spPr>
          <p:style>
            <a:lnRef idx="0">
              <a:schemeClr val="accent3"/>
            </a:lnRef>
            <a:fillRef idx="3">
              <a:schemeClr val="accent3"/>
            </a:fillRef>
            <a:effectRef idx="3">
              <a:schemeClr val="accent3"/>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sng" strike="noStrike" kern="1200" cap="none" spc="0" normalizeH="0" baseline="0" noProof="0" dirty="0">
                  <a:ln>
                    <a:noFill/>
                  </a:ln>
                  <a:solidFill>
                    <a:prstClr val="black"/>
                  </a:solidFill>
                  <a:effectLst/>
                  <a:uLnTx/>
                  <a:uFillTx/>
                  <a:latin typeface="+mn-ea"/>
                  <a:cs typeface="+mn-cs"/>
                </a:rPr>
                <a:t>① お客様ニーズの把握</a:t>
              </a:r>
            </a:p>
          </p:txBody>
        </p:sp>
        <p:sp>
          <p:nvSpPr>
            <p:cNvPr id="13" name="角丸四角形 6">
              <a:extLst>
                <a:ext uri="{FF2B5EF4-FFF2-40B4-BE49-F238E27FC236}">
                  <a16:creationId xmlns:a16="http://schemas.microsoft.com/office/drawing/2014/main" id="{E06280E6-57B5-7348-C336-71032F5A2CEB}"/>
                </a:ext>
              </a:extLst>
            </p:cNvPr>
            <p:cNvSpPr/>
            <p:nvPr/>
          </p:nvSpPr>
          <p:spPr>
            <a:xfrm>
              <a:off x="3276600" y="3048000"/>
              <a:ext cx="2590800" cy="1455116"/>
            </a:xfrm>
            <a:prstGeom prst="roundRect">
              <a:avLst/>
            </a:prstGeom>
            <a:gradFill>
              <a:gsLst>
                <a:gs pos="0">
                  <a:schemeClr val="accent5">
                    <a:lumMod val="40000"/>
                    <a:lumOff val="60000"/>
                  </a:schemeClr>
                </a:gs>
                <a:gs pos="87000">
                  <a:schemeClr val="accent5">
                    <a:lumMod val="40000"/>
                    <a:lumOff val="60000"/>
                  </a:schemeClr>
                </a:gs>
                <a:gs pos="100000">
                  <a:schemeClr val="accent5">
                    <a:shade val="94000"/>
                    <a:satMod val="135000"/>
                  </a:schemeClr>
                </a:gs>
              </a:gsLst>
            </a:gradFill>
          </p:spPr>
          <p:style>
            <a:lnRef idx="0">
              <a:schemeClr val="accent5"/>
            </a:lnRef>
            <a:fillRef idx="3">
              <a:schemeClr val="accent5"/>
            </a:fillRef>
            <a:effectRef idx="3">
              <a:schemeClr val="accent5"/>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1" i="0" u="sng"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ea"/>
                  <a:cs typeface="+mn-cs"/>
                </a:rPr>
                <a:t>業務企画推進部（</a:t>
              </a:r>
              <a:r>
                <a:rPr kumimoji="1" lang="en-US" altLang="ja-JP" sz="1400" b="1" i="0" u="sng"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ea"/>
                  <a:cs typeface="+mn-cs"/>
                </a:rPr>
                <a:t>CS</a:t>
              </a:r>
              <a:r>
                <a:rPr kumimoji="1" lang="ja-JP" altLang="en-US" sz="1400" b="1" i="0" u="sng"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ea"/>
                  <a:cs typeface="+mn-cs"/>
                </a:rPr>
                <a:t>）</a:t>
              </a:r>
              <a:endParaRPr kumimoji="1" lang="en-US" altLang="ja-JP" sz="1400" b="1" i="0" u="sng"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400" b="0" i="0" u="none" strike="noStrike" kern="1200" cap="none" spc="0" normalizeH="0" baseline="0" noProof="0" dirty="0">
                  <a:ln>
                    <a:noFill/>
                  </a:ln>
                  <a:solidFill>
                    <a:prstClr val="black"/>
                  </a:solidFill>
                  <a:effectLst/>
                  <a:uLnTx/>
                  <a:uFillTx/>
                  <a:latin typeface="+mn-ea"/>
                  <a:cs typeface="+mn-cs"/>
                </a:rPr>
                <a:t>(1)</a:t>
              </a:r>
              <a:r>
                <a:rPr kumimoji="1" lang="ja-JP" altLang="en-US" sz="1400" b="0" i="0" u="none" strike="noStrike" kern="1200" cap="none" spc="0" normalizeH="0" baseline="0" noProof="0" dirty="0">
                  <a:ln>
                    <a:noFill/>
                  </a:ln>
                  <a:solidFill>
                    <a:prstClr val="black"/>
                  </a:solidFill>
                  <a:effectLst/>
                  <a:uLnTx/>
                  <a:uFillTx/>
                  <a:latin typeface="+mn-ea"/>
                  <a:cs typeface="+mn-cs"/>
                </a:rPr>
                <a:t>資産管理の全般知識</a:t>
              </a:r>
              <a:endParaRPr kumimoji="1" lang="en-US" altLang="ja-JP" sz="1400" b="0" i="0" u="none" strike="noStrike" kern="1200" cap="none" spc="0" normalizeH="0" baseline="0" noProof="0" dirty="0">
                <a:ln>
                  <a:noFill/>
                </a:ln>
                <a:solidFill>
                  <a:prstClr val="black"/>
                </a:solidFill>
                <a:effectLst/>
                <a:uLnTx/>
                <a:uFillTx/>
                <a:latin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400" b="0" i="0" u="none" strike="noStrike" kern="1200" cap="none" spc="0" normalizeH="0" baseline="0" noProof="0" dirty="0">
                  <a:ln>
                    <a:noFill/>
                  </a:ln>
                  <a:solidFill>
                    <a:prstClr val="black"/>
                  </a:solidFill>
                  <a:effectLst/>
                  <a:uLnTx/>
                  <a:uFillTx/>
                  <a:latin typeface="+mn-ea"/>
                  <a:cs typeface="+mn-cs"/>
                </a:rPr>
                <a:t>(2)</a:t>
              </a:r>
              <a:r>
                <a:rPr kumimoji="1" lang="ja-JP" altLang="en-US" sz="1400" b="0" i="0" u="none" strike="noStrike" kern="1200" cap="none" spc="0" normalizeH="0" baseline="0" noProof="0" dirty="0">
                  <a:ln>
                    <a:noFill/>
                  </a:ln>
                  <a:solidFill>
                    <a:prstClr val="black"/>
                  </a:solidFill>
                  <a:effectLst/>
                  <a:uLnTx/>
                  <a:uFillTx/>
                  <a:latin typeface="+mn-ea"/>
                  <a:cs typeface="+mn-cs"/>
                </a:rPr>
                <a:t>ビジネススキル</a:t>
              </a:r>
              <a:endParaRPr kumimoji="1" lang="en-US" altLang="ja-JP" sz="1400" b="0" i="0" u="none" strike="noStrike" kern="1200" cap="none" spc="0" normalizeH="0" baseline="0" noProof="0" dirty="0">
                <a:ln>
                  <a:noFill/>
                </a:ln>
                <a:solidFill>
                  <a:prstClr val="black"/>
                </a:solidFill>
                <a:effectLst/>
                <a:uLnTx/>
                <a:uFillTx/>
                <a:latin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400" b="0" i="0" u="none" strike="noStrike" kern="1200" cap="none" spc="0" normalizeH="0" baseline="0" noProof="0" dirty="0">
                  <a:ln>
                    <a:noFill/>
                  </a:ln>
                  <a:solidFill>
                    <a:prstClr val="black"/>
                  </a:solidFill>
                  <a:effectLst/>
                  <a:uLnTx/>
                  <a:uFillTx/>
                  <a:latin typeface="+mn-ea"/>
                  <a:cs typeface="+mn-cs"/>
                </a:rPr>
                <a:t>(3)</a:t>
              </a:r>
              <a:r>
                <a:rPr kumimoji="1" lang="ja-JP" altLang="en-US" sz="1400" b="0" i="0" u="none" strike="noStrike" kern="1200" cap="none" spc="0" normalizeH="0" baseline="0" noProof="0" dirty="0">
                  <a:ln>
                    <a:noFill/>
                  </a:ln>
                  <a:solidFill>
                    <a:prstClr val="black"/>
                  </a:solidFill>
                  <a:effectLst/>
                  <a:uLnTx/>
                  <a:uFillTx/>
                  <a:latin typeface="+mn-ea"/>
                  <a:cs typeface="+mn-cs"/>
                </a:rPr>
                <a:t>コミュニケーション能力</a:t>
              </a:r>
              <a:endParaRPr kumimoji="1" lang="en-US" altLang="ja-JP" sz="1400" b="0" i="0" u="none" strike="noStrike" kern="1200" cap="none" spc="0" normalizeH="0" baseline="0" noProof="0" dirty="0">
                <a:ln>
                  <a:noFill/>
                </a:ln>
                <a:solidFill>
                  <a:prstClr val="black"/>
                </a:solidFill>
                <a:effectLst/>
                <a:uLnTx/>
                <a:uFillTx/>
                <a:latin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n-ea"/>
                  <a:cs typeface="+mn-cs"/>
                </a:rPr>
                <a:t>　　の発揮</a:t>
              </a:r>
            </a:p>
          </p:txBody>
        </p:sp>
        <p:sp>
          <p:nvSpPr>
            <p:cNvPr id="14" name="円/楕円 20">
              <a:extLst>
                <a:ext uri="{FF2B5EF4-FFF2-40B4-BE49-F238E27FC236}">
                  <a16:creationId xmlns:a16="http://schemas.microsoft.com/office/drawing/2014/main" id="{AAAE77DC-5D09-03B7-9C26-96A5F1B4610A}"/>
                </a:ext>
              </a:extLst>
            </p:cNvPr>
            <p:cNvSpPr/>
            <p:nvPr/>
          </p:nvSpPr>
          <p:spPr>
            <a:xfrm>
              <a:off x="5257800" y="1676400"/>
              <a:ext cx="2133600" cy="1524000"/>
            </a:xfrm>
            <a:prstGeom prst="ellipse">
              <a:avLst/>
            </a:prstGeom>
            <a:solidFill>
              <a:srgbClr val="B9DCFF"/>
            </a:solidFill>
          </p:spPr>
          <p:style>
            <a:lnRef idx="0">
              <a:schemeClr val="accent1"/>
            </a:lnRef>
            <a:fillRef idx="3">
              <a:schemeClr val="accent1"/>
            </a:fillRef>
            <a:effectRef idx="3">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sng" strike="noStrike" kern="1200" cap="none" spc="0" normalizeH="0" baseline="0" noProof="0" dirty="0">
                  <a:ln>
                    <a:noFill/>
                  </a:ln>
                  <a:solidFill>
                    <a:prstClr val="black"/>
                  </a:solidFill>
                  <a:effectLst/>
                  <a:uLnTx/>
                  <a:uFillTx/>
                  <a:latin typeface="+mn-ea"/>
                  <a:cs typeface="+mn-cs"/>
                </a:rPr>
                <a:t>② お客様ニーズに対する</a:t>
              </a:r>
              <a:endParaRPr kumimoji="1" lang="en-US" altLang="ja-JP" sz="1400" b="0" i="0" u="sng" strike="noStrike" kern="1200" cap="none" spc="0" normalizeH="0" baseline="0" noProof="0" dirty="0">
                <a:ln>
                  <a:noFill/>
                </a:ln>
                <a:solidFill>
                  <a:prstClr val="black"/>
                </a:solidFill>
                <a:effectLst/>
                <a:uLnTx/>
                <a:uFillTx/>
                <a:latin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sng" strike="noStrike" kern="1200" cap="none" spc="0" normalizeH="0" baseline="0" noProof="0" dirty="0">
                  <a:ln>
                    <a:noFill/>
                  </a:ln>
                  <a:solidFill>
                    <a:prstClr val="black"/>
                  </a:solidFill>
                  <a:effectLst/>
                  <a:uLnTx/>
                  <a:uFillTx/>
                  <a:latin typeface="+mn-ea"/>
                  <a:cs typeface="+mn-cs"/>
                </a:rPr>
                <a:t>調査・分析</a:t>
              </a:r>
            </a:p>
          </p:txBody>
        </p:sp>
        <p:sp>
          <p:nvSpPr>
            <p:cNvPr id="15" name="円/楕円 21">
              <a:extLst>
                <a:ext uri="{FF2B5EF4-FFF2-40B4-BE49-F238E27FC236}">
                  <a16:creationId xmlns:a16="http://schemas.microsoft.com/office/drawing/2014/main" id="{611F8CCE-3E7F-EFB4-2B01-AAE6E40DB42B}"/>
                </a:ext>
              </a:extLst>
            </p:cNvPr>
            <p:cNvSpPr/>
            <p:nvPr/>
          </p:nvSpPr>
          <p:spPr>
            <a:xfrm>
              <a:off x="1752600" y="4419600"/>
              <a:ext cx="2057400" cy="1524000"/>
            </a:xfrm>
            <a:prstGeom prst="ellipse">
              <a:avLst/>
            </a:prstGeom>
            <a:solidFill>
              <a:srgbClr val="B9DCFF"/>
            </a:solidFill>
          </p:spPr>
          <p:style>
            <a:lnRef idx="0">
              <a:schemeClr val="accent3"/>
            </a:lnRef>
            <a:fillRef idx="3">
              <a:schemeClr val="accent3"/>
            </a:fillRef>
            <a:effectRef idx="3">
              <a:schemeClr val="accent3"/>
            </a:effectRef>
            <a:fontRef idx="minor">
              <a:schemeClr val="lt1"/>
            </a:fontRef>
          </p:style>
          <p:txBody>
            <a:bodyPr rtlCol="0" anchor="t"/>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ja-JP" sz="1400" b="0" i="0" u="sng" strike="noStrike" kern="1200" cap="none" spc="0" normalizeH="0" baseline="0" noProof="0" dirty="0">
                <a:ln>
                  <a:noFill/>
                </a:ln>
                <a:solidFill>
                  <a:prstClr val="black"/>
                </a:solidFill>
                <a:effectLst/>
                <a:uLnTx/>
                <a:uFillTx/>
                <a:latin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sng" strike="noStrike" kern="1200" cap="none" spc="0" normalizeH="0" baseline="0" noProof="0" dirty="0">
                  <a:ln>
                    <a:noFill/>
                  </a:ln>
                  <a:solidFill>
                    <a:prstClr val="black"/>
                  </a:solidFill>
                  <a:effectLst/>
                  <a:uLnTx/>
                  <a:uFillTx/>
                  <a:latin typeface="+mn-ea"/>
                  <a:cs typeface="+mn-cs"/>
                </a:rPr>
                <a:t>④ お客様への提案</a:t>
              </a:r>
              <a:endParaRPr kumimoji="1" lang="en-US" altLang="ja-JP" sz="1400" b="0" i="0" u="sng" strike="noStrike" kern="1200" cap="none" spc="0" normalizeH="0" baseline="0" noProof="0" dirty="0">
                <a:ln>
                  <a:noFill/>
                </a:ln>
                <a:solidFill>
                  <a:prstClr val="black"/>
                </a:solidFill>
                <a:effectLst/>
                <a:uLnTx/>
                <a:uFillTx/>
                <a:latin typeface="+mn-ea"/>
                <a:cs typeface="+mn-cs"/>
              </a:endParaRPr>
            </a:p>
          </p:txBody>
        </p:sp>
        <p:sp>
          <p:nvSpPr>
            <p:cNvPr id="16" name="円/楕円 22">
              <a:extLst>
                <a:ext uri="{FF2B5EF4-FFF2-40B4-BE49-F238E27FC236}">
                  <a16:creationId xmlns:a16="http://schemas.microsoft.com/office/drawing/2014/main" id="{D0D53E70-2414-86D2-1A94-94DD2B738DFB}"/>
                </a:ext>
              </a:extLst>
            </p:cNvPr>
            <p:cNvSpPr/>
            <p:nvPr/>
          </p:nvSpPr>
          <p:spPr>
            <a:xfrm>
              <a:off x="5334000" y="4419600"/>
              <a:ext cx="2057400" cy="1524000"/>
            </a:xfrm>
            <a:prstGeom prst="ellipse">
              <a:avLst/>
            </a:prstGeom>
            <a:solidFill>
              <a:srgbClr val="B9DCFF"/>
            </a:solidFill>
          </p:spPr>
          <p:style>
            <a:lnRef idx="0">
              <a:schemeClr val="accent6"/>
            </a:lnRef>
            <a:fillRef idx="3">
              <a:schemeClr val="accent6"/>
            </a:fillRef>
            <a:effectRef idx="3">
              <a:schemeClr val="accent6"/>
            </a:effectRef>
            <a:fontRef idx="minor">
              <a:schemeClr val="lt1"/>
            </a:fontRef>
          </p:style>
          <p:txBody>
            <a:bodyPr rtlCol="0" anchor="t"/>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ja-JP" sz="1400" b="0" i="0" u="sng" strike="noStrike" kern="1200" cap="none" spc="0" normalizeH="0" baseline="0" noProof="0" dirty="0">
                <a:ln>
                  <a:noFill/>
                </a:ln>
                <a:solidFill>
                  <a:prstClr val="black"/>
                </a:solidFill>
                <a:effectLst/>
                <a:uLnTx/>
                <a:uFillTx/>
                <a:latin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sng" strike="noStrike" kern="1200" cap="none" spc="0" normalizeH="0" baseline="0" noProof="0" dirty="0">
                  <a:ln>
                    <a:noFill/>
                  </a:ln>
                  <a:solidFill>
                    <a:prstClr val="black"/>
                  </a:solidFill>
                  <a:effectLst/>
                  <a:uLnTx/>
                  <a:uFillTx/>
                  <a:latin typeface="+mn-ea"/>
                  <a:cs typeface="+mn-cs"/>
                </a:rPr>
                <a:t>③ 提案内容の検討</a:t>
              </a:r>
            </a:p>
          </p:txBody>
        </p:sp>
      </p:grpSp>
      <p:sp>
        <p:nvSpPr>
          <p:cNvPr id="17" name="涙形 16">
            <a:extLst>
              <a:ext uri="{FF2B5EF4-FFF2-40B4-BE49-F238E27FC236}">
                <a16:creationId xmlns:a16="http://schemas.microsoft.com/office/drawing/2014/main" id="{A0357B75-A180-689B-A6F3-605BBFC034AE}"/>
              </a:ext>
            </a:extLst>
          </p:cNvPr>
          <p:cNvSpPr/>
          <p:nvPr/>
        </p:nvSpPr>
        <p:spPr>
          <a:xfrm flipV="1">
            <a:off x="1174274" y="1955891"/>
            <a:ext cx="1800000" cy="1066800"/>
          </a:xfrm>
          <a:prstGeom prst="teardrop">
            <a:avLst>
              <a:gd name="adj" fmla="val 98942"/>
            </a:avLst>
          </a:prstGeom>
          <a:solidFill>
            <a:srgbClr val="FFFF00"/>
          </a:solidFill>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dirty="0">
              <a:ln>
                <a:noFill/>
              </a:ln>
              <a:solidFill>
                <a:prstClr val="white"/>
              </a:solidFill>
              <a:effectLst/>
              <a:highlight>
                <a:srgbClr val="FFFF00"/>
              </a:highlight>
              <a:uLnTx/>
              <a:uFillTx/>
              <a:latin typeface="ＭＳ Ｐゴシック" panose="020B0600070205080204" pitchFamily="50" charset="-128"/>
              <a:ea typeface="ＭＳ Ｐゴシック" panose="020B0600070205080204" pitchFamily="50" charset="-128"/>
              <a:cs typeface="+mn-cs"/>
            </a:endParaRPr>
          </a:p>
        </p:txBody>
      </p:sp>
      <p:sp>
        <p:nvSpPr>
          <p:cNvPr id="20" name="角丸四角形 12">
            <a:extLst>
              <a:ext uri="{FF2B5EF4-FFF2-40B4-BE49-F238E27FC236}">
                <a16:creationId xmlns:a16="http://schemas.microsoft.com/office/drawing/2014/main" id="{B83A20D7-D3E2-D701-85AF-7A4DF4044DFD}"/>
              </a:ext>
            </a:extLst>
          </p:cNvPr>
          <p:cNvSpPr/>
          <p:nvPr/>
        </p:nvSpPr>
        <p:spPr>
          <a:xfrm>
            <a:off x="640874" y="2392314"/>
            <a:ext cx="457200" cy="4724400"/>
          </a:xfrm>
          <a:prstGeom prst="roundRect">
            <a:avLst/>
          </a:prstGeom>
          <a:noFill/>
          <a:ln w="22225">
            <a:solidFill>
              <a:schemeClr val="tx2">
                <a:lumMod val="75000"/>
              </a:schemeClr>
            </a:solidFill>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i="0" u="none" strike="noStrike" kern="1200" cap="none" spc="0" normalizeH="0" baseline="0" noProof="0" dirty="0">
                <a:ln>
                  <a:noFill/>
                </a:ln>
                <a:solidFill>
                  <a:prstClr val="black"/>
                </a:solidFill>
                <a:effectLst/>
                <a:uLnTx/>
                <a:uFillTx/>
                <a:latin typeface="+mn-ea"/>
                <a:cs typeface="+mn-cs"/>
              </a:rPr>
              <a:t>お客様</a:t>
            </a:r>
          </a:p>
        </p:txBody>
      </p:sp>
      <p:sp>
        <p:nvSpPr>
          <p:cNvPr id="21" name="角丸四角形 40">
            <a:extLst>
              <a:ext uri="{FF2B5EF4-FFF2-40B4-BE49-F238E27FC236}">
                <a16:creationId xmlns:a16="http://schemas.microsoft.com/office/drawing/2014/main" id="{A4ABB683-B56D-93FD-183D-D36DD9A0D147}"/>
              </a:ext>
            </a:extLst>
          </p:cNvPr>
          <p:cNvSpPr/>
          <p:nvPr/>
        </p:nvSpPr>
        <p:spPr>
          <a:xfrm>
            <a:off x="8870474" y="2409776"/>
            <a:ext cx="457200" cy="4724400"/>
          </a:xfrm>
          <a:prstGeom prst="roundRect">
            <a:avLst/>
          </a:prstGeom>
          <a:noFill/>
          <a:ln w="22225">
            <a:solidFill>
              <a:schemeClr val="tx2">
                <a:lumMod val="75000"/>
              </a:schemeClr>
            </a:solidFill>
          </a:ln>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i="0" u="none" strike="noStrike" kern="1200" cap="none" spc="0" normalizeH="0" baseline="0" noProof="0" dirty="0">
                <a:ln>
                  <a:noFill/>
                </a:ln>
                <a:solidFill>
                  <a:prstClr val="black"/>
                </a:solidFill>
                <a:effectLst/>
                <a:uLnTx/>
                <a:uFillTx/>
                <a:latin typeface="+mn-ea"/>
                <a:cs typeface="+mn-cs"/>
              </a:rPr>
              <a:t>ＭＴＢＪ　</a:t>
            </a:r>
            <a:endParaRPr kumimoji="1" lang="en-US" altLang="ja-JP" sz="1800" i="0" u="none" strike="noStrike" kern="1200" cap="none" spc="0" normalizeH="0" baseline="0" noProof="0" dirty="0">
              <a:ln>
                <a:noFill/>
              </a:ln>
              <a:solidFill>
                <a:prstClr val="black"/>
              </a:solidFill>
              <a:effectLst/>
              <a:uLnTx/>
              <a:uFillTx/>
              <a:latin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i="0" u="none" strike="noStrike" kern="1200" cap="none" spc="0" normalizeH="0" baseline="0" noProof="0" dirty="0">
                <a:ln>
                  <a:noFill/>
                </a:ln>
                <a:solidFill>
                  <a:prstClr val="black"/>
                </a:solidFill>
                <a:effectLst/>
                <a:uLnTx/>
                <a:uFillTx/>
                <a:latin typeface="+mn-ea"/>
                <a:cs typeface="+mn-cs"/>
              </a:rPr>
              <a:t>　　　　　</a:t>
            </a:r>
            <a:endParaRPr kumimoji="1" lang="en-US" altLang="ja-JP" sz="1800" i="0" u="none" strike="noStrike" kern="1200" cap="none" spc="0" normalizeH="0" baseline="0" noProof="0" dirty="0">
              <a:ln>
                <a:noFill/>
              </a:ln>
              <a:solidFill>
                <a:prstClr val="black"/>
              </a:solidFill>
              <a:effectLst/>
              <a:uLnTx/>
              <a:uFillTx/>
              <a:latin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i="0" u="none" strike="noStrike" kern="1200" cap="none" spc="0" normalizeH="0" baseline="0" noProof="0" dirty="0">
                <a:ln>
                  <a:noFill/>
                </a:ln>
                <a:solidFill>
                  <a:prstClr val="black"/>
                </a:solidFill>
                <a:effectLst/>
                <a:uLnTx/>
                <a:uFillTx/>
                <a:latin typeface="+mn-ea"/>
                <a:cs typeface="+mn-cs"/>
              </a:rPr>
              <a:t>担当各部</a:t>
            </a:r>
          </a:p>
        </p:txBody>
      </p:sp>
      <p:sp>
        <p:nvSpPr>
          <p:cNvPr id="22" name="テキスト ボックス 21">
            <a:extLst>
              <a:ext uri="{FF2B5EF4-FFF2-40B4-BE49-F238E27FC236}">
                <a16:creationId xmlns:a16="http://schemas.microsoft.com/office/drawing/2014/main" id="{7473BE8F-2654-6F0C-4F37-CE4B1E1384C1}"/>
              </a:ext>
            </a:extLst>
          </p:cNvPr>
          <p:cNvSpPr txBox="1"/>
          <p:nvPr/>
        </p:nvSpPr>
        <p:spPr>
          <a:xfrm>
            <a:off x="3804684" y="1999747"/>
            <a:ext cx="2170190" cy="116955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en-US" altLang="ja-JP" sz="1400" b="0" i="0" u="none" strike="noStrike" kern="1200" cap="none" spc="0" normalizeH="0" baseline="0" noProof="0" dirty="0">
              <a:ln>
                <a:noFill/>
              </a:ln>
              <a:solidFill>
                <a:prstClr val="black"/>
              </a:solidFill>
              <a:effectLst/>
              <a:uLnTx/>
              <a:uFillTx/>
              <a:latin typeface="+mn-ea"/>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1" i="0" u="sng" strike="noStrike" kern="1200" cap="none" spc="0" normalizeH="0" baseline="0" noProof="0" dirty="0">
                <a:ln>
                  <a:noFill/>
                </a:ln>
                <a:solidFill>
                  <a:srgbClr val="FF0000"/>
                </a:solidFill>
                <a:effectLst/>
                <a:uLnTx/>
                <a:uFillTx/>
                <a:latin typeface="+mn-ea"/>
                <a:ea typeface="+mn-ea"/>
                <a:cs typeface="+mn-cs"/>
              </a:rPr>
              <a:t>このサイクルを繰り返し、新たなサービスに繋げます</a:t>
            </a:r>
            <a:endParaRPr kumimoji="1" lang="en-US" altLang="ja-JP" sz="1400" b="1" i="0" u="sng" strike="noStrike" kern="1200" cap="none" spc="0" normalizeH="0" baseline="0" noProof="0" dirty="0">
              <a:ln>
                <a:noFill/>
              </a:ln>
              <a:solidFill>
                <a:srgbClr val="FF0000"/>
              </a:solidFill>
              <a:effectLst/>
              <a:uLnTx/>
              <a:uFillTx/>
              <a:latin typeface="+mn-ea"/>
              <a:ea typeface="+mn-ea"/>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400" b="0" i="0" u="none" strike="noStrike" kern="1200" cap="none" spc="0" normalizeH="0" baseline="0" noProof="0" dirty="0">
              <a:ln>
                <a:noFill/>
              </a:ln>
              <a:solidFill>
                <a:prstClr val="black"/>
              </a:solidFill>
              <a:effectLst/>
              <a:uLnTx/>
              <a:uFillTx/>
              <a:latin typeface="+mn-ea"/>
              <a:ea typeface="+mn-ea"/>
              <a:cs typeface="+mn-cs"/>
            </a:endParaRPr>
          </a:p>
        </p:txBody>
      </p:sp>
      <p:sp>
        <p:nvSpPr>
          <p:cNvPr id="24" name="テキスト ボックス 23">
            <a:extLst>
              <a:ext uri="{FF2B5EF4-FFF2-40B4-BE49-F238E27FC236}">
                <a16:creationId xmlns:a16="http://schemas.microsoft.com/office/drawing/2014/main" id="{A62DA976-9042-3897-F798-B238873A1AC1}"/>
              </a:ext>
            </a:extLst>
          </p:cNvPr>
          <p:cNvSpPr txBox="1"/>
          <p:nvPr/>
        </p:nvSpPr>
        <p:spPr>
          <a:xfrm>
            <a:off x="1367164" y="2253168"/>
            <a:ext cx="1516766" cy="52322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n-ea"/>
                <a:ea typeface="+mn-ea"/>
                <a:cs typeface="+mn-cs"/>
              </a:rPr>
              <a:t>継続的にニーズ把握に努める</a:t>
            </a:r>
          </a:p>
        </p:txBody>
      </p:sp>
      <p:grpSp>
        <p:nvGrpSpPr>
          <p:cNvPr id="28" name="グループ化 27">
            <a:extLst>
              <a:ext uri="{FF2B5EF4-FFF2-40B4-BE49-F238E27FC236}">
                <a16:creationId xmlns:a16="http://schemas.microsoft.com/office/drawing/2014/main" id="{7F8242E9-C1FB-0F09-B543-8B97DBE1E1C6}"/>
              </a:ext>
            </a:extLst>
          </p:cNvPr>
          <p:cNvGrpSpPr/>
          <p:nvPr/>
        </p:nvGrpSpPr>
        <p:grpSpPr>
          <a:xfrm>
            <a:off x="1200939" y="1918256"/>
            <a:ext cx="7591200" cy="5515429"/>
            <a:chOff x="2535936" y="1214555"/>
            <a:chExt cx="7591200" cy="5515429"/>
          </a:xfrm>
        </p:grpSpPr>
        <p:sp>
          <p:nvSpPr>
            <p:cNvPr id="25" name="涙形 24">
              <a:extLst>
                <a:ext uri="{FF2B5EF4-FFF2-40B4-BE49-F238E27FC236}">
                  <a16:creationId xmlns:a16="http://schemas.microsoft.com/office/drawing/2014/main" id="{595D7320-4241-A170-EA21-E42EA6145C47}"/>
                </a:ext>
              </a:extLst>
            </p:cNvPr>
            <p:cNvSpPr/>
            <p:nvPr/>
          </p:nvSpPr>
          <p:spPr>
            <a:xfrm>
              <a:off x="2535936" y="5586984"/>
              <a:ext cx="1800000" cy="1143000"/>
            </a:xfrm>
            <a:prstGeom prst="teardrop">
              <a:avLst/>
            </a:prstGeom>
            <a:solidFill>
              <a:srgbClr val="FFFF00"/>
            </a:solidFill>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dirty="0">
                <a:ln>
                  <a:noFill/>
                </a:ln>
                <a:solidFill>
                  <a:prstClr val="white"/>
                </a:solidFill>
                <a:effectLst/>
                <a:highlight>
                  <a:srgbClr val="FFFF00"/>
                </a:highlight>
                <a:uLnTx/>
                <a:uFillTx/>
                <a:latin typeface="ＭＳ Ｐゴシック" panose="020B0600070205080204" pitchFamily="50" charset="-128"/>
                <a:ea typeface="ＭＳ Ｐゴシック" panose="020B0600070205080204" pitchFamily="50" charset="-128"/>
                <a:cs typeface="+mn-cs"/>
              </a:endParaRPr>
            </a:p>
          </p:txBody>
        </p:sp>
        <p:sp>
          <p:nvSpPr>
            <p:cNvPr id="26" name="涙形 25">
              <a:extLst>
                <a:ext uri="{FF2B5EF4-FFF2-40B4-BE49-F238E27FC236}">
                  <a16:creationId xmlns:a16="http://schemas.microsoft.com/office/drawing/2014/main" id="{DCE26D47-3DB7-B4CB-A9D6-AB7F09E7802E}"/>
                </a:ext>
              </a:extLst>
            </p:cNvPr>
            <p:cNvSpPr/>
            <p:nvPr/>
          </p:nvSpPr>
          <p:spPr>
            <a:xfrm flipH="1" flipV="1">
              <a:off x="8317611" y="1214555"/>
              <a:ext cx="1800000" cy="1049409"/>
            </a:xfrm>
            <a:prstGeom prst="teardrop">
              <a:avLst/>
            </a:prstGeom>
            <a:solidFill>
              <a:srgbClr val="FFFF00"/>
            </a:solidFill>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dirty="0">
                <a:ln>
                  <a:noFill/>
                </a:ln>
                <a:solidFill>
                  <a:prstClr val="white"/>
                </a:solidFill>
                <a:effectLst/>
                <a:highlight>
                  <a:srgbClr val="FFFF00"/>
                </a:highlight>
                <a:uLnTx/>
                <a:uFillTx/>
                <a:latin typeface="ＭＳ Ｐゴシック" panose="020B0600070205080204" pitchFamily="50" charset="-128"/>
                <a:ea typeface="ＭＳ Ｐゴシック" panose="020B0600070205080204" pitchFamily="50" charset="-128"/>
                <a:cs typeface="+mn-cs"/>
              </a:endParaRPr>
            </a:p>
          </p:txBody>
        </p:sp>
        <p:sp>
          <p:nvSpPr>
            <p:cNvPr id="27" name="涙形 26">
              <a:extLst>
                <a:ext uri="{FF2B5EF4-FFF2-40B4-BE49-F238E27FC236}">
                  <a16:creationId xmlns:a16="http://schemas.microsoft.com/office/drawing/2014/main" id="{2DDF0214-76AC-7650-1A87-8AE2B45041A5}"/>
                </a:ext>
              </a:extLst>
            </p:cNvPr>
            <p:cNvSpPr/>
            <p:nvPr/>
          </p:nvSpPr>
          <p:spPr>
            <a:xfrm flipH="1">
              <a:off x="8327136" y="5663184"/>
              <a:ext cx="1800000" cy="1066800"/>
            </a:xfrm>
            <a:prstGeom prst="teardrop">
              <a:avLst/>
            </a:prstGeom>
            <a:solidFill>
              <a:srgbClr val="FFFF00"/>
            </a:solidFill>
          </p:spPr>
          <p:style>
            <a:lnRef idx="0">
              <a:schemeClr val="accent6"/>
            </a:lnRef>
            <a:fillRef idx="3">
              <a:schemeClr val="accent6"/>
            </a:fillRef>
            <a:effectRef idx="3">
              <a:schemeClr val="accent6"/>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ja-JP" altLang="en-US" sz="1800" b="0" i="0" u="none" strike="noStrike" kern="1200" cap="none" spc="0" normalizeH="0" baseline="0" noProof="0" dirty="0">
                <a:ln>
                  <a:noFill/>
                </a:ln>
                <a:solidFill>
                  <a:prstClr val="white"/>
                </a:solidFill>
                <a:effectLst/>
                <a:highlight>
                  <a:srgbClr val="FFFF00"/>
                </a:highlight>
                <a:uLnTx/>
                <a:uFillTx/>
                <a:latin typeface="ＭＳ Ｐゴシック" panose="020B0600070205080204" pitchFamily="50" charset="-128"/>
                <a:ea typeface="ＭＳ Ｐゴシック" panose="020B0600070205080204" pitchFamily="50" charset="-128"/>
                <a:cs typeface="+mn-cs"/>
              </a:endParaRPr>
            </a:p>
          </p:txBody>
        </p:sp>
      </p:grpSp>
      <p:sp>
        <p:nvSpPr>
          <p:cNvPr id="19" name="テキスト ボックス 18">
            <a:extLst>
              <a:ext uri="{FF2B5EF4-FFF2-40B4-BE49-F238E27FC236}">
                <a16:creationId xmlns:a16="http://schemas.microsoft.com/office/drawing/2014/main" id="{9D348600-C47C-043D-5BFB-244E5654757A}"/>
              </a:ext>
            </a:extLst>
          </p:cNvPr>
          <p:cNvSpPr txBox="1"/>
          <p:nvPr/>
        </p:nvSpPr>
        <p:spPr>
          <a:xfrm>
            <a:off x="7089682" y="2219821"/>
            <a:ext cx="1723800" cy="523220"/>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n-ea"/>
                <a:ea typeface="+mn-ea"/>
                <a:cs typeface="+mn-cs"/>
              </a:rPr>
              <a:t>標準的な事務との</a:t>
            </a:r>
            <a:endParaRPr kumimoji="1" lang="en-US" altLang="ja-JP" sz="1400" b="0" i="0" u="none" strike="noStrike" kern="1200" cap="none" spc="0" normalizeH="0" baseline="0" noProof="0" dirty="0">
              <a:ln>
                <a:noFill/>
              </a:ln>
              <a:solidFill>
                <a:prstClr val="black"/>
              </a:solidFill>
              <a:effectLst/>
              <a:uLnTx/>
              <a:uFillTx/>
              <a:latin typeface="+mn-ea"/>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mn-ea"/>
                <a:ea typeface="+mn-ea"/>
                <a:cs typeface="+mn-cs"/>
              </a:rPr>
              <a:t>差異等調査</a:t>
            </a:r>
            <a:endParaRPr kumimoji="1" lang="en-US" altLang="ja-JP" sz="1400" b="0" i="0" u="none" strike="noStrike" kern="1200" cap="none" spc="0" normalizeH="0" baseline="0" noProof="0" dirty="0">
              <a:ln>
                <a:noFill/>
              </a:ln>
              <a:solidFill>
                <a:prstClr val="black"/>
              </a:solidFill>
              <a:effectLst/>
              <a:uLnTx/>
              <a:uFillTx/>
              <a:latin typeface="+mn-ea"/>
              <a:ea typeface="+mn-ea"/>
              <a:cs typeface="+mn-cs"/>
            </a:endParaRPr>
          </a:p>
        </p:txBody>
      </p:sp>
      <p:sp>
        <p:nvSpPr>
          <p:cNvPr id="23" name="テキスト ボックス 22">
            <a:extLst>
              <a:ext uri="{FF2B5EF4-FFF2-40B4-BE49-F238E27FC236}">
                <a16:creationId xmlns:a16="http://schemas.microsoft.com/office/drawing/2014/main" id="{9B2DB98E-2271-23B8-7E42-83333864FBBC}"/>
              </a:ext>
            </a:extLst>
          </p:cNvPr>
          <p:cNvSpPr txBox="1"/>
          <p:nvPr/>
        </p:nvSpPr>
        <p:spPr>
          <a:xfrm>
            <a:off x="7017426" y="6506030"/>
            <a:ext cx="1765188" cy="90120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300" i="0" u="none" strike="noStrike" kern="1200" cap="none" spc="0" normalizeH="0" baseline="0" noProof="0" dirty="0">
                <a:ln>
                  <a:noFill/>
                </a:ln>
                <a:solidFill>
                  <a:prstClr val="black"/>
                </a:solidFill>
                <a:effectLst/>
                <a:uLnTx/>
                <a:uFillTx/>
                <a:latin typeface="+mn-ea"/>
                <a:ea typeface="+mn-ea"/>
                <a:cs typeface="+mn-cs"/>
              </a:rPr>
              <a:t>MTBJ</a:t>
            </a:r>
            <a:r>
              <a:rPr kumimoji="1" lang="ja-JP" altLang="en-US" sz="1300" i="0" u="none" strike="noStrike" kern="1200" cap="none" spc="0" normalizeH="0" baseline="0" noProof="0" dirty="0">
                <a:ln>
                  <a:noFill/>
                </a:ln>
                <a:solidFill>
                  <a:prstClr val="black"/>
                </a:solidFill>
                <a:effectLst/>
                <a:uLnTx/>
                <a:uFillTx/>
                <a:latin typeface="+mn-ea"/>
                <a:ea typeface="+mn-ea"/>
                <a:cs typeface="+mn-cs"/>
              </a:rPr>
              <a:t>各部と協力し、検討→事務安定性重要！</a:t>
            </a:r>
            <a:endParaRPr kumimoji="1" lang="en-US" altLang="ja-JP" sz="1300" i="0" u="none" strike="noStrike" kern="1200" cap="none" spc="0" normalizeH="0" baseline="0" noProof="0" dirty="0">
              <a:ln>
                <a:noFill/>
              </a:ln>
              <a:solidFill>
                <a:prstClr val="black"/>
              </a:solidFill>
              <a:effectLst/>
              <a:uLnTx/>
              <a:uFillTx/>
              <a:latin typeface="+mn-ea"/>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ja-JP" altLang="en-US" sz="1300" i="0" u="none" strike="noStrike" kern="1200" cap="none" spc="0" normalizeH="0" baseline="0" noProof="0" dirty="0">
              <a:ln>
                <a:noFill/>
              </a:ln>
              <a:solidFill>
                <a:prstClr val="black"/>
              </a:solidFill>
              <a:effectLst/>
              <a:uLnTx/>
              <a:uFillTx/>
              <a:latin typeface="+mn-ea"/>
              <a:ea typeface="+mn-ea"/>
              <a:cs typeface="+mn-cs"/>
            </a:endParaRPr>
          </a:p>
        </p:txBody>
      </p:sp>
      <p:sp>
        <p:nvSpPr>
          <p:cNvPr id="18" name="テキスト ボックス 17">
            <a:extLst>
              <a:ext uri="{FF2B5EF4-FFF2-40B4-BE49-F238E27FC236}">
                <a16:creationId xmlns:a16="http://schemas.microsoft.com/office/drawing/2014/main" id="{486F3D43-A343-18F3-A94B-BDCB58F7E4A2}"/>
              </a:ext>
            </a:extLst>
          </p:cNvPr>
          <p:cNvSpPr txBox="1"/>
          <p:nvPr/>
        </p:nvSpPr>
        <p:spPr>
          <a:xfrm>
            <a:off x="1266607" y="6461439"/>
            <a:ext cx="1828800" cy="692497"/>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300" b="0" i="0" u="none" strike="noStrike" kern="1200" cap="none" spc="0" normalizeH="0" baseline="0" noProof="0" dirty="0">
                <a:ln>
                  <a:noFill/>
                </a:ln>
                <a:solidFill>
                  <a:prstClr val="black"/>
                </a:solidFill>
                <a:effectLst/>
                <a:uLnTx/>
                <a:uFillTx/>
                <a:latin typeface="+mn-ea"/>
                <a:ea typeface="+mn-ea"/>
                <a:cs typeface="+mn-cs"/>
              </a:rPr>
              <a:t>2</a:t>
            </a:r>
            <a:r>
              <a:rPr kumimoji="1" lang="ja-JP" altLang="en-US" sz="1300" b="0" i="0" u="none" strike="noStrike" kern="1200" cap="none" spc="0" normalizeH="0" baseline="0" noProof="0" dirty="0">
                <a:ln>
                  <a:noFill/>
                </a:ln>
                <a:solidFill>
                  <a:prstClr val="black"/>
                </a:solidFill>
                <a:effectLst/>
                <a:uLnTx/>
                <a:uFillTx/>
                <a:latin typeface="+mn-ea"/>
                <a:ea typeface="+mn-ea"/>
                <a:cs typeface="+mn-cs"/>
              </a:rPr>
              <a:t>次提案、</a:t>
            </a:r>
            <a:r>
              <a:rPr kumimoji="1" lang="en-US" altLang="ja-JP" sz="1300" b="0" i="0" u="none" strike="noStrike" kern="1200" cap="none" spc="0" normalizeH="0" baseline="0" noProof="0" dirty="0">
                <a:ln>
                  <a:noFill/>
                </a:ln>
                <a:solidFill>
                  <a:prstClr val="black"/>
                </a:solidFill>
                <a:effectLst/>
                <a:uLnTx/>
                <a:uFillTx/>
                <a:latin typeface="+mn-ea"/>
                <a:ea typeface="+mn-ea"/>
                <a:cs typeface="+mn-cs"/>
              </a:rPr>
              <a:t>3</a:t>
            </a:r>
            <a:r>
              <a:rPr kumimoji="1" lang="ja-JP" altLang="en-US" sz="1300" b="0" i="0" u="none" strike="noStrike" kern="1200" cap="none" spc="0" normalizeH="0" baseline="0" noProof="0" dirty="0">
                <a:ln>
                  <a:noFill/>
                </a:ln>
                <a:solidFill>
                  <a:prstClr val="black"/>
                </a:solidFill>
                <a:effectLst/>
                <a:uLnTx/>
                <a:uFillTx/>
                <a:latin typeface="+mn-ea"/>
                <a:ea typeface="+mn-ea"/>
                <a:cs typeface="+mn-cs"/>
              </a:rPr>
              <a:t>次提案を</a:t>
            </a:r>
            <a:endParaRPr kumimoji="1" lang="en-US" altLang="ja-JP" sz="1300" b="0" i="0" u="none" strike="noStrike" kern="1200" cap="none" spc="0" normalizeH="0" baseline="0" noProof="0" dirty="0">
              <a:ln>
                <a:noFill/>
              </a:ln>
              <a:solidFill>
                <a:prstClr val="black"/>
              </a:solidFill>
              <a:effectLst/>
              <a:uLnTx/>
              <a:uFillTx/>
              <a:latin typeface="+mn-ea"/>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300" b="0" i="0" u="none" strike="noStrike" kern="1200" cap="none" spc="0" normalizeH="0" baseline="0" noProof="0" dirty="0">
                <a:ln>
                  <a:noFill/>
                </a:ln>
                <a:solidFill>
                  <a:prstClr val="black"/>
                </a:solidFill>
                <a:effectLst/>
                <a:uLnTx/>
                <a:uFillTx/>
                <a:latin typeface="+mn-ea"/>
                <a:ea typeface="+mn-ea"/>
                <a:cs typeface="+mn-cs"/>
              </a:rPr>
              <a:t>通じてお客様のニーズに近づく努力</a:t>
            </a:r>
            <a:endParaRPr kumimoji="1" lang="en-US" altLang="ja-JP" sz="1300" b="0" i="0" u="none" strike="noStrike" kern="1200" cap="none" spc="0" normalizeH="0" baseline="0" noProof="0" dirty="0">
              <a:ln>
                <a:noFill/>
              </a:ln>
              <a:solidFill>
                <a:prstClr val="black"/>
              </a:solidFill>
              <a:effectLst/>
              <a:uLnTx/>
              <a:uFillTx/>
              <a:latin typeface="+mn-ea"/>
              <a:ea typeface="+mn-ea"/>
              <a:cs typeface="+mn-cs"/>
            </a:endParaRPr>
          </a:p>
        </p:txBody>
      </p:sp>
    </p:spTree>
    <p:extLst>
      <p:ext uri="{BB962C8B-B14F-4D97-AF65-F5344CB8AC3E}">
        <p14:creationId xmlns:p14="http://schemas.microsoft.com/office/powerpoint/2010/main" val="2392881190"/>
      </p:ext>
    </p:extLst>
  </p:cSld>
  <p:clrMapOvr>
    <a:masterClrMapping/>
  </p:clrMapOvr>
</p:sld>
</file>

<file path=ppt/theme/theme1.xml><?xml version="1.0" encoding="utf-8"?>
<a:theme xmlns:a="http://schemas.openxmlformats.org/drawingml/2006/main" name="MTBJ2023">
  <a:themeElements>
    <a:clrScheme name="ユーザー定義 1">
      <a:dk1>
        <a:srgbClr val="323232"/>
      </a:dk1>
      <a:lt1>
        <a:srgbClr val="FFFFFF"/>
      </a:lt1>
      <a:dk2>
        <a:srgbClr val="323232"/>
      </a:dk2>
      <a:lt2>
        <a:srgbClr val="FFFFFF"/>
      </a:lt2>
      <a:accent1>
        <a:srgbClr val="FF2600"/>
      </a:accent1>
      <a:accent2>
        <a:srgbClr val="FF2600"/>
      </a:accent2>
      <a:accent3>
        <a:srgbClr val="FF2600"/>
      </a:accent3>
      <a:accent4>
        <a:srgbClr val="406A7A"/>
      </a:accent4>
      <a:accent5>
        <a:srgbClr val="406A7A"/>
      </a:accent5>
      <a:accent6>
        <a:srgbClr val="406A7A"/>
      </a:accent6>
      <a:hlink>
        <a:srgbClr val="406A7A"/>
      </a:hlink>
      <a:folHlink>
        <a:srgbClr val="FF2600"/>
      </a:folHlink>
    </a:clrScheme>
    <a:fontScheme name="MTBJ_pptx">
      <a:majorFont>
        <a:latin typeface="Times New Roman"/>
        <a:ea typeface="BIZ UDPゴシック"/>
        <a:cs typeface=""/>
      </a:majorFont>
      <a:minorFont>
        <a:latin typeface="Arial"/>
        <a:ea typeface="BIZ UDPゴシック"/>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4">
            <a:lumMod val="20000"/>
            <a:lumOff val="80000"/>
          </a:schemeClr>
        </a:solidFill>
        <a:ln>
          <a:noFill/>
        </a:ln>
      </a:spPr>
      <a:bodyPr rtlCol="0" anchor="ctr"/>
      <a:lstStyle>
        <a:defPPr algn="ctr">
          <a:defRPr kumimoji="1" sz="110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kumimoji="1" sz="1100" dirty="0">
            <a:latin typeface="+mn-ea"/>
            <a:ea typeface="+mn-ea"/>
          </a:defRPr>
        </a:defPPr>
      </a:lstStyle>
    </a:txDef>
  </a:objectDefaults>
  <a:extraClrSchemeLst/>
  <a:extLst>
    <a:ext uri="{05A4C25C-085E-4340-85A3-A5531E510DB2}">
      <thm15:themeFamily xmlns:thm15="http://schemas.microsoft.com/office/thememl/2012/main" name="資料雛型_pptA4版.potx" id="{6B3C9E3A-DFF8-423E-9295-C9C9D7BEBFED}" vid="{0DB9E8C4-9284-4264-AA05-75556BBFFB9E}"/>
    </a:ext>
  </a:extLst>
</a:theme>
</file>

<file path=ppt/theme/theme2.xml><?xml version="1.0" encoding="utf-8"?>
<a:theme xmlns:a="http://schemas.openxmlformats.org/drawingml/2006/main" name="ホワイ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C34EC7365253543AF52C41840CDEDF2" ma:contentTypeVersion="5" ma:contentTypeDescription="Create a new document." ma:contentTypeScope="" ma:versionID="4478d6725022a931d9003bbdd00a42a7">
  <xsd:schema xmlns:xsd="http://www.w3.org/2001/XMLSchema" xmlns:xs="http://www.w3.org/2001/XMLSchema" xmlns:p="http://schemas.microsoft.com/office/2006/metadata/properties" xmlns:ns2="8c7e2249-f67c-4027-b212-c28305a022e1" targetNamespace="http://schemas.microsoft.com/office/2006/metadata/properties" ma:root="true" ma:fieldsID="382cf1562e3b526ed3a07e6ba4451948" ns2:_="">
    <xsd:import namespace="8c7e2249-f67c-4027-b212-c28305a022e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7e2249-f67c-4027-b212-c28305a022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BillingMetadata" ma:index="12"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1023FF6-9018-4B6C-8380-B1DCAA4A328E}">
  <ds:schemaRefs>
    <ds:schemaRef ds:uri="http://schemas.microsoft.com/sharepoint/v3/contenttype/forms"/>
  </ds:schemaRefs>
</ds:datastoreItem>
</file>

<file path=customXml/itemProps2.xml><?xml version="1.0" encoding="utf-8"?>
<ds:datastoreItem xmlns:ds="http://schemas.openxmlformats.org/officeDocument/2006/customXml" ds:itemID="{20635AD7-79A8-4C69-B376-1B58322B73D5}"/>
</file>

<file path=customXml/itemProps3.xml><?xml version="1.0" encoding="utf-8"?>
<ds:datastoreItem xmlns:ds="http://schemas.openxmlformats.org/officeDocument/2006/customXml" ds:itemID="{5EC7F94B-86D6-4786-8B34-FD6F0D9F64A0}">
  <ds:schemaRefs>
    <ds:schemaRef ds:uri="http://purl.org/dc/terms/"/>
    <ds:schemaRef ds:uri="http://schemas.openxmlformats.org/package/2006/metadata/core-properties"/>
    <ds:schemaRef ds:uri="275651a5-12f4-4bf1-b9f8-d65c5826540e"/>
    <ds:schemaRef ds:uri="http://purl.org/dc/dcmitype/"/>
    <ds:schemaRef ds:uri="http://schemas.microsoft.com/office/infopath/2007/PartnerControls"/>
    <ds:schemaRef ds:uri="http://schemas.microsoft.com/office/2006/documentManagement/types"/>
    <ds:schemaRef ds:uri="http://purl.org/dc/elements/1.1/"/>
    <ds:schemaRef ds:uri="http://schemas.microsoft.com/office/2006/metadata/properties"/>
    <ds:schemaRef ds:uri="34b558e6-dc78-4eb4-a7b1-14692b186493"/>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資料雛型_pptA4版</Template>
  <TotalTime>493</TotalTime>
  <Words>2577</Words>
  <Application>Microsoft Office PowerPoint</Application>
  <PresentationFormat>ユーザー設定</PresentationFormat>
  <Paragraphs>427</Paragraphs>
  <Slides>18</Slides>
  <Notes>3</Notes>
  <HiddenSlides>0</HiddenSlides>
  <MMClips>0</MMClips>
  <ScaleCrop>false</ScaleCrop>
  <HeadingPairs>
    <vt:vector size="8" baseType="variant">
      <vt:variant>
        <vt:lpstr>使用されているフォント</vt:lpstr>
      </vt:variant>
      <vt:variant>
        <vt:i4>7</vt:i4>
      </vt:variant>
      <vt:variant>
        <vt:lpstr>テーマ</vt:lpstr>
      </vt:variant>
      <vt:variant>
        <vt:i4>1</vt:i4>
      </vt:variant>
      <vt:variant>
        <vt:lpstr>埋め込まれた OLE サーバー</vt:lpstr>
      </vt:variant>
      <vt:variant>
        <vt:i4>1</vt:i4>
      </vt:variant>
      <vt:variant>
        <vt:lpstr>スライド タイトル</vt:lpstr>
      </vt:variant>
      <vt:variant>
        <vt:i4>18</vt:i4>
      </vt:variant>
    </vt:vector>
  </HeadingPairs>
  <TitlesOfParts>
    <vt:vector size="27" baseType="lpstr">
      <vt:lpstr>BIZ UDPゴシック</vt:lpstr>
      <vt:lpstr>ＭＳ Ｐゴシック</vt:lpstr>
      <vt:lpstr>Yu Gothic Medium</vt:lpstr>
      <vt:lpstr>Arial</vt:lpstr>
      <vt:lpstr>Calibri</vt:lpstr>
      <vt:lpstr>Calibri Light</vt:lpstr>
      <vt:lpstr>Wingdings</vt:lpstr>
      <vt:lpstr>MTBJ2023</vt:lpstr>
      <vt:lpstr>Worksheet</vt:lpstr>
      <vt:lpstr>MTBJ全体像ならびに業務企画推進部と担当業務について</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タイトル/BIZ UDPゴシック/27pt/行間38pt〇〇〇〇〇〇〇〇〇〇〇〇〇〇〇</dc:title>
  <dc:subject/>
  <dc:creator>ibaraki sho/茨木　翔</dc:creator>
  <cp:keywords/>
  <dc:description/>
  <cp:lastModifiedBy>sunayama maho/砂山　茉穂</cp:lastModifiedBy>
  <cp:revision>28</cp:revision>
  <cp:lastPrinted>2025-01-29T08:34:59Z</cp:lastPrinted>
  <dcterms:created xsi:type="dcterms:W3CDTF">2024-05-21T00:53:17Z</dcterms:created>
  <dcterms:modified xsi:type="dcterms:W3CDTF">2025-09-25T08:44:20Z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0x0101005C34EC7365253543AF52C41840CDEDF2</vt:lpwstr>
  </property>
</Properties>
</file>